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heme/theme2.xml" ContentType="application/vnd.openxmlformats-officedocument.theme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theme/theme3.xml" ContentType="application/vnd.openxmlformats-officedocument.theme+xml"/>
  <Override PartName="/ppt/slideLayouts/slideLayout27.xml" ContentType="application/vnd.openxmlformats-officedocument.presentationml.slideLayout+xml"/>
  <Override PartName="/ppt/theme/theme4.xml" ContentType="application/vnd.openxmlformats-officedocument.theme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theme/theme5.xml" ContentType="application/vnd.openxmlformats-officedocument.theme+xml"/>
  <Override PartName="/ppt/theme/theme6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  <p:sldMasterId id="2147483660" r:id="rId5"/>
    <p:sldMasterId id="2147483672" r:id="rId6"/>
    <p:sldMasterId id="2147483682" r:id="rId7"/>
    <p:sldMasterId id="2147483690" r:id="rId8"/>
  </p:sldMasterIdLst>
  <p:notesMasterIdLst>
    <p:notesMasterId r:id="rId40"/>
  </p:notesMasterIdLst>
  <p:sldIdLst>
    <p:sldId id="256" r:id="rId9"/>
    <p:sldId id="2147472759" r:id="rId10"/>
    <p:sldId id="2147472756" r:id="rId11"/>
    <p:sldId id="2147472757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60" r:id="rId39"/>
  </p:sldIdLst>
  <p:sldSz cx="12192000" cy="6858000"/>
  <p:notesSz cx="6858000" cy="9144000"/>
  <p:defaultTextStyle>
    <a:defPPr>
      <a:defRPr lang="en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5BA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291"/>
    <p:restoredTop sz="94762"/>
  </p:normalViewPr>
  <p:slideViewPr>
    <p:cSldViewPr snapToGrid="0">
      <p:cViewPr varScale="1">
        <p:scale>
          <a:sx n="93" d="100"/>
          <a:sy n="93" d="100"/>
        </p:scale>
        <p:origin x="942" y="306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5.xml"/><Relationship Id="rId18" Type="http://schemas.openxmlformats.org/officeDocument/2006/relationships/slide" Target="slides/slide10.xml"/><Relationship Id="rId26" Type="http://schemas.openxmlformats.org/officeDocument/2006/relationships/slide" Target="slides/slide18.xml"/><Relationship Id="rId39" Type="http://schemas.openxmlformats.org/officeDocument/2006/relationships/slide" Target="slides/slide31.xml"/><Relationship Id="rId21" Type="http://schemas.openxmlformats.org/officeDocument/2006/relationships/slide" Target="slides/slide13.xml"/><Relationship Id="rId34" Type="http://schemas.openxmlformats.org/officeDocument/2006/relationships/slide" Target="slides/slide26.xml"/><Relationship Id="rId42" Type="http://schemas.openxmlformats.org/officeDocument/2006/relationships/viewProps" Target="viewProps.xml"/><Relationship Id="rId7" Type="http://schemas.openxmlformats.org/officeDocument/2006/relationships/slideMaster" Target="slideMasters/slideMaster4.xml"/><Relationship Id="rId2" Type="http://schemas.openxmlformats.org/officeDocument/2006/relationships/customXml" Target="../customXml/item2.xml"/><Relationship Id="rId16" Type="http://schemas.openxmlformats.org/officeDocument/2006/relationships/slide" Target="slides/slide8.xml"/><Relationship Id="rId29" Type="http://schemas.openxmlformats.org/officeDocument/2006/relationships/slide" Target="slides/slide21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slide" Target="slides/slide3.xml"/><Relationship Id="rId24" Type="http://schemas.openxmlformats.org/officeDocument/2006/relationships/slide" Target="slides/slide16.xml"/><Relationship Id="rId32" Type="http://schemas.openxmlformats.org/officeDocument/2006/relationships/slide" Target="slides/slide24.xml"/><Relationship Id="rId37" Type="http://schemas.openxmlformats.org/officeDocument/2006/relationships/slide" Target="slides/slide29.xml"/><Relationship Id="rId40" Type="http://schemas.openxmlformats.org/officeDocument/2006/relationships/notesMaster" Target="notesMasters/notesMaster1.xml"/><Relationship Id="rId45" Type="http://schemas.microsoft.com/office/2016/11/relationships/changesInfo" Target="changesInfos/changesInfo1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7.xml"/><Relationship Id="rId23" Type="http://schemas.openxmlformats.org/officeDocument/2006/relationships/slide" Target="slides/slide15.xml"/><Relationship Id="rId28" Type="http://schemas.openxmlformats.org/officeDocument/2006/relationships/slide" Target="slides/slide20.xml"/><Relationship Id="rId36" Type="http://schemas.openxmlformats.org/officeDocument/2006/relationships/slide" Target="slides/slide28.xml"/><Relationship Id="rId10" Type="http://schemas.openxmlformats.org/officeDocument/2006/relationships/slide" Target="slides/slide2.xml"/><Relationship Id="rId19" Type="http://schemas.openxmlformats.org/officeDocument/2006/relationships/slide" Target="slides/slide11.xml"/><Relationship Id="rId31" Type="http://schemas.openxmlformats.org/officeDocument/2006/relationships/slide" Target="slides/slide23.xml"/><Relationship Id="rId44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1.xml"/><Relationship Id="rId14" Type="http://schemas.openxmlformats.org/officeDocument/2006/relationships/slide" Target="slides/slide6.xml"/><Relationship Id="rId22" Type="http://schemas.openxmlformats.org/officeDocument/2006/relationships/slide" Target="slides/slide14.xml"/><Relationship Id="rId27" Type="http://schemas.openxmlformats.org/officeDocument/2006/relationships/slide" Target="slides/slide19.xml"/><Relationship Id="rId30" Type="http://schemas.openxmlformats.org/officeDocument/2006/relationships/slide" Target="slides/slide22.xml"/><Relationship Id="rId35" Type="http://schemas.openxmlformats.org/officeDocument/2006/relationships/slide" Target="slides/slide27.xml"/><Relationship Id="rId43" Type="http://schemas.openxmlformats.org/officeDocument/2006/relationships/theme" Target="theme/theme1.xml"/><Relationship Id="rId8" Type="http://schemas.openxmlformats.org/officeDocument/2006/relationships/slideMaster" Target="slideMasters/slideMaster5.xml"/><Relationship Id="rId3" Type="http://schemas.openxmlformats.org/officeDocument/2006/relationships/customXml" Target="../customXml/item3.xml"/><Relationship Id="rId12" Type="http://schemas.openxmlformats.org/officeDocument/2006/relationships/slide" Target="slides/slide4.xml"/><Relationship Id="rId17" Type="http://schemas.openxmlformats.org/officeDocument/2006/relationships/slide" Target="slides/slide9.xml"/><Relationship Id="rId25" Type="http://schemas.openxmlformats.org/officeDocument/2006/relationships/slide" Target="slides/slide17.xml"/><Relationship Id="rId33" Type="http://schemas.openxmlformats.org/officeDocument/2006/relationships/slide" Target="slides/slide25.xml"/><Relationship Id="rId38" Type="http://schemas.openxmlformats.org/officeDocument/2006/relationships/slide" Target="slides/slide30.xml"/><Relationship Id="rId20" Type="http://schemas.openxmlformats.org/officeDocument/2006/relationships/slide" Target="slides/slide12.xml"/><Relationship Id="rId41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eremy Tandy" userId="e8cdb70d-e181-4050-b1e5-a14248e7b7aa" providerId="ADAL" clId="{37EEB5F8-7E00-4DC3-9F20-6CE651D680CF}"/>
    <pc:docChg chg="delSld modSld">
      <pc:chgData name="Jeremy Tandy" userId="e8cdb70d-e181-4050-b1e5-a14248e7b7aa" providerId="ADAL" clId="{37EEB5F8-7E00-4DC3-9F20-6CE651D680CF}" dt="2026-03-18T21:54:00.479" v="44" actId="47"/>
      <pc:docMkLst>
        <pc:docMk/>
      </pc:docMkLst>
      <pc:sldChg chg="modSp mod">
        <pc:chgData name="Jeremy Tandy" userId="e8cdb70d-e181-4050-b1e5-a14248e7b7aa" providerId="ADAL" clId="{37EEB5F8-7E00-4DC3-9F20-6CE651D680CF}" dt="2026-03-18T21:53:31.313" v="42" actId="20577"/>
        <pc:sldMkLst>
          <pc:docMk/>
          <pc:sldMk cId="2835597141" sldId="256"/>
        </pc:sldMkLst>
        <pc:spChg chg="mod">
          <ac:chgData name="Jeremy Tandy" userId="e8cdb70d-e181-4050-b1e5-a14248e7b7aa" providerId="ADAL" clId="{37EEB5F8-7E00-4DC3-9F20-6CE651D680CF}" dt="2026-03-18T21:53:31.313" v="42" actId="20577"/>
          <ac:spMkLst>
            <pc:docMk/>
            <pc:sldMk cId="2835597141" sldId="256"/>
            <ac:spMk id="3" creationId="{F0563E35-7C2F-CF05-8A9D-C2464ECD6E94}"/>
          </ac:spMkLst>
        </pc:spChg>
      </pc:sldChg>
      <pc:sldChg chg="del">
        <pc:chgData name="Jeremy Tandy" userId="e8cdb70d-e181-4050-b1e5-a14248e7b7aa" providerId="ADAL" clId="{37EEB5F8-7E00-4DC3-9F20-6CE651D680CF}" dt="2026-03-18T21:53:43.263" v="43" actId="47"/>
        <pc:sldMkLst>
          <pc:docMk/>
          <pc:sldMk cId="1378509808" sldId="276"/>
        </pc:sldMkLst>
      </pc:sldChg>
      <pc:sldChg chg="del">
        <pc:chgData name="Jeremy Tandy" userId="e8cdb70d-e181-4050-b1e5-a14248e7b7aa" providerId="ADAL" clId="{37EEB5F8-7E00-4DC3-9F20-6CE651D680CF}" dt="2026-03-18T21:53:43.263" v="43" actId="47"/>
        <pc:sldMkLst>
          <pc:docMk/>
          <pc:sldMk cId="2672734592" sldId="288"/>
        </pc:sldMkLst>
      </pc:sldChg>
      <pc:sldChg chg="del">
        <pc:chgData name="Jeremy Tandy" userId="e8cdb70d-e181-4050-b1e5-a14248e7b7aa" providerId="ADAL" clId="{37EEB5F8-7E00-4DC3-9F20-6CE651D680CF}" dt="2026-03-18T21:54:00.479" v="44" actId="47"/>
        <pc:sldMkLst>
          <pc:docMk/>
          <pc:sldMk cId="1127888647" sldId="2147472729"/>
        </pc:sldMkLst>
      </pc:sldChg>
      <pc:sldChg chg="del">
        <pc:chgData name="Jeremy Tandy" userId="e8cdb70d-e181-4050-b1e5-a14248e7b7aa" providerId="ADAL" clId="{37EEB5F8-7E00-4DC3-9F20-6CE651D680CF}" dt="2026-03-18T21:54:00.479" v="44" actId="47"/>
        <pc:sldMkLst>
          <pc:docMk/>
          <pc:sldMk cId="1894523417" sldId="2147472734"/>
        </pc:sldMkLst>
      </pc:sldChg>
      <pc:sldChg chg="del">
        <pc:chgData name="Jeremy Tandy" userId="e8cdb70d-e181-4050-b1e5-a14248e7b7aa" providerId="ADAL" clId="{37EEB5F8-7E00-4DC3-9F20-6CE651D680CF}" dt="2026-03-18T21:54:00.479" v="44" actId="47"/>
        <pc:sldMkLst>
          <pc:docMk/>
          <pc:sldMk cId="995981189" sldId="2147472746"/>
        </pc:sldMkLst>
      </pc:sldChg>
      <pc:sldChg chg="del">
        <pc:chgData name="Jeremy Tandy" userId="e8cdb70d-e181-4050-b1e5-a14248e7b7aa" providerId="ADAL" clId="{37EEB5F8-7E00-4DC3-9F20-6CE651D680CF}" dt="2026-03-18T21:53:43.263" v="43" actId="47"/>
        <pc:sldMkLst>
          <pc:docMk/>
          <pc:sldMk cId="554682941" sldId="2147472747"/>
        </pc:sldMkLst>
      </pc:sldChg>
      <pc:sldChg chg="del">
        <pc:chgData name="Jeremy Tandy" userId="e8cdb70d-e181-4050-b1e5-a14248e7b7aa" providerId="ADAL" clId="{37EEB5F8-7E00-4DC3-9F20-6CE651D680CF}" dt="2026-03-18T21:54:00.479" v="44" actId="47"/>
        <pc:sldMkLst>
          <pc:docMk/>
          <pc:sldMk cId="1483691835" sldId="2147472748"/>
        </pc:sldMkLst>
      </pc:sldChg>
      <pc:sldChg chg="del">
        <pc:chgData name="Jeremy Tandy" userId="e8cdb70d-e181-4050-b1e5-a14248e7b7aa" providerId="ADAL" clId="{37EEB5F8-7E00-4DC3-9F20-6CE651D680CF}" dt="2026-03-18T21:54:00.479" v="44" actId="47"/>
        <pc:sldMkLst>
          <pc:docMk/>
          <pc:sldMk cId="3448338968" sldId="2147472749"/>
        </pc:sldMkLst>
      </pc:sldChg>
      <pc:sldChg chg="del">
        <pc:chgData name="Jeremy Tandy" userId="e8cdb70d-e181-4050-b1e5-a14248e7b7aa" providerId="ADAL" clId="{37EEB5F8-7E00-4DC3-9F20-6CE651D680CF}" dt="2026-03-18T21:54:00.479" v="44" actId="47"/>
        <pc:sldMkLst>
          <pc:docMk/>
          <pc:sldMk cId="1584853882" sldId="2147472750"/>
        </pc:sldMkLst>
      </pc:sldChg>
      <pc:sldChg chg="del">
        <pc:chgData name="Jeremy Tandy" userId="e8cdb70d-e181-4050-b1e5-a14248e7b7aa" providerId="ADAL" clId="{37EEB5F8-7E00-4DC3-9F20-6CE651D680CF}" dt="2026-03-18T21:54:00.479" v="44" actId="47"/>
        <pc:sldMkLst>
          <pc:docMk/>
          <pc:sldMk cId="4191713619" sldId="2147472751"/>
        </pc:sldMkLst>
      </pc:sldChg>
      <pc:sldChg chg="del">
        <pc:chgData name="Jeremy Tandy" userId="e8cdb70d-e181-4050-b1e5-a14248e7b7aa" providerId="ADAL" clId="{37EEB5F8-7E00-4DC3-9F20-6CE651D680CF}" dt="2026-03-18T21:54:00.479" v="44" actId="47"/>
        <pc:sldMkLst>
          <pc:docMk/>
          <pc:sldMk cId="1282963583" sldId="2147472752"/>
        </pc:sldMkLst>
      </pc:sldChg>
      <pc:sldChg chg="del">
        <pc:chgData name="Jeremy Tandy" userId="e8cdb70d-e181-4050-b1e5-a14248e7b7aa" providerId="ADAL" clId="{37EEB5F8-7E00-4DC3-9F20-6CE651D680CF}" dt="2026-03-18T21:54:00.479" v="44" actId="47"/>
        <pc:sldMkLst>
          <pc:docMk/>
          <pc:sldMk cId="2132638162" sldId="2147472753"/>
        </pc:sldMkLst>
      </pc:sldChg>
      <pc:sldChg chg="del">
        <pc:chgData name="Jeremy Tandy" userId="e8cdb70d-e181-4050-b1e5-a14248e7b7aa" providerId="ADAL" clId="{37EEB5F8-7E00-4DC3-9F20-6CE651D680CF}" dt="2026-03-18T21:54:00.479" v="44" actId="47"/>
        <pc:sldMkLst>
          <pc:docMk/>
          <pc:sldMk cId="616332957" sldId="2147472754"/>
        </pc:sldMkLst>
      </pc:sldChg>
      <pc:sldChg chg="del">
        <pc:chgData name="Jeremy Tandy" userId="e8cdb70d-e181-4050-b1e5-a14248e7b7aa" providerId="ADAL" clId="{37EEB5F8-7E00-4DC3-9F20-6CE651D680CF}" dt="2026-03-18T21:54:00.479" v="44" actId="47"/>
        <pc:sldMkLst>
          <pc:docMk/>
          <pc:sldMk cId="1262078950" sldId="2147472755"/>
        </pc:sldMkLst>
      </pc:sldChg>
      <pc:sldChg chg="del">
        <pc:chgData name="Jeremy Tandy" userId="e8cdb70d-e181-4050-b1e5-a14248e7b7aa" providerId="ADAL" clId="{37EEB5F8-7E00-4DC3-9F20-6CE651D680CF}" dt="2026-03-18T21:54:00.479" v="44" actId="47"/>
        <pc:sldMkLst>
          <pc:docMk/>
          <pc:sldMk cId="1828251556" sldId="2147472758"/>
        </pc:sldMkLst>
      </pc:sldChg>
      <pc:sldChg chg="del">
        <pc:chgData name="Jeremy Tandy" userId="e8cdb70d-e181-4050-b1e5-a14248e7b7aa" providerId="ADAL" clId="{37EEB5F8-7E00-4DC3-9F20-6CE651D680CF}" dt="2026-03-18T21:53:43.263" v="43" actId="47"/>
        <pc:sldMkLst>
          <pc:docMk/>
          <pc:sldMk cId="1750609443" sldId="2147472760"/>
        </pc:sldMkLst>
      </pc:sldChg>
      <pc:sldChg chg="del">
        <pc:chgData name="Jeremy Tandy" userId="e8cdb70d-e181-4050-b1e5-a14248e7b7aa" providerId="ADAL" clId="{37EEB5F8-7E00-4DC3-9F20-6CE651D680CF}" dt="2026-03-18T21:54:00.479" v="44" actId="47"/>
        <pc:sldMkLst>
          <pc:docMk/>
          <pc:sldMk cId="602897706" sldId="2147472761"/>
        </pc:sldMkLst>
      </pc:sldChg>
      <pc:sldChg chg="del">
        <pc:chgData name="Jeremy Tandy" userId="e8cdb70d-e181-4050-b1e5-a14248e7b7aa" providerId="ADAL" clId="{37EEB5F8-7E00-4DC3-9F20-6CE651D680CF}" dt="2026-03-18T21:54:00.479" v="44" actId="47"/>
        <pc:sldMkLst>
          <pc:docMk/>
          <pc:sldMk cId="513867735" sldId="2147472762"/>
        </pc:sldMkLst>
      </pc:sldChg>
      <pc:sldMasterChg chg="delSldLayout">
        <pc:chgData name="Jeremy Tandy" userId="e8cdb70d-e181-4050-b1e5-a14248e7b7aa" providerId="ADAL" clId="{37EEB5F8-7E00-4DC3-9F20-6CE651D680CF}" dt="2026-03-18T21:54:00.479" v="44" actId="47"/>
        <pc:sldMasterMkLst>
          <pc:docMk/>
          <pc:sldMasterMk cId="1933180123" sldId="2147483660"/>
        </pc:sldMasterMkLst>
        <pc:sldLayoutChg chg="del">
          <pc:chgData name="Jeremy Tandy" userId="e8cdb70d-e181-4050-b1e5-a14248e7b7aa" providerId="ADAL" clId="{37EEB5F8-7E00-4DC3-9F20-6CE651D680CF}" dt="2026-03-18T21:54:00.479" v="44" actId="47"/>
          <pc:sldLayoutMkLst>
            <pc:docMk/>
            <pc:sldMasterMk cId="1933180123" sldId="2147483660"/>
            <pc:sldLayoutMk cId="2223809781" sldId="2147483685"/>
          </pc:sldLayoutMkLst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9C349E3-BD58-4A2F-B5C1-8E30844E5399}" type="datetimeFigureOut">
              <a:t>3/16/2026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F93D0E6-72E8-4603-8950-287316970F4A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13706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99C7E67-788D-4F88-95C3-E3D9FE3D2760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9777448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0705B7-7EB7-C1B3-0FA0-C34193E3B6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58BB284-C1FC-6326-B4B2-42504075F8E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9193654-C4B2-9D0C-83CD-1DC772A2DD1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8792177-25B6-5A3B-1840-3EDED058EEE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99C7E67-788D-4F88-95C3-E3D9FE3D2760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1763369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6002B7-1CB0-96BE-9B16-DAB65A1355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7FE7D7C-625A-CFAC-019D-56F0542B8DD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6634620-75B5-B11B-D71D-23ABB6BEABB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B6D8F1C-DB54-7DBF-5CEB-5AA1C4F663F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99C7E67-788D-4F88-95C3-E3D9FE3D2760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5665241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FE700A-5473-1A7C-1B63-5DB7E261B7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F5D8E54-7A55-9719-434C-2A098A2423E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2A3E43D-5399-8C53-4151-69206905D01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BBD5639-9A4A-981B-DECA-8535DF4BB23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99C7E67-788D-4F88-95C3-E3D9FE3D2760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6656590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5F8566-AC9F-B411-23AF-8B83B9DCDA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E6D3926-7189-A005-8514-F444817E2B9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3C23EB3-2E24-02F4-2805-F38AC52695B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3A08567-1B2F-35B9-4F07-8D349764128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99C7E67-788D-4F88-95C3-E3D9FE3D2760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3852981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E56C7A-D9C4-35A2-8B92-442DB38425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A2006EB-2672-EFA3-262C-64C3D089EDC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DEF10DC-1146-FA50-7452-3321973F6B6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F40FCB0-F200-3E0C-0BA6-9F517F5F8A8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99C7E67-788D-4F88-95C3-E3D9FE3D2760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9554704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EE2277-F3DE-C603-654C-2A2531F928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C6067B6-74DD-BB3F-8D51-A99A497A70B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7F11868-DD0D-094B-1099-A468261BD81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7795ED0-EB7E-85AA-31F2-9B9D0AA3579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99C7E67-788D-4F88-95C3-E3D9FE3D2760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7614071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5A1D3B-1698-3586-2FC9-CFCD658CDD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B2B465B-BCAB-113F-4166-4349C040811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2C53646-8BB9-E3D6-4F7D-4A2C91FCA98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198A251-A7C6-1CF4-EF8C-0ED39C10D0C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99C7E67-788D-4F88-95C3-E3D9FE3D2760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0579667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905450-D31F-82AD-BB35-17DD5B01F9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E3F9585-C063-75FB-FE2D-C09440CE019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AD1F86D-30B7-2D6A-7013-650C7C59E22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1B06464-5639-964D-944B-3E8CAA8E04D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99C7E67-788D-4F88-95C3-E3D9FE3D2760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737739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3B64E2-7E54-C449-A43C-3ED66AF296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2CC0710-F2F8-4612-E611-402D0B92FE0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40AAA33-F13A-D77D-2B1D-29A267DBF65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305A3E0-B6B6-57B5-4C1A-B1192113A30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99C7E67-788D-4F88-95C3-E3D9FE3D2760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0447647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6709B0-ED01-234A-92C1-267DBF7994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90664D7-028C-D320-55BE-D3C978047B7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072BFD1-D814-3DF9-7407-F61A613216E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B056887-A022-8EDE-152B-913E87B063A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99C7E67-788D-4F88-95C3-E3D9FE3D2760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8314908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197B7F-6743-D1F1-3413-EA915450A0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9CE33CF-DC97-9D7B-01D1-0BC0D1D6709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1B4AE83-6E96-8A8B-C5D0-B5B407FD5BD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FC619FB-6282-07E0-036A-76FF841153B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99C7E67-788D-4F88-95C3-E3D9FE3D2760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0129700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189C60-43FB-C9C1-C039-3DE3FC0CC4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85BCBB4-A74C-BE03-C36C-2A9018AEC4A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5BD79AB-C883-D7E7-04C9-33520DA850E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53BA924-CAC8-7DBB-8E2B-458B8409FE8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99C7E67-788D-4F88-95C3-E3D9FE3D2760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16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3440022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AFB66D-1080-A24A-9FE4-E1983DA16E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280B7CB-48AD-EE9F-3B06-6045FB59C61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524F4AB-1FC3-C11E-97D4-2F1625459CE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CDAE314-33D0-EF86-A123-B4A1BAB8D28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99C7E67-788D-4F88-95C3-E3D9FE3D2760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17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357166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F87663-6495-3ED0-C4AD-43C3768E73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DA8DA5B-12EA-3EFA-0AEA-67E9864AF14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7A43C90-CFDE-E49B-74FF-8DE2124E72E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2E5D2EF-A371-C56E-4840-FA3A5EBBF4D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99C7E67-788D-4F88-95C3-E3D9FE3D2760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18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5327364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B90BEB-3036-8DB7-9309-D7976B9BB9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FFE35C9-4B1F-D49E-0959-34837633CE7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A83E4BC-C9A7-263A-A23F-6734E7BA467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C7CE127-F0D6-7944-E2FD-1096C8D78F0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99C7E67-788D-4F88-95C3-E3D9FE3D2760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19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1197257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1719B7-88B1-CE14-DB9E-0DEA74B4B1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2E96EC1-D8B4-C6A1-16AC-80C3EF37B86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7721107-89E0-4559-38E0-29ADD0C8922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36420AB-B974-B7FB-8DFD-4253DB1E25F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99C7E67-788D-4F88-95C3-E3D9FE3D2760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864494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B8E339-8CF9-488C-29AC-BAE15F3F68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4CAB89F-5215-C1A6-3A09-235DE778C2D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005646E-7A52-6EDC-199F-62FFEEFBDE9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Beta-test participants must decide which GTS bulletins they will only distribute via WIS2 during the 24-hours of the beta-test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783C387-425E-73C4-D49E-8AE0998D985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99C7E67-788D-4F88-95C3-E3D9FE3D2760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21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8989292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479E13-69D4-7286-9F43-AA69A2D856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220C698-24D2-3905-0490-E791F06E53E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E2881A9-2539-2582-AC05-D4682237FBD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* Or directly from the origin WIS2 Node in the case of Recommended Data (or for Core Data where </a:t>
            </a:r>
            <a:r>
              <a:rPr lang="en-GB" dirty="0" err="1"/>
              <a:t>properties.cache</a:t>
            </a:r>
            <a:r>
              <a:rPr lang="en-GB" dirty="0"/>
              <a:t> = false) – in these cases you must make sure that the WIS2-to-GTS gateways can access the data-server of the WIS2 Node without needing authentication (i.e., open access or IP whitelist)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83C1BE8-9C46-D614-1F12-B419D383163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99C7E67-788D-4F88-95C3-E3D9FE3D2760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22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87857235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45F7AA-97ED-D7ED-9390-6BB21AC853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A210BE3-8F83-26F2-88F7-7EDE1B63382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1AB7882-E7B8-EE6C-C503-33672B9844A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93A7859-2599-7A99-29F2-A16AE829754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99C7E67-788D-4F88-95C3-E3D9FE3D2760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23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68229379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D1A85C-A255-ECB0-BD20-AE4CB070A6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BB6E61A-468B-A368-8A1C-CFFDA9F96C7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C508FFD-147A-61D2-CB26-DA89050B2E1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6BD16A6-1397-F197-1896-788081B9AF9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99C7E67-788D-4F88-95C3-E3D9FE3D2760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24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71833436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9D62F1-84B3-EA16-4045-96BF639AA7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CD3D4AF-2893-5FC9-6352-0306FF42788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EB11E95-B04B-417B-FF78-54E4C77DE2B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A4DC969-BF5E-7489-072B-D337EB9CCB4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99C7E67-788D-4F88-95C3-E3D9FE3D2760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25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48662930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7DCCA6-69D7-627F-280E-200961BB36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F0C43B2-B6A0-ECF6-F032-355C143E7E5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AB511AE-A068-80AC-EA6D-4196408C0C5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32F3730-E2D6-4E84-07F0-F783CA2BABA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99C7E67-788D-4F88-95C3-E3D9FE3D2760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26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92647970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B42A84-8967-E48C-4B31-E414F6A626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5EE669D-293C-EFEC-2983-465BB4E5E3F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5B04B5E-DF1A-2EF4-E43D-AF5BAB86F65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C5D6CF8-8CDC-42C1-6322-84E8BA43988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99C7E67-788D-4F88-95C3-E3D9FE3D2760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27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04033032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4D11AD-F791-036B-F7B0-B4DA3E2E0F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4542EE6-70B0-FE2C-92A5-0DA39DA11C0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87F5E81-338F-6BB6-7064-41CAF4A4C06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8A26E5A-C292-FB85-9B13-76F296C3EDE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99C7E67-788D-4F88-95C3-E3D9FE3D2760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28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21250393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90AE8D-0F39-EEB9-ECDE-86B371FCEA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B03E773-D6E7-A6DE-3818-52314D1CD6A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E5228FE-DBB8-9F69-50B7-BCE6F98EDE2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9646CD-18E6-614A-C5BB-9AE2BD0E10D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99C7E67-788D-4F88-95C3-E3D9FE3D2760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29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5216490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A9EDC8-9FF9-85E6-D81D-ECB4ED893C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FFF8C9F-04AD-ABA6-BADC-EE20826A38C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16F2690-4847-8670-27FB-1FCE0AC6064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C4B20DF-64AD-061E-56E2-4DB4F80A03B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99C7E67-788D-4F88-95C3-E3D9FE3D2760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30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3423433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/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Placeholder 1">
            <a:extLst>
              <a:ext uri="{FF2B5EF4-FFF2-40B4-BE49-F238E27FC236}">
                <a16:creationId xmlns:a16="http://schemas.microsoft.com/office/drawing/2014/main" id="{1B796776-E13E-EE70-1024-61D0E54893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55543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 b="1"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Cover – Insert title</a:t>
            </a:r>
            <a:endParaRPr lang="en-FR" dirty="0"/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93A33BDE-5827-B978-8782-68D8565EB7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216043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algn="ctr">
              <a:defRPr sz="2800">
                <a:solidFill>
                  <a:schemeClr val="bg1"/>
                </a:solidFill>
              </a:defRPr>
            </a:lvl1pPr>
            <a:lvl2pPr algn="ctr">
              <a:defRPr sz="2800">
                <a:solidFill>
                  <a:schemeClr val="bg1"/>
                </a:solidFill>
              </a:defRPr>
            </a:lvl2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4447019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773637AC-ADC8-93B9-85DF-F33A355184CA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524000" y="1122363"/>
            <a:ext cx="9144000" cy="685172"/>
          </a:xfrm>
          <a:prstGeom prst="rect">
            <a:avLst/>
          </a:prstGeom>
        </p:spPr>
        <p:txBody>
          <a:bodyPr anchor="b">
            <a:noAutofit/>
          </a:bodyPr>
          <a:lstStyle>
            <a:lvl1pPr algn="l">
              <a:defRPr sz="4400" b="1"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Content</a:t>
            </a:r>
            <a:endParaRPr lang="en-FR" dirty="0"/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7BA7D7FA-A6C1-15E9-248F-222403659FB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2041451"/>
            <a:ext cx="9144000" cy="3226981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9267457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with bullet points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03590D3C-988E-2567-60EB-0A4602CD3C1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660902"/>
            <a:ext cx="10515600" cy="1325563"/>
          </a:xfrm>
          <a:prstGeom prst="rect">
            <a:avLst/>
          </a:prstGeom>
        </p:spPr>
        <p:txBody>
          <a:bodyPr/>
          <a:lstStyle>
            <a:lvl1pPr algn="l">
              <a:defRPr b="1"/>
            </a:lvl1pPr>
          </a:lstStyle>
          <a:p>
            <a:r>
              <a:rPr lang="en-GB" dirty="0"/>
              <a:t>Lorem Ipsum</a:t>
            </a:r>
            <a:endParaRPr lang="en-FR" dirty="0"/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40E4EEFA-0995-9CCD-6D7F-70B9EBD45C0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2195584"/>
            <a:ext cx="10515600" cy="1500187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220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891148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cientific Slide with Graph/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2">
            <a:extLst>
              <a:ext uri="{FF2B5EF4-FFF2-40B4-BE49-F238E27FC236}">
                <a16:creationId xmlns:a16="http://schemas.microsoft.com/office/drawing/2014/main" id="{BCD4D1A9-9F6B-C561-7AC4-05C86FF1A42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250112" y="1059400"/>
            <a:ext cx="5664915" cy="456099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FR"/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F7FCF368-AB64-5FEB-A4ED-1837EE8E806B}"/>
              </a:ext>
            </a:extLst>
          </p:cNvPr>
          <p:cNvSpPr>
            <a:spLocks noGrp="1"/>
          </p:cNvSpPr>
          <p:nvPr>
            <p:ph type="body" idx="10"/>
          </p:nvPr>
        </p:nvSpPr>
        <p:spPr>
          <a:xfrm>
            <a:off x="585197" y="1460093"/>
            <a:ext cx="5240250" cy="835650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>
              <a:buNone/>
              <a:defRPr sz="4400" b="1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 dirty="0"/>
              <a:t>Click to edit Master text styles</a:t>
            </a:r>
          </a:p>
        </p:txBody>
      </p:sp>
      <p:sp>
        <p:nvSpPr>
          <p:cNvPr id="10" name="Content Placeholder 3">
            <a:extLst>
              <a:ext uri="{FF2B5EF4-FFF2-40B4-BE49-F238E27FC236}">
                <a16:creationId xmlns:a16="http://schemas.microsoft.com/office/drawing/2014/main" id="{633C1AC0-3A73-603A-A859-24A89A5E399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85197" y="2434976"/>
            <a:ext cx="5240250" cy="3185418"/>
          </a:xfrm>
          <a:prstGeom prst="rect">
            <a:avLst/>
          </a:prstGeom>
        </p:spPr>
        <p:txBody>
          <a:bodyPr/>
          <a:lstStyle>
            <a:lvl1pPr>
              <a:defRPr sz="2200"/>
            </a:lvl1pPr>
            <a:lvl2pPr>
              <a:defRPr sz="2200"/>
            </a:lvl2pPr>
            <a:lvl3pPr>
              <a:defRPr sz="2200"/>
            </a:lvl3pPr>
            <a:lvl4pPr>
              <a:defRPr sz="2200"/>
            </a:lvl4pPr>
            <a:lvl5pPr>
              <a:defRPr sz="2200"/>
            </a:lvl5pPr>
          </a:lstStyle>
          <a:p>
            <a:pPr lvl="0"/>
            <a:r>
              <a:rPr lang="en-GB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2551268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2D452C-9105-195E-DD50-B85571BF7F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>
            <a:lvl1pPr>
              <a:defRPr b="1"/>
            </a:lvl1pPr>
          </a:lstStyle>
          <a:p>
            <a:r>
              <a:rPr lang="en-GB" dirty="0"/>
              <a:t>Click to edit Master title style</a:t>
            </a:r>
            <a:endParaRPr lang="en-FR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27CA40B-4ECB-51F3-7BA4-D0C43996D65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>
              <a:buNone/>
              <a:defRPr sz="28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7BCB4D9-3A4B-1F8B-5219-5EE058F878C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buNone/>
              <a:defRPr sz="2200"/>
            </a:lvl1pPr>
            <a:lvl2pPr marL="457200" indent="0" algn="l">
              <a:buNone/>
              <a:defRPr sz="2200"/>
            </a:lvl2pPr>
            <a:lvl3pPr marL="914400" indent="0" algn="l">
              <a:buNone/>
              <a:defRPr sz="2200"/>
            </a:lvl3pPr>
            <a:lvl4pPr marL="1371600" indent="0" algn="l">
              <a:buNone/>
              <a:defRPr sz="2200"/>
            </a:lvl4pPr>
            <a:lvl5pPr marL="1828800" indent="0" algn="l">
              <a:buNone/>
              <a:defRPr sz="2200"/>
            </a:lvl5pPr>
          </a:lstStyle>
          <a:p>
            <a:pPr lvl="0"/>
            <a:r>
              <a:rPr lang="en-GB" dirty="0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5B03604-72C3-D5CE-C09C-E05C72BFC95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>
              <a:buNone/>
              <a:defRPr sz="28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6A53E66-3D7A-FC9C-DAAB-7750C481258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2200"/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dirty="0"/>
              <a:t>Click to edit Master text styles</a:t>
            </a:r>
          </a:p>
          <a:p>
            <a:pPr lvl="0"/>
            <a:endParaRPr lang="en-FR" dirty="0"/>
          </a:p>
        </p:txBody>
      </p:sp>
    </p:spTree>
    <p:extLst>
      <p:ext uri="{BB962C8B-B14F-4D97-AF65-F5344CB8AC3E}">
        <p14:creationId xmlns:p14="http://schemas.microsoft.com/office/powerpoint/2010/main" val="22083143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FBC293F6-E8B6-92CA-8DD3-F46267F2265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3564" y="2103437"/>
            <a:ext cx="12192000" cy="1325563"/>
          </a:xfrm>
          <a:prstGeom prst="rect">
            <a:avLst/>
          </a:prstGeom>
        </p:spPr>
        <p:txBody>
          <a:bodyPr/>
          <a:lstStyle>
            <a:lvl1pPr>
              <a:defRPr b="1"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Thank you.</a:t>
            </a:r>
            <a:endParaRPr lang="en-FR" dirty="0"/>
          </a:p>
        </p:txBody>
      </p:sp>
      <p:sp>
        <p:nvSpPr>
          <p:cNvPr id="8" name="CuadroTexto 3">
            <a:extLst>
              <a:ext uri="{FF2B5EF4-FFF2-40B4-BE49-F238E27FC236}">
                <a16:creationId xmlns:a16="http://schemas.microsoft.com/office/drawing/2014/main" id="{85E8BFE3-BE3F-06D0-2E51-B1A3E835A55D}"/>
              </a:ext>
            </a:extLst>
          </p:cNvPr>
          <p:cNvSpPr txBox="1"/>
          <p:nvPr userDrawn="1"/>
        </p:nvSpPr>
        <p:spPr>
          <a:xfrm>
            <a:off x="3958443" y="4346049"/>
            <a:ext cx="4542242" cy="5239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R="0" algn="ctr" rtl="0">
              <a:lnSpc>
                <a:spcPct val="150000"/>
              </a:lnSpc>
            </a:pPr>
            <a:r>
              <a:rPr lang="en-US" sz="3200" b="0" i="0" u="none" strike="noStrike" baseline="30000" dirty="0">
                <a:solidFill>
                  <a:schemeClr val="bg1"/>
                </a:solidFill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wmo.int</a:t>
            </a:r>
          </a:p>
        </p:txBody>
      </p:sp>
    </p:spTree>
    <p:extLst>
      <p:ext uri="{BB962C8B-B14F-4D97-AF65-F5344CB8AC3E}">
        <p14:creationId xmlns:p14="http://schemas.microsoft.com/office/powerpoint/2010/main" val="5839300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581226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Placeholder 1">
            <a:extLst>
              <a:ext uri="{FF2B5EF4-FFF2-40B4-BE49-F238E27FC236}">
                <a16:creationId xmlns:a16="http://schemas.microsoft.com/office/drawing/2014/main" id="{ACC09337-932E-DF18-5552-8A10A7DDC8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55543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 b="1">
                <a:solidFill>
                  <a:srgbClr val="005BAA"/>
                </a:solidFill>
              </a:defRPr>
            </a:lvl1pPr>
          </a:lstStyle>
          <a:p>
            <a:r>
              <a:rPr lang="en-GB" dirty="0"/>
              <a:t>Cover – Insert title</a:t>
            </a:r>
            <a:endParaRPr lang="en-FR" dirty="0"/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A0165C1A-53B3-D986-E0E9-DDD54523D0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216043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algn="ctr">
              <a:defRPr sz="2800"/>
            </a:lvl1pPr>
            <a:lvl2pPr algn="ctr">
              <a:defRPr sz="2800"/>
            </a:lvl2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2822644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A23C0AB1-DC1A-370D-2DBC-7F636C925F8D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524000" y="1122363"/>
            <a:ext cx="9144000" cy="685172"/>
          </a:xfrm>
          <a:prstGeom prst="rect">
            <a:avLst/>
          </a:prstGeom>
        </p:spPr>
        <p:txBody>
          <a:bodyPr anchor="b">
            <a:noAutofit/>
          </a:bodyPr>
          <a:lstStyle>
            <a:lvl1pPr algn="l">
              <a:defRPr sz="4400">
                <a:solidFill>
                  <a:srgbClr val="005BAA"/>
                </a:solidFill>
              </a:defRPr>
            </a:lvl1pPr>
          </a:lstStyle>
          <a:p>
            <a:r>
              <a:rPr lang="en-GB" dirty="0"/>
              <a:t>Content</a:t>
            </a:r>
            <a:endParaRPr lang="en-FR" dirty="0"/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4E4AFEC8-D7E6-FB46-B2C8-3E1FF518411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2041451"/>
            <a:ext cx="9144000" cy="3226981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6300647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with bullet points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984C69AE-3299-1F59-997F-1709C1DD7A8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660902"/>
            <a:ext cx="10515600" cy="1325563"/>
          </a:xfrm>
          <a:prstGeom prst="rect">
            <a:avLst/>
          </a:prstGeom>
        </p:spPr>
        <p:txBody>
          <a:bodyPr/>
          <a:lstStyle>
            <a:lvl1pPr algn="l">
              <a:defRPr/>
            </a:lvl1pPr>
          </a:lstStyle>
          <a:p>
            <a:r>
              <a:rPr lang="en-GB" dirty="0"/>
              <a:t>Lorem Ipsum</a:t>
            </a:r>
            <a:endParaRPr lang="en-FR" dirty="0"/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4EDA0CF7-60D6-4B86-6F50-ECF55C6DBF3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2195584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2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539634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cientific Slide with Graph/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2">
            <a:extLst>
              <a:ext uri="{FF2B5EF4-FFF2-40B4-BE49-F238E27FC236}">
                <a16:creationId xmlns:a16="http://schemas.microsoft.com/office/drawing/2014/main" id="{E3AAD9ED-75F1-0289-7EF5-74AB2DFDDAF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250112" y="1059400"/>
            <a:ext cx="5664915" cy="456099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FR"/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332C05C5-F63A-53B8-E6BB-6E73E6E74904}"/>
              </a:ext>
            </a:extLst>
          </p:cNvPr>
          <p:cNvSpPr>
            <a:spLocks noGrp="1"/>
          </p:cNvSpPr>
          <p:nvPr>
            <p:ph type="body" idx="10"/>
          </p:nvPr>
        </p:nvSpPr>
        <p:spPr>
          <a:xfrm>
            <a:off x="585197" y="1460093"/>
            <a:ext cx="5240250" cy="835650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>
              <a:buNone/>
              <a:defRPr sz="4400" b="1">
                <a:solidFill>
                  <a:srgbClr val="005BAA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 dirty="0"/>
              <a:t>Click to edit Master text styles</a:t>
            </a:r>
          </a:p>
        </p:txBody>
      </p:sp>
      <p:sp>
        <p:nvSpPr>
          <p:cNvPr id="9" name="Content Placeholder 3">
            <a:extLst>
              <a:ext uri="{FF2B5EF4-FFF2-40B4-BE49-F238E27FC236}">
                <a16:creationId xmlns:a16="http://schemas.microsoft.com/office/drawing/2014/main" id="{759AFEE7-E5E4-8C50-6361-BB9205652AD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85197" y="2434976"/>
            <a:ext cx="5240250" cy="3185418"/>
          </a:xfrm>
          <a:prstGeom prst="rect">
            <a:avLst/>
          </a:prstGeom>
        </p:spPr>
        <p:txBody>
          <a:bodyPr/>
          <a:lstStyle>
            <a:lvl1pPr>
              <a:defRPr sz="2200"/>
            </a:lvl1pPr>
            <a:lvl2pPr>
              <a:defRPr sz="2200"/>
            </a:lvl2pPr>
            <a:lvl3pPr>
              <a:defRPr sz="2200"/>
            </a:lvl3pPr>
            <a:lvl4pPr>
              <a:defRPr sz="2200"/>
            </a:lvl4pPr>
            <a:lvl5pPr>
              <a:defRPr sz="2200"/>
            </a:lvl5pPr>
          </a:lstStyle>
          <a:p>
            <a:pPr lvl="0"/>
            <a:r>
              <a:rPr lang="en-GB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12971263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217684-9640-7B9F-691F-3B5A266631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>
            <a:lvl1pPr>
              <a:defRPr b="1">
                <a:solidFill>
                  <a:srgbClr val="005BAA"/>
                </a:solidFill>
              </a:defRPr>
            </a:lvl1pPr>
          </a:lstStyle>
          <a:p>
            <a:r>
              <a:rPr lang="en-GB" dirty="0"/>
              <a:t>Click to edit Master title style</a:t>
            </a:r>
            <a:endParaRPr lang="en-FR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45FF9C-C20C-490B-6F06-81BD2D8FB7A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>
              <a:buNone/>
              <a:defRPr sz="28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4569EF0-726B-80A7-9DCD-6896F352D9A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buNone/>
              <a:defRPr sz="2200"/>
            </a:lvl1pPr>
            <a:lvl2pPr marL="457200" indent="0" algn="l">
              <a:buNone/>
              <a:defRPr sz="2200"/>
            </a:lvl2pPr>
            <a:lvl3pPr marL="914400" indent="0" algn="l">
              <a:buNone/>
              <a:defRPr sz="2200"/>
            </a:lvl3pPr>
            <a:lvl4pPr marL="1371600" indent="0" algn="l">
              <a:buNone/>
              <a:defRPr sz="2200"/>
            </a:lvl4pPr>
            <a:lvl5pPr marL="1828800" indent="0" algn="l">
              <a:buNone/>
              <a:defRPr sz="2200"/>
            </a:lvl5pPr>
          </a:lstStyle>
          <a:p>
            <a:pPr lvl="0"/>
            <a:r>
              <a:rPr lang="en-GB" dirty="0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14901CD-B4D9-4C0A-A8C1-D42233A2E28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>
              <a:buNone/>
              <a:defRPr sz="28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D05A26A-1F4A-80E3-3CF1-B5AF98EE4D3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buNone/>
              <a:defRPr sz="2200"/>
            </a:lvl1pPr>
            <a:lvl2pPr marL="457200" indent="0" algn="l">
              <a:buNone/>
              <a:defRPr sz="2200"/>
            </a:lvl2pPr>
            <a:lvl3pPr marL="914400" indent="0" algn="l">
              <a:buNone/>
              <a:defRPr sz="2200"/>
            </a:lvl3pPr>
            <a:lvl4pPr marL="1371600" indent="0" algn="l">
              <a:buNone/>
              <a:defRPr sz="2200"/>
            </a:lvl4pPr>
            <a:lvl5pPr marL="1828800" indent="0" algn="l">
              <a:buNone/>
              <a:defRPr sz="2200"/>
            </a:lvl5pPr>
          </a:lstStyle>
          <a:p>
            <a:pPr lvl="0"/>
            <a:r>
              <a:rPr lang="en-GB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6685424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4C3EAE96-DCE0-88A1-D4B1-3E38DC1986D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2103437"/>
            <a:ext cx="12192000" cy="132556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005BAA"/>
                </a:solidFill>
              </a:defRPr>
            </a:lvl1pPr>
          </a:lstStyle>
          <a:p>
            <a:r>
              <a:rPr lang="en-GB" dirty="0"/>
              <a:t>Thank you.</a:t>
            </a:r>
            <a:endParaRPr lang="en-FR" dirty="0"/>
          </a:p>
        </p:txBody>
      </p:sp>
      <p:sp>
        <p:nvSpPr>
          <p:cNvPr id="9" name="CuadroTexto 3">
            <a:extLst>
              <a:ext uri="{FF2B5EF4-FFF2-40B4-BE49-F238E27FC236}">
                <a16:creationId xmlns:a16="http://schemas.microsoft.com/office/drawing/2014/main" id="{002E4A1E-1EB0-0593-1C8D-3884AC9BB310}"/>
              </a:ext>
            </a:extLst>
          </p:cNvPr>
          <p:cNvSpPr txBox="1"/>
          <p:nvPr userDrawn="1"/>
        </p:nvSpPr>
        <p:spPr>
          <a:xfrm>
            <a:off x="3824879" y="4572080"/>
            <a:ext cx="4542242" cy="5239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R="0" algn="ctr" rtl="0">
              <a:lnSpc>
                <a:spcPct val="150000"/>
              </a:lnSpc>
            </a:pPr>
            <a:r>
              <a:rPr lang="en-US" sz="3200" b="0" i="0" u="none" strike="noStrike" baseline="30000" dirty="0">
                <a:solidFill>
                  <a:srgbClr val="005BAA"/>
                </a:solidFill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wmo.int</a:t>
            </a:r>
          </a:p>
        </p:txBody>
      </p:sp>
    </p:spTree>
    <p:extLst>
      <p:ext uri="{BB962C8B-B14F-4D97-AF65-F5344CB8AC3E}">
        <p14:creationId xmlns:p14="http://schemas.microsoft.com/office/powerpoint/2010/main" val="237578149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5938997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59AF2F-52C6-9B46-B8B2-0579234AE62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133547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59AF2F-52C6-9B46-B8B2-0579234AE62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500916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59AF2F-52C6-9B46-B8B2-0579234AE62E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7" name="Picture 6" descr="wmo2016_powerpoint_standard_v2-2.jp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151694"/>
            <a:ext cx="2651760" cy="1714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781306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59AF2F-52C6-9B46-B8B2-0579234AE62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7999103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59AF2F-52C6-9B46-B8B2-0579234AE62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121655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Placeholder 1">
            <a:extLst>
              <a:ext uri="{FF2B5EF4-FFF2-40B4-BE49-F238E27FC236}">
                <a16:creationId xmlns:a16="http://schemas.microsoft.com/office/drawing/2014/main" id="{6AD252D8-47A9-4F50-0A77-F7F2B5C75C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55543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 dirty="0"/>
              <a:t>Cover – Insert title</a:t>
            </a:r>
            <a:endParaRPr lang="en-FR" dirty="0"/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954E0E61-AEC0-9130-9970-54CD0B1FE7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216043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algn="ctr">
              <a:defRPr sz="2800"/>
            </a:lvl1pPr>
            <a:lvl2pPr algn="ctr">
              <a:defRPr sz="2800"/>
            </a:lvl2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535933393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onten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2F1E8E-B63B-2812-4914-7B39E38C71F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524000" y="1122363"/>
            <a:ext cx="9144000" cy="685172"/>
          </a:xfrm>
        </p:spPr>
        <p:txBody>
          <a:bodyPr anchor="b">
            <a:noAutofit/>
          </a:bodyPr>
          <a:lstStyle>
            <a:lvl1pPr algn="l">
              <a:defRPr sz="4400">
                <a:solidFill>
                  <a:srgbClr val="005BAA"/>
                </a:solidFill>
              </a:defRPr>
            </a:lvl1pPr>
          </a:lstStyle>
          <a:p>
            <a:r>
              <a:rPr lang="en-GB" dirty="0"/>
              <a:t>Content</a:t>
            </a:r>
            <a:endParaRPr lang="en-FR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AC65A07-4D49-E8EF-40E0-498B3F03B76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2041451"/>
            <a:ext cx="9144000" cy="3226981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99307107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with bullet points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14CE9B65-7C16-AD40-4E8F-376EFB31DB9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660902"/>
            <a:ext cx="10515600" cy="1325563"/>
          </a:xfrm>
        </p:spPr>
        <p:txBody>
          <a:bodyPr/>
          <a:lstStyle>
            <a:lvl1pPr algn="l">
              <a:defRPr/>
            </a:lvl1pPr>
          </a:lstStyle>
          <a:p>
            <a:r>
              <a:rPr lang="en-GB" dirty="0"/>
              <a:t>Lorem Ipsum</a:t>
            </a:r>
            <a:endParaRPr lang="en-FR" dirty="0"/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BCEF2646-4A29-9DC6-94A1-9C78C840C2E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2195584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2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942713533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cientific Slide with Graph/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2">
            <a:extLst>
              <a:ext uri="{FF2B5EF4-FFF2-40B4-BE49-F238E27FC236}">
                <a16:creationId xmlns:a16="http://schemas.microsoft.com/office/drawing/2014/main" id="{83CBA443-1DB4-591B-10FB-89F19A331B3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096000" y="884739"/>
            <a:ext cx="5664915" cy="456099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FR"/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FDF71B37-838A-25F4-2891-96F126B3BD48}"/>
              </a:ext>
            </a:extLst>
          </p:cNvPr>
          <p:cNvSpPr>
            <a:spLocks noGrp="1"/>
          </p:cNvSpPr>
          <p:nvPr>
            <p:ph type="body" idx="10"/>
          </p:nvPr>
        </p:nvSpPr>
        <p:spPr>
          <a:xfrm>
            <a:off x="431085" y="1285432"/>
            <a:ext cx="5240250" cy="835650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>
              <a:buNone/>
              <a:defRPr sz="4400" b="1">
                <a:solidFill>
                  <a:srgbClr val="005BAA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 dirty="0"/>
              <a:t>Click to edit Master text styles</a:t>
            </a:r>
          </a:p>
        </p:txBody>
      </p:sp>
      <p:sp>
        <p:nvSpPr>
          <p:cNvPr id="13" name="Content Placeholder 3">
            <a:extLst>
              <a:ext uri="{FF2B5EF4-FFF2-40B4-BE49-F238E27FC236}">
                <a16:creationId xmlns:a16="http://schemas.microsoft.com/office/drawing/2014/main" id="{1F64250E-B7FE-5C77-8772-835E1D3B093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31085" y="2260315"/>
            <a:ext cx="5240250" cy="3185418"/>
          </a:xfrm>
          <a:prstGeom prst="rect">
            <a:avLst/>
          </a:prstGeom>
        </p:spPr>
        <p:txBody>
          <a:bodyPr/>
          <a:lstStyle>
            <a:lvl1pPr>
              <a:defRPr sz="2200"/>
            </a:lvl1pPr>
            <a:lvl2pPr>
              <a:defRPr sz="2200"/>
            </a:lvl2pPr>
            <a:lvl3pPr>
              <a:defRPr sz="2200"/>
            </a:lvl3pPr>
            <a:lvl4pPr>
              <a:defRPr sz="2200"/>
            </a:lvl4pPr>
            <a:lvl5pPr>
              <a:defRPr sz="2200"/>
            </a:lvl5pPr>
          </a:lstStyle>
          <a:p>
            <a:pPr lvl="0"/>
            <a:r>
              <a:rPr lang="en-GB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82979388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E551E2-0AA8-B538-88F2-E8FEE737F0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 dirty="0"/>
              <a:t>Comparison Slide</a:t>
            </a:r>
            <a:endParaRPr lang="en-FR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01FE506-04E4-4D79-51C0-DE1A5396B85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>
              <a:buNone/>
              <a:defRPr sz="28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5EEB5BD-B42E-8768-14F6-DA6AD364E34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FR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0B263CD-AEDB-2834-CF69-D950F370BD5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>
              <a:buNone/>
              <a:defRPr sz="28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3A0949F-23D7-43BC-86B5-A59EEC23A3C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FR"/>
          </a:p>
        </p:txBody>
      </p:sp>
    </p:spTree>
    <p:extLst>
      <p:ext uri="{BB962C8B-B14F-4D97-AF65-F5344CB8AC3E}">
        <p14:creationId xmlns:p14="http://schemas.microsoft.com/office/powerpoint/2010/main" val="3843105704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DEBD8F-B49C-E9AF-967A-FE2625C1172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2103437"/>
            <a:ext cx="12192000" cy="1325563"/>
          </a:xfrm>
        </p:spPr>
        <p:txBody>
          <a:bodyPr/>
          <a:lstStyle>
            <a:lvl1pPr>
              <a:defRPr>
                <a:solidFill>
                  <a:srgbClr val="005BAA"/>
                </a:solidFill>
              </a:defRPr>
            </a:lvl1pPr>
          </a:lstStyle>
          <a:p>
            <a:r>
              <a:rPr lang="en-GB" dirty="0"/>
              <a:t>Thank you.</a:t>
            </a:r>
            <a:endParaRPr lang="en-FR" dirty="0"/>
          </a:p>
        </p:txBody>
      </p:sp>
      <p:sp>
        <p:nvSpPr>
          <p:cNvPr id="10" name="CuadroTexto 3">
            <a:extLst>
              <a:ext uri="{FF2B5EF4-FFF2-40B4-BE49-F238E27FC236}">
                <a16:creationId xmlns:a16="http://schemas.microsoft.com/office/drawing/2014/main" id="{9CC6D77E-AF65-470D-B774-7812FAD3C4A3}"/>
              </a:ext>
            </a:extLst>
          </p:cNvPr>
          <p:cNvSpPr txBox="1"/>
          <p:nvPr userDrawn="1"/>
        </p:nvSpPr>
        <p:spPr>
          <a:xfrm>
            <a:off x="3824879" y="5024143"/>
            <a:ext cx="4542242" cy="5239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R="0" algn="ctr" rtl="0">
              <a:lnSpc>
                <a:spcPct val="150000"/>
              </a:lnSpc>
            </a:pPr>
            <a:r>
              <a:rPr lang="en-US" sz="3200" b="0" i="0" u="none" strike="noStrike" baseline="30000" dirty="0">
                <a:solidFill>
                  <a:srgbClr val="005BAA"/>
                </a:solidFill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wmo.int</a:t>
            </a:r>
          </a:p>
        </p:txBody>
      </p:sp>
    </p:spTree>
    <p:extLst>
      <p:ext uri="{BB962C8B-B14F-4D97-AF65-F5344CB8AC3E}">
        <p14:creationId xmlns:p14="http://schemas.microsoft.com/office/powerpoint/2010/main" val="1516502198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6821775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dge to Edge Photo Slide with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963ED7F9-AC2F-AB90-E59E-6D3DCE7D99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38078" y="1013439"/>
            <a:ext cx="4274474" cy="1600200"/>
          </a:xfrm>
        </p:spPr>
        <p:txBody>
          <a:bodyPr anchor="b">
            <a:normAutofit/>
          </a:bodyPr>
          <a:lstStyle>
            <a:lvl1pPr>
              <a:defRPr sz="4400" b="1"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Click to edit Master title style</a:t>
            </a:r>
            <a:endParaRPr lang="en-FR" dirty="0"/>
          </a:p>
        </p:txBody>
      </p:sp>
      <p:sp>
        <p:nvSpPr>
          <p:cNvPr id="8" name="Picture Placeholder 2">
            <a:extLst>
              <a:ext uri="{FF2B5EF4-FFF2-40B4-BE49-F238E27FC236}">
                <a16:creationId xmlns:a16="http://schemas.microsoft.com/office/drawing/2014/main" id="{B6C12E21-29DC-AD1F-41A5-AE890AAD23D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0" y="0"/>
            <a:ext cx="6900530" cy="6858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FR" dirty="0"/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84530C31-AD13-5759-E472-94A0E49161B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238078" y="2941814"/>
            <a:ext cx="4274474" cy="26678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200">
                <a:solidFill>
                  <a:schemeClr val="bg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391068148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B617D1-DE0A-1582-64D3-77BAEABE5AD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E5615CC-B784-A9C4-6254-B0517D7CF59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60659C-4C80-584C-B21B-10CAC43F91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AF7247-459A-4194-AA74-8846684A7CFA}" type="datetimeFigureOut">
              <a:rPr lang="en-GB" smtClean="0"/>
              <a:t>16/03/2026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3AA1A9-D3CE-63A1-2A34-F59DED6F28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7C650D3-ADE9-194F-5713-B08750A271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D07389-AF8D-4516-A7F0-F4A005B8CBF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18045034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7F1B5E-AAF7-A197-1CFF-1C6E135600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F0B3CE-0F7C-A87F-3B0A-1F83E84CBE3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A2EE6E-8C0F-F284-C3F6-F00DFE6CBF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AF7247-459A-4194-AA74-8846684A7CFA}" type="datetimeFigureOut">
              <a:rPr lang="en-GB" smtClean="0"/>
              <a:t>16/03/2026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2DE277-6A78-B2F7-6F36-A1E16D9904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D17C1C-BE40-4DEC-9928-51AD7B1D62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D07389-AF8D-4516-A7F0-F4A005B8CBF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90263012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DF230D-2019-344C-A051-6358B1BE50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90C366D-3038-3117-E79C-6D8FB5A5C6A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5A7B76-6CF7-35DE-52E3-69F3316145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AF7247-459A-4194-AA74-8846684A7CFA}" type="datetimeFigureOut">
              <a:rPr lang="en-GB" smtClean="0"/>
              <a:t>16/03/2026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E168D37-CE71-F433-249E-68A0D2B59E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816D41-C1EC-B9BD-3E2C-69404EC959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D07389-AF8D-4516-A7F0-F4A005B8CBF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85495205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D247BE-B8C4-E004-6554-76D1B2A4EF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20140C-7615-2EBA-A1C0-0AB33B9BEE6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CD0A924-6359-8020-3AD4-F42EBA35E88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691D5BA-EF10-DC0B-092A-405D96CD0C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AF7247-459A-4194-AA74-8846684A7CFA}" type="datetimeFigureOut">
              <a:rPr lang="en-GB" smtClean="0"/>
              <a:t>16/03/2026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B306B03-2C7C-25E5-10F9-4AB08D32DB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A81CBE0-8AAD-2659-8C94-D8775E9A68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D07389-AF8D-4516-A7F0-F4A005B8CBF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06126086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B62EC3-CB45-7CA7-6090-21295E2AF6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D0EE3BA-1700-F098-2790-CC58292F4E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BCC0EE2-A6F5-6FCA-D7F7-45FAAD081BD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4940263-B733-7A0B-910F-85C59F72C8F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C9BC4BC-DFEF-E751-97E7-94E9F5C323C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DBF7BC1-7D51-8F0D-7C82-C9B7289679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AF7247-459A-4194-AA74-8846684A7CFA}" type="datetimeFigureOut">
              <a:rPr lang="en-GB" smtClean="0"/>
              <a:t>16/03/2026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9204889-BE01-73A6-7DCC-7DE0AA14E2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65B530C-6C88-FED2-3ED1-7C159DB18F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D07389-AF8D-4516-A7F0-F4A005B8CBF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44726761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897788-2EC9-47D1-71DE-E8F1172BFF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EB1EF21-47C2-B2FE-BE77-ED7F48DE4F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AF7247-459A-4194-AA74-8846684A7CFA}" type="datetimeFigureOut">
              <a:rPr lang="en-GB" smtClean="0"/>
              <a:t>16/03/2026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4AE948F-763A-3C14-D7CA-FAA5F923A7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A095453-CF6E-CF24-8E4B-1423398295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D07389-AF8D-4516-A7F0-F4A005B8CBF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14615027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CCD691C-9606-2EEB-DC47-8DD48CC110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AF7247-459A-4194-AA74-8846684A7CFA}" type="datetimeFigureOut">
              <a:rPr lang="en-GB" smtClean="0"/>
              <a:t>16/03/2026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86AA239-5862-BA96-AA4E-FD228837C2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EF114AE-0CA8-BD08-CC91-EDD9A6AE58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D07389-AF8D-4516-A7F0-F4A005B8CBF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79495147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72BA5A-2147-8BF6-CE3C-C89F5D48ED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DB80D3-D4A9-29F7-A206-C58270141D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F4A2947-5B8E-B1BA-8D3E-BD38B6646FF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3910979-043D-FE15-AA84-966E224B6D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AF7247-459A-4194-AA74-8846684A7CFA}" type="datetimeFigureOut">
              <a:rPr lang="en-GB" smtClean="0"/>
              <a:t>16/03/2026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7750D4D-061D-72F8-6004-9D26AEB83C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04D246D-7184-4801-2927-B196217F4C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D07389-AF8D-4516-A7F0-F4A005B8CBF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35643140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30D520-9413-F8F5-B784-D2C6C1A294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F8654A2-9499-29B5-F2EC-888974DADD2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CD66446-66B6-C868-4329-64256663DB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90AEC9C-7981-8A9C-2E09-607E8A4B5C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AF7247-459A-4194-AA74-8846684A7CFA}" type="datetimeFigureOut">
              <a:rPr lang="en-GB" smtClean="0"/>
              <a:t>16/03/2026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C8099B1-7A77-C996-3FC1-5C1ED55571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5B9FA42-30B2-1056-FC33-3D06B4AE56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D07389-AF8D-4516-A7F0-F4A005B8CBF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94904112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BAF31E-8AD2-60BD-9893-8DA6E6BD54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ECFAC81-F06E-1412-39B2-E6491142002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39B2EB-FF21-12E8-6344-BC5E9AEFF3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AF7247-459A-4194-AA74-8846684A7CFA}" type="datetimeFigureOut">
              <a:rPr lang="en-GB" smtClean="0"/>
              <a:t>16/03/2026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D373A4-6D4D-3249-D364-FA4F718388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2414ED-0668-A1FC-F887-1A66A462B1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D07389-AF8D-4516-A7F0-F4A005B8CBF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38761162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BE1010E-8388-8257-8BB1-483B885BFB3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FC3CEF5-2AD9-F693-F974-03A12377AD7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443A3A-DD56-6FCD-41D2-35C2E0A1CE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AF7247-459A-4194-AA74-8846684A7CFA}" type="datetimeFigureOut">
              <a:rPr lang="en-GB" smtClean="0"/>
              <a:t>16/03/2026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8C53709-AEFC-ABE0-5AA2-DB7DFEEF11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403912-50F6-8CC8-A08C-68DA336FC9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D07389-AF8D-4516-A7F0-F4A005B8CBF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716466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1.pn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5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0.xml"/><Relationship Id="rId7" Type="http://schemas.openxmlformats.org/officeDocument/2006/relationships/slideLayout" Target="../slideLayouts/slideLayout14.xml"/><Relationship Id="rId12" Type="http://schemas.openxmlformats.org/officeDocument/2006/relationships/slideLayout" Target="../slideLayouts/slideLayout19.xml"/><Relationship Id="rId2" Type="http://schemas.openxmlformats.org/officeDocument/2006/relationships/slideLayout" Target="../slideLayouts/slideLayout9.xml"/><Relationship Id="rId1" Type="http://schemas.openxmlformats.org/officeDocument/2006/relationships/slideLayout" Target="../slideLayouts/slideLayout8.xml"/><Relationship Id="rId6" Type="http://schemas.openxmlformats.org/officeDocument/2006/relationships/slideLayout" Target="../slideLayouts/slideLayout13.xml"/><Relationship Id="rId11" Type="http://schemas.openxmlformats.org/officeDocument/2006/relationships/slideLayout" Target="../slideLayouts/slideLayout18.xml"/><Relationship Id="rId5" Type="http://schemas.openxmlformats.org/officeDocument/2006/relationships/slideLayout" Target="../slideLayouts/slideLayout12.xml"/><Relationship Id="rId10" Type="http://schemas.openxmlformats.org/officeDocument/2006/relationships/slideLayout" Target="../slideLayouts/slideLayout17.xml"/><Relationship Id="rId4" Type="http://schemas.openxmlformats.org/officeDocument/2006/relationships/slideLayout" Target="../slideLayouts/slideLayout11.xml"/><Relationship Id="rId9" Type="http://schemas.openxmlformats.org/officeDocument/2006/relationships/slideLayout" Target="../slideLayouts/slideLayout16.xml"/><Relationship Id="rId14" Type="http://schemas.openxmlformats.org/officeDocument/2006/relationships/image" Target="../media/image2.png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theme" Target="../theme/theme3.xml"/><Relationship Id="rId3" Type="http://schemas.openxmlformats.org/officeDocument/2006/relationships/slideLayout" Target="../slideLayouts/slideLayout22.xml"/><Relationship Id="rId7" Type="http://schemas.openxmlformats.org/officeDocument/2006/relationships/slideLayout" Target="../slideLayouts/slideLayout26.xml"/><Relationship Id="rId2" Type="http://schemas.openxmlformats.org/officeDocument/2006/relationships/slideLayout" Target="../slideLayouts/slideLayout21.xml"/><Relationship Id="rId1" Type="http://schemas.openxmlformats.org/officeDocument/2006/relationships/slideLayout" Target="../slideLayouts/slideLayout20.xml"/><Relationship Id="rId6" Type="http://schemas.openxmlformats.org/officeDocument/2006/relationships/slideLayout" Target="../slideLayouts/slideLayout25.xml"/><Relationship Id="rId5" Type="http://schemas.openxmlformats.org/officeDocument/2006/relationships/slideLayout" Target="../slideLayouts/slideLayout24.xml"/><Relationship Id="rId4" Type="http://schemas.openxmlformats.org/officeDocument/2006/relationships/slideLayout" Target="../slideLayouts/slideLayout23.xml"/><Relationship Id="rId9" Type="http://schemas.openxmlformats.org/officeDocument/2006/relationships/image" Target="../media/image4.png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27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5.xml"/><Relationship Id="rId3" Type="http://schemas.openxmlformats.org/officeDocument/2006/relationships/slideLayout" Target="../slideLayouts/slideLayout30.xml"/><Relationship Id="rId7" Type="http://schemas.openxmlformats.org/officeDocument/2006/relationships/slideLayout" Target="../slideLayouts/slideLayout34.xml"/><Relationship Id="rId12" Type="http://schemas.openxmlformats.org/officeDocument/2006/relationships/theme" Target="../theme/theme5.xml"/><Relationship Id="rId2" Type="http://schemas.openxmlformats.org/officeDocument/2006/relationships/slideLayout" Target="../slideLayouts/slideLayout29.xml"/><Relationship Id="rId1" Type="http://schemas.openxmlformats.org/officeDocument/2006/relationships/slideLayout" Target="../slideLayouts/slideLayout28.xml"/><Relationship Id="rId6" Type="http://schemas.openxmlformats.org/officeDocument/2006/relationships/slideLayout" Target="../slideLayouts/slideLayout33.xml"/><Relationship Id="rId11" Type="http://schemas.openxmlformats.org/officeDocument/2006/relationships/slideLayout" Target="../slideLayouts/slideLayout38.xml"/><Relationship Id="rId5" Type="http://schemas.openxmlformats.org/officeDocument/2006/relationships/slideLayout" Target="../slideLayouts/slideLayout32.xml"/><Relationship Id="rId10" Type="http://schemas.openxmlformats.org/officeDocument/2006/relationships/slideLayout" Target="../slideLayouts/slideLayout37.xml"/><Relationship Id="rId4" Type="http://schemas.openxmlformats.org/officeDocument/2006/relationships/slideLayout" Target="../slideLayouts/slideLayout31.xml"/><Relationship Id="rId9" Type="http://schemas.openxmlformats.org/officeDocument/2006/relationships/slideLayout" Target="../slideLayouts/slideLayout3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5E43E974-FF92-2065-59B5-7198AC9AFE00}"/>
              </a:ext>
            </a:extLst>
          </p:cNvPr>
          <p:cNvPicPr>
            <a:picLocks noChangeAspect="1"/>
          </p:cNvPicPr>
          <p:nvPr userDrawn="1"/>
        </p:nvPicPr>
        <p:blipFill>
          <a:blip r:embed="rId9"/>
          <a:srcRect/>
          <a:stretch/>
        </p:blipFill>
        <p:spPr>
          <a:xfrm>
            <a:off x="337" y="0"/>
            <a:ext cx="12474857" cy="7017488"/>
          </a:xfrm>
          <a:prstGeom prst="rect">
            <a:avLst/>
          </a:prstGeom>
        </p:spPr>
      </p:pic>
      <p:sp>
        <p:nvSpPr>
          <p:cNvPr id="4" name="Title Placeholder 1">
            <a:extLst>
              <a:ext uri="{FF2B5EF4-FFF2-40B4-BE49-F238E27FC236}">
                <a16:creationId xmlns:a16="http://schemas.microsoft.com/office/drawing/2014/main" id="{1AAFC96D-DE28-DCBB-6A7D-6E7FC08F83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6690" y="2204199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 dirty="0"/>
              <a:t>WMO PPT Style #1</a:t>
            </a:r>
            <a:endParaRPr lang="en-FR" dirty="0"/>
          </a:p>
        </p:txBody>
      </p:sp>
    </p:spTree>
    <p:extLst>
      <p:ext uri="{BB962C8B-B14F-4D97-AF65-F5344CB8AC3E}">
        <p14:creationId xmlns:p14="http://schemas.microsoft.com/office/powerpoint/2010/main" val="25803438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1" r:id="rId2"/>
    <p:sldLayoutId id="2147483657" r:id="rId3"/>
    <p:sldLayoutId id="2147483652" r:id="rId4"/>
    <p:sldLayoutId id="2147483653" r:id="rId5"/>
    <p:sldLayoutId id="2147483658" r:id="rId6"/>
    <p:sldLayoutId id="2147483659" r:id="rId7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bg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228600" algn="ctr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800" indent="-228600" algn="ctr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ctr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ctr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ctr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C6C007C7-A317-B3BD-4F67-1F0F9741F8A9}"/>
              </a:ext>
            </a:extLst>
          </p:cNvPr>
          <p:cNvPicPr>
            <a:picLocks noChangeAspect="1"/>
          </p:cNvPicPr>
          <p:nvPr userDrawn="1"/>
        </p:nvPicPr>
        <p:blipFill>
          <a:blip r:embed="rId14"/>
          <a:srcRect/>
          <a:stretch/>
        </p:blipFill>
        <p:spPr>
          <a:xfrm>
            <a:off x="0" y="3477952"/>
            <a:ext cx="12192000" cy="3380048"/>
          </a:xfrm>
          <a:prstGeom prst="rect">
            <a:avLst/>
          </a:prstGeom>
        </p:spPr>
      </p:pic>
      <p:sp>
        <p:nvSpPr>
          <p:cNvPr id="7" name="Title Placeholder 1">
            <a:extLst>
              <a:ext uri="{FF2B5EF4-FFF2-40B4-BE49-F238E27FC236}">
                <a16:creationId xmlns:a16="http://schemas.microsoft.com/office/drawing/2014/main" id="{B8A9C213-3E26-B848-BF1A-9E6EC69BD9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6690" y="2204199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 dirty="0"/>
              <a:t>WMO PPT Style #2</a:t>
            </a:r>
            <a:endParaRPr lang="en-FR" dirty="0"/>
          </a:p>
        </p:txBody>
      </p:sp>
    </p:spTree>
    <p:extLst>
      <p:ext uri="{BB962C8B-B14F-4D97-AF65-F5344CB8AC3E}">
        <p14:creationId xmlns:p14="http://schemas.microsoft.com/office/powerpoint/2010/main" val="19331801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6" r:id="rId1"/>
    <p:sldLayoutId id="2147483667" r:id="rId2"/>
    <p:sldLayoutId id="2147483669" r:id="rId3"/>
    <p:sldLayoutId id="2147483670" r:id="rId4"/>
    <p:sldLayoutId id="2147483665" r:id="rId5"/>
    <p:sldLayoutId id="2147483671" r:id="rId6"/>
    <p:sldLayoutId id="2147483681" r:id="rId7"/>
    <p:sldLayoutId id="2147483684" r:id="rId8"/>
    <p:sldLayoutId id="2147483686" r:id="rId9"/>
    <p:sldLayoutId id="2147483687" r:id="rId10"/>
    <p:sldLayoutId id="2147483688" r:id="rId11"/>
    <p:sldLayoutId id="2147483689" r:id="rId12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rgbClr val="005BAA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228600" algn="ctr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800" indent="-228600" algn="ctr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ctr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ctr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ctr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9E8A25AD-8EE8-C80F-37B6-E5BC4C2CBA50}"/>
              </a:ext>
            </a:extLst>
          </p:cNvPr>
          <p:cNvPicPr>
            <a:picLocks noChangeAspect="1"/>
          </p:cNvPicPr>
          <p:nvPr userDrawn="1"/>
        </p:nvPicPr>
        <p:blipFill>
          <a:blip r:embed="rId9"/>
          <a:srcRect/>
          <a:stretch/>
        </p:blipFill>
        <p:spPr>
          <a:xfrm>
            <a:off x="0" y="5776713"/>
            <a:ext cx="12195019" cy="1081287"/>
          </a:xfrm>
          <a:prstGeom prst="rect">
            <a:avLst/>
          </a:prstGeom>
        </p:spPr>
      </p:pic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ADCF8C2-75E9-6016-486F-1EAB502458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6690" y="2204199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 dirty="0"/>
              <a:t>WMO PPT Style #3</a:t>
            </a:r>
            <a:endParaRPr lang="en-FR" dirty="0"/>
          </a:p>
        </p:txBody>
      </p:sp>
    </p:spTree>
    <p:extLst>
      <p:ext uri="{BB962C8B-B14F-4D97-AF65-F5344CB8AC3E}">
        <p14:creationId xmlns:p14="http://schemas.microsoft.com/office/powerpoint/2010/main" val="40308171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0" r:id="rId1"/>
    <p:sldLayoutId id="2147483673" r:id="rId2"/>
    <p:sldLayoutId id="2147483675" r:id="rId3"/>
    <p:sldLayoutId id="2147483676" r:id="rId4"/>
    <p:sldLayoutId id="2147483679" r:id="rId5"/>
    <p:sldLayoutId id="2147483677" r:id="rId6"/>
    <p:sldLayoutId id="2147483678" r:id="rId7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rgbClr val="005BAA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0" indent="0" algn="ctr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None/>
        <a:defRPr sz="2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457200" indent="0" algn="ctr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24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914400" indent="0" algn="ctr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20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371600" indent="0" algn="ctr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1828800" indent="0" algn="ctr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291F7C8-B977-11A8-F895-8D99CAC034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 dirty="0"/>
              <a:t>Photography Slides</a:t>
            </a:r>
            <a:endParaRPr lang="en-FR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D4FDA4F3-78CD-1AB6-C649-9A0EF319DCC9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331" y="0"/>
            <a:ext cx="1219133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26450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3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62F1FD0-D278-943C-6FBB-13620513AD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A529D7D-9BA1-621E-F2A5-0536E53B26E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FB656D-4103-390D-E74B-E07CA25A0CC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AAF7247-459A-4194-AA74-8846684A7CFA}" type="datetimeFigureOut">
              <a:rPr lang="en-GB" smtClean="0"/>
              <a:t>16/03/2026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512807-0DA1-077B-6C95-DDB21314455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2A0D45-7E55-F983-58DA-1E173234A5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CD07389-AF8D-4516-A7F0-F4A005B8CBF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6219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1" r:id="rId1"/>
    <p:sldLayoutId id="2147483692" r:id="rId2"/>
    <p:sldLayoutId id="2147483693" r:id="rId3"/>
    <p:sldLayoutId id="2147483694" r:id="rId4"/>
    <p:sldLayoutId id="2147483695" r:id="rId5"/>
    <p:sldLayoutId id="2147483696" r:id="rId6"/>
    <p:sldLayoutId id="2147483697" r:id="rId7"/>
    <p:sldLayoutId id="2147483698" r:id="rId8"/>
    <p:sldLayoutId id="2147483699" r:id="rId9"/>
    <p:sldLayoutId id="2147483700" r:id="rId10"/>
    <p:sldLayoutId id="214748370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4.xml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4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9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4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9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4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9.jpe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4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9.jpe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4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10" Type="http://schemas.openxmlformats.org/officeDocument/2006/relationships/image" Target="../media/image13.png"/><Relationship Id="rId4" Type="http://schemas.openxmlformats.org/officeDocument/2006/relationships/image" Target="../media/image9.jpeg"/><Relationship Id="rId9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4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10" Type="http://schemas.openxmlformats.org/officeDocument/2006/relationships/image" Target="../media/image13.png"/><Relationship Id="rId4" Type="http://schemas.openxmlformats.org/officeDocument/2006/relationships/image" Target="../media/image9.jpeg"/><Relationship Id="rId9" Type="http://schemas.openxmlformats.org/officeDocument/2006/relationships/image" Target="../media/image12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4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10" Type="http://schemas.openxmlformats.org/officeDocument/2006/relationships/image" Target="../media/image13.png"/><Relationship Id="rId4" Type="http://schemas.openxmlformats.org/officeDocument/2006/relationships/image" Target="../media/image9.jpeg"/><Relationship Id="rId9" Type="http://schemas.openxmlformats.org/officeDocument/2006/relationships/image" Target="../media/image12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4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10" Type="http://schemas.openxmlformats.org/officeDocument/2006/relationships/image" Target="../media/image13.png"/><Relationship Id="rId4" Type="http://schemas.openxmlformats.org/officeDocument/2006/relationships/image" Target="../media/image9.jpeg"/><Relationship Id="rId9" Type="http://schemas.openxmlformats.org/officeDocument/2006/relationships/image" Target="../media/image12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4.xml"/><Relationship Id="rId6" Type="http://schemas.openxmlformats.org/officeDocument/2006/relationships/image" Target="../media/image8.png"/><Relationship Id="rId11" Type="http://schemas.openxmlformats.org/officeDocument/2006/relationships/image" Target="../media/image15.png"/><Relationship Id="rId5" Type="http://schemas.openxmlformats.org/officeDocument/2006/relationships/image" Target="../media/image7.png"/><Relationship Id="rId10" Type="http://schemas.openxmlformats.org/officeDocument/2006/relationships/image" Target="../media/image14.png"/><Relationship Id="rId4" Type="http://schemas.openxmlformats.org/officeDocument/2006/relationships/image" Target="../media/image9.jpeg"/><Relationship Id="rId9" Type="http://schemas.openxmlformats.org/officeDocument/2006/relationships/image" Target="../media/image12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4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10" Type="http://schemas.openxmlformats.org/officeDocument/2006/relationships/image" Target="../media/image17.png"/><Relationship Id="rId4" Type="http://schemas.openxmlformats.org/officeDocument/2006/relationships/image" Target="../media/image9.jpeg"/><Relationship Id="rId9" Type="http://schemas.openxmlformats.org/officeDocument/2006/relationships/image" Target="../media/image16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12" Type="http://schemas.microsoft.com/office/2007/relationships/hdphoto" Target="../media/hdphoto1.wdp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4.xml"/><Relationship Id="rId6" Type="http://schemas.openxmlformats.org/officeDocument/2006/relationships/image" Target="../media/image8.png"/><Relationship Id="rId11" Type="http://schemas.openxmlformats.org/officeDocument/2006/relationships/image" Target="../media/image18.png"/><Relationship Id="rId5" Type="http://schemas.openxmlformats.org/officeDocument/2006/relationships/image" Target="../media/image7.png"/><Relationship Id="rId10" Type="http://schemas.openxmlformats.org/officeDocument/2006/relationships/image" Target="../media/image17.png"/><Relationship Id="rId4" Type="http://schemas.openxmlformats.org/officeDocument/2006/relationships/image" Target="../media/image9.jpeg"/><Relationship Id="rId9" Type="http://schemas.openxmlformats.org/officeDocument/2006/relationships/image" Target="../media/image16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13" Type="http://schemas.openxmlformats.org/officeDocument/2006/relationships/image" Target="../media/image19.pn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12" Type="http://schemas.microsoft.com/office/2007/relationships/hdphoto" Target="../media/hdphoto1.wdp"/><Relationship Id="rId2" Type="http://schemas.openxmlformats.org/officeDocument/2006/relationships/notesSlide" Target="../notesSlides/notesSlide12.xml"/><Relationship Id="rId16" Type="http://schemas.openxmlformats.org/officeDocument/2006/relationships/image" Target="../media/image22.png"/><Relationship Id="rId1" Type="http://schemas.openxmlformats.org/officeDocument/2006/relationships/slideLayout" Target="../slideLayouts/slideLayout34.xml"/><Relationship Id="rId6" Type="http://schemas.openxmlformats.org/officeDocument/2006/relationships/image" Target="../media/image8.png"/><Relationship Id="rId11" Type="http://schemas.openxmlformats.org/officeDocument/2006/relationships/image" Target="../media/image18.png"/><Relationship Id="rId5" Type="http://schemas.openxmlformats.org/officeDocument/2006/relationships/image" Target="../media/image7.png"/><Relationship Id="rId15" Type="http://schemas.openxmlformats.org/officeDocument/2006/relationships/image" Target="../media/image21.png"/><Relationship Id="rId10" Type="http://schemas.openxmlformats.org/officeDocument/2006/relationships/image" Target="../media/image17.png"/><Relationship Id="rId4" Type="http://schemas.openxmlformats.org/officeDocument/2006/relationships/image" Target="../media/image9.jpeg"/><Relationship Id="rId9" Type="http://schemas.openxmlformats.org/officeDocument/2006/relationships/image" Target="../media/image16.png"/><Relationship Id="rId14" Type="http://schemas.openxmlformats.org/officeDocument/2006/relationships/image" Target="../media/image20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13" Type="http://schemas.openxmlformats.org/officeDocument/2006/relationships/image" Target="../media/image20.pn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12" Type="http://schemas.openxmlformats.org/officeDocument/2006/relationships/image" Target="../media/image19.png"/><Relationship Id="rId2" Type="http://schemas.openxmlformats.org/officeDocument/2006/relationships/notesSlide" Target="../notesSlides/notesSlide13.xml"/><Relationship Id="rId16" Type="http://schemas.openxmlformats.org/officeDocument/2006/relationships/image" Target="../media/image16.png"/><Relationship Id="rId1" Type="http://schemas.openxmlformats.org/officeDocument/2006/relationships/slideLayout" Target="../slideLayouts/slideLayout34.xml"/><Relationship Id="rId6" Type="http://schemas.openxmlformats.org/officeDocument/2006/relationships/image" Target="../media/image8.png"/><Relationship Id="rId11" Type="http://schemas.microsoft.com/office/2007/relationships/hdphoto" Target="../media/hdphoto1.wdp"/><Relationship Id="rId5" Type="http://schemas.openxmlformats.org/officeDocument/2006/relationships/image" Target="../media/image7.png"/><Relationship Id="rId15" Type="http://schemas.openxmlformats.org/officeDocument/2006/relationships/image" Target="../media/image22.png"/><Relationship Id="rId10" Type="http://schemas.openxmlformats.org/officeDocument/2006/relationships/image" Target="../media/image18.png"/><Relationship Id="rId4" Type="http://schemas.openxmlformats.org/officeDocument/2006/relationships/image" Target="../media/image9.jpeg"/><Relationship Id="rId9" Type="http://schemas.openxmlformats.org/officeDocument/2006/relationships/image" Target="../media/image17.png"/><Relationship Id="rId14" Type="http://schemas.openxmlformats.org/officeDocument/2006/relationships/image" Target="../media/image21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13" Type="http://schemas.openxmlformats.org/officeDocument/2006/relationships/image" Target="../media/image20.png"/><Relationship Id="rId18" Type="http://schemas.openxmlformats.org/officeDocument/2006/relationships/image" Target="../media/image24.pn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12" Type="http://schemas.openxmlformats.org/officeDocument/2006/relationships/image" Target="../media/image19.png"/><Relationship Id="rId17" Type="http://schemas.openxmlformats.org/officeDocument/2006/relationships/image" Target="../media/image23.png"/><Relationship Id="rId2" Type="http://schemas.openxmlformats.org/officeDocument/2006/relationships/notesSlide" Target="../notesSlides/notesSlide14.xml"/><Relationship Id="rId16" Type="http://schemas.openxmlformats.org/officeDocument/2006/relationships/image" Target="../media/image16.png"/><Relationship Id="rId20" Type="http://schemas.openxmlformats.org/officeDocument/2006/relationships/image" Target="../media/image26.png"/><Relationship Id="rId1" Type="http://schemas.openxmlformats.org/officeDocument/2006/relationships/slideLayout" Target="../slideLayouts/slideLayout34.xml"/><Relationship Id="rId6" Type="http://schemas.openxmlformats.org/officeDocument/2006/relationships/image" Target="../media/image8.png"/><Relationship Id="rId11" Type="http://schemas.microsoft.com/office/2007/relationships/hdphoto" Target="../media/hdphoto1.wdp"/><Relationship Id="rId5" Type="http://schemas.openxmlformats.org/officeDocument/2006/relationships/image" Target="../media/image7.png"/><Relationship Id="rId15" Type="http://schemas.openxmlformats.org/officeDocument/2006/relationships/image" Target="../media/image22.png"/><Relationship Id="rId10" Type="http://schemas.openxmlformats.org/officeDocument/2006/relationships/image" Target="../media/image18.png"/><Relationship Id="rId19" Type="http://schemas.openxmlformats.org/officeDocument/2006/relationships/image" Target="../media/image25.png"/><Relationship Id="rId4" Type="http://schemas.openxmlformats.org/officeDocument/2006/relationships/image" Target="../media/image9.jpeg"/><Relationship Id="rId9" Type="http://schemas.openxmlformats.org/officeDocument/2006/relationships/image" Target="../media/image17.png"/><Relationship Id="rId14" Type="http://schemas.openxmlformats.org/officeDocument/2006/relationships/image" Target="../media/image21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13" Type="http://schemas.openxmlformats.org/officeDocument/2006/relationships/image" Target="../media/image20.png"/><Relationship Id="rId18" Type="http://schemas.openxmlformats.org/officeDocument/2006/relationships/image" Target="../media/image24.pn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12" Type="http://schemas.openxmlformats.org/officeDocument/2006/relationships/image" Target="../media/image19.png"/><Relationship Id="rId17" Type="http://schemas.openxmlformats.org/officeDocument/2006/relationships/image" Target="../media/image23.png"/><Relationship Id="rId2" Type="http://schemas.openxmlformats.org/officeDocument/2006/relationships/notesSlide" Target="../notesSlides/notesSlide15.xml"/><Relationship Id="rId16" Type="http://schemas.openxmlformats.org/officeDocument/2006/relationships/image" Target="../media/image16.png"/><Relationship Id="rId20" Type="http://schemas.openxmlformats.org/officeDocument/2006/relationships/image" Target="../media/image28.png"/><Relationship Id="rId1" Type="http://schemas.openxmlformats.org/officeDocument/2006/relationships/slideLayout" Target="../slideLayouts/slideLayout34.xml"/><Relationship Id="rId6" Type="http://schemas.openxmlformats.org/officeDocument/2006/relationships/image" Target="../media/image8.png"/><Relationship Id="rId11" Type="http://schemas.microsoft.com/office/2007/relationships/hdphoto" Target="../media/hdphoto1.wdp"/><Relationship Id="rId5" Type="http://schemas.openxmlformats.org/officeDocument/2006/relationships/image" Target="../media/image7.png"/><Relationship Id="rId15" Type="http://schemas.openxmlformats.org/officeDocument/2006/relationships/image" Target="../media/image22.png"/><Relationship Id="rId10" Type="http://schemas.openxmlformats.org/officeDocument/2006/relationships/image" Target="../media/image18.png"/><Relationship Id="rId19" Type="http://schemas.openxmlformats.org/officeDocument/2006/relationships/image" Target="../media/image27.png"/><Relationship Id="rId4" Type="http://schemas.openxmlformats.org/officeDocument/2006/relationships/image" Target="../media/image9.jpeg"/><Relationship Id="rId9" Type="http://schemas.openxmlformats.org/officeDocument/2006/relationships/image" Target="../media/image17.png"/><Relationship Id="rId14" Type="http://schemas.openxmlformats.org/officeDocument/2006/relationships/image" Target="../media/image21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13" Type="http://schemas.openxmlformats.org/officeDocument/2006/relationships/image" Target="../media/image20.png"/><Relationship Id="rId18" Type="http://schemas.openxmlformats.org/officeDocument/2006/relationships/image" Target="../media/image24.pn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12" Type="http://schemas.openxmlformats.org/officeDocument/2006/relationships/image" Target="../media/image19.png"/><Relationship Id="rId17" Type="http://schemas.openxmlformats.org/officeDocument/2006/relationships/image" Target="../media/image23.png"/><Relationship Id="rId2" Type="http://schemas.openxmlformats.org/officeDocument/2006/relationships/notesSlide" Target="../notesSlides/notesSlide16.xml"/><Relationship Id="rId16" Type="http://schemas.openxmlformats.org/officeDocument/2006/relationships/image" Target="../media/image16.png"/><Relationship Id="rId20" Type="http://schemas.openxmlformats.org/officeDocument/2006/relationships/image" Target="../media/image28.png"/><Relationship Id="rId1" Type="http://schemas.openxmlformats.org/officeDocument/2006/relationships/slideLayout" Target="../slideLayouts/slideLayout34.xml"/><Relationship Id="rId6" Type="http://schemas.openxmlformats.org/officeDocument/2006/relationships/image" Target="../media/image8.png"/><Relationship Id="rId11" Type="http://schemas.microsoft.com/office/2007/relationships/hdphoto" Target="../media/hdphoto1.wdp"/><Relationship Id="rId5" Type="http://schemas.openxmlformats.org/officeDocument/2006/relationships/image" Target="../media/image7.png"/><Relationship Id="rId15" Type="http://schemas.openxmlformats.org/officeDocument/2006/relationships/image" Target="../media/image22.png"/><Relationship Id="rId10" Type="http://schemas.openxmlformats.org/officeDocument/2006/relationships/image" Target="../media/image18.png"/><Relationship Id="rId19" Type="http://schemas.openxmlformats.org/officeDocument/2006/relationships/image" Target="../media/image27.png"/><Relationship Id="rId4" Type="http://schemas.openxmlformats.org/officeDocument/2006/relationships/image" Target="../media/image9.jpeg"/><Relationship Id="rId9" Type="http://schemas.openxmlformats.org/officeDocument/2006/relationships/image" Target="../media/image17.png"/><Relationship Id="rId14" Type="http://schemas.openxmlformats.org/officeDocument/2006/relationships/image" Target="../media/image21.pn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13" Type="http://schemas.openxmlformats.org/officeDocument/2006/relationships/image" Target="../media/image20.png"/><Relationship Id="rId18" Type="http://schemas.openxmlformats.org/officeDocument/2006/relationships/image" Target="../media/image24.pn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12" Type="http://schemas.openxmlformats.org/officeDocument/2006/relationships/image" Target="../media/image19.png"/><Relationship Id="rId17" Type="http://schemas.openxmlformats.org/officeDocument/2006/relationships/image" Target="../media/image23.png"/><Relationship Id="rId2" Type="http://schemas.openxmlformats.org/officeDocument/2006/relationships/notesSlide" Target="../notesSlides/notesSlide17.xml"/><Relationship Id="rId16" Type="http://schemas.openxmlformats.org/officeDocument/2006/relationships/image" Target="../media/image16.png"/><Relationship Id="rId20" Type="http://schemas.openxmlformats.org/officeDocument/2006/relationships/image" Target="../media/image28.png"/><Relationship Id="rId1" Type="http://schemas.openxmlformats.org/officeDocument/2006/relationships/slideLayout" Target="../slideLayouts/slideLayout34.xml"/><Relationship Id="rId6" Type="http://schemas.openxmlformats.org/officeDocument/2006/relationships/image" Target="../media/image8.png"/><Relationship Id="rId11" Type="http://schemas.microsoft.com/office/2007/relationships/hdphoto" Target="../media/hdphoto1.wdp"/><Relationship Id="rId5" Type="http://schemas.openxmlformats.org/officeDocument/2006/relationships/image" Target="../media/image7.png"/><Relationship Id="rId15" Type="http://schemas.openxmlformats.org/officeDocument/2006/relationships/image" Target="../media/image22.png"/><Relationship Id="rId10" Type="http://schemas.openxmlformats.org/officeDocument/2006/relationships/image" Target="../media/image18.png"/><Relationship Id="rId19" Type="http://schemas.openxmlformats.org/officeDocument/2006/relationships/image" Target="../media/image27.png"/><Relationship Id="rId4" Type="http://schemas.openxmlformats.org/officeDocument/2006/relationships/image" Target="../media/image9.jpeg"/><Relationship Id="rId9" Type="http://schemas.openxmlformats.org/officeDocument/2006/relationships/image" Target="../media/image17.png"/><Relationship Id="rId14" Type="http://schemas.openxmlformats.org/officeDocument/2006/relationships/image" Target="../media/image21.pn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13" Type="http://schemas.openxmlformats.org/officeDocument/2006/relationships/image" Target="../media/image20.png"/><Relationship Id="rId18" Type="http://schemas.openxmlformats.org/officeDocument/2006/relationships/image" Target="../media/image24.pn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12" Type="http://schemas.openxmlformats.org/officeDocument/2006/relationships/image" Target="../media/image19.png"/><Relationship Id="rId17" Type="http://schemas.openxmlformats.org/officeDocument/2006/relationships/image" Target="../media/image23.png"/><Relationship Id="rId2" Type="http://schemas.openxmlformats.org/officeDocument/2006/relationships/notesSlide" Target="../notesSlides/notesSlide18.xml"/><Relationship Id="rId16" Type="http://schemas.openxmlformats.org/officeDocument/2006/relationships/image" Target="../media/image16.png"/><Relationship Id="rId20" Type="http://schemas.openxmlformats.org/officeDocument/2006/relationships/image" Target="../media/image28.png"/><Relationship Id="rId1" Type="http://schemas.openxmlformats.org/officeDocument/2006/relationships/slideLayout" Target="../slideLayouts/slideLayout34.xml"/><Relationship Id="rId6" Type="http://schemas.openxmlformats.org/officeDocument/2006/relationships/image" Target="../media/image8.png"/><Relationship Id="rId11" Type="http://schemas.microsoft.com/office/2007/relationships/hdphoto" Target="../media/hdphoto1.wdp"/><Relationship Id="rId5" Type="http://schemas.openxmlformats.org/officeDocument/2006/relationships/image" Target="../media/image7.png"/><Relationship Id="rId15" Type="http://schemas.openxmlformats.org/officeDocument/2006/relationships/image" Target="../media/image22.png"/><Relationship Id="rId10" Type="http://schemas.openxmlformats.org/officeDocument/2006/relationships/image" Target="../media/image18.png"/><Relationship Id="rId19" Type="http://schemas.openxmlformats.org/officeDocument/2006/relationships/image" Target="../media/image27.png"/><Relationship Id="rId4" Type="http://schemas.openxmlformats.org/officeDocument/2006/relationships/image" Target="../media/image9.jpeg"/><Relationship Id="rId9" Type="http://schemas.openxmlformats.org/officeDocument/2006/relationships/image" Target="../media/image17.png"/><Relationship Id="rId14" Type="http://schemas.openxmlformats.org/officeDocument/2006/relationships/image" Target="../media/image21.png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13" Type="http://schemas.openxmlformats.org/officeDocument/2006/relationships/image" Target="../media/image20.png"/><Relationship Id="rId18" Type="http://schemas.openxmlformats.org/officeDocument/2006/relationships/image" Target="../media/image24.png"/><Relationship Id="rId3" Type="http://schemas.openxmlformats.org/officeDocument/2006/relationships/image" Target="../media/image6.png"/><Relationship Id="rId21" Type="http://schemas.openxmlformats.org/officeDocument/2006/relationships/image" Target="../media/image26.png"/><Relationship Id="rId7" Type="http://schemas.openxmlformats.org/officeDocument/2006/relationships/image" Target="../media/image10.png"/><Relationship Id="rId12" Type="http://schemas.openxmlformats.org/officeDocument/2006/relationships/image" Target="../media/image19.png"/><Relationship Id="rId17" Type="http://schemas.openxmlformats.org/officeDocument/2006/relationships/image" Target="../media/image23.png"/><Relationship Id="rId2" Type="http://schemas.openxmlformats.org/officeDocument/2006/relationships/notesSlide" Target="../notesSlides/notesSlide19.xml"/><Relationship Id="rId16" Type="http://schemas.openxmlformats.org/officeDocument/2006/relationships/image" Target="../media/image16.png"/><Relationship Id="rId20" Type="http://schemas.openxmlformats.org/officeDocument/2006/relationships/image" Target="../media/image28.png"/><Relationship Id="rId1" Type="http://schemas.openxmlformats.org/officeDocument/2006/relationships/slideLayout" Target="../slideLayouts/slideLayout34.xml"/><Relationship Id="rId6" Type="http://schemas.openxmlformats.org/officeDocument/2006/relationships/image" Target="../media/image8.png"/><Relationship Id="rId11" Type="http://schemas.microsoft.com/office/2007/relationships/hdphoto" Target="../media/hdphoto1.wdp"/><Relationship Id="rId5" Type="http://schemas.openxmlformats.org/officeDocument/2006/relationships/image" Target="../media/image7.png"/><Relationship Id="rId15" Type="http://schemas.openxmlformats.org/officeDocument/2006/relationships/image" Target="../media/image22.png"/><Relationship Id="rId10" Type="http://schemas.openxmlformats.org/officeDocument/2006/relationships/image" Target="../media/image18.png"/><Relationship Id="rId19" Type="http://schemas.openxmlformats.org/officeDocument/2006/relationships/image" Target="../media/image27.png"/><Relationship Id="rId4" Type="http://schemas.openxmlformats.org/officeDocument/2006/relationships/image" Target="../media/image9.jpeg"/><Relationship Id="rId9" Type="http://schemas.openxmlformats.org/officeDocument/2006/relationships/image" Target="../media/image17.png"/><Relationship Id="rId14" Type="http://schemas.openxmlformats.org/officeDocument/2006/relationships/image" Target="../media/image21.png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13" Type="http://schemas.openxmlformats.org/officeDocument/2006/relationships/image" Target="../media/image20.png"/><Relationship Id="rId18" Type="http://schemas.openxmlformats.org/officeDocument/2006/relationships/image" Target="../media/image24.png"/><Relationship Id="rId3" Type="http://schemas.openxmlformats.org/officeDocument/2006/relationships/image" Target="../media/image6.png"/><Relationship Id="rId21" Type="http://schemas.openxmlformats.org/officeDocument/2006/relationships/image" Target="../media/image26.png"/><Relationship Id="rId7" Type="http://schemas.openxmlformats.org/officeDocument/2006/relationships/image" Target="../media/image10.png"/><Relationship Id="rId12" Type="http://schemas.openxmlformats.org/officeDocument/2006/relationships/image" Target="../media/image19.png"/><Relationship Id="rId17" Type="http://schemas.openxmlformats.org/officeDocument/2006/relationships/image" Target="../media/image23.png"/><Relationship Id="rId2" Type="http://schemas.openxmlformats.org/officeDocument/2006/relationships/notesSlide" Target="../notesSlides/notesSlide20.xml"/><Relationship Id="rId16" Type="http://schemas.openxmlformats.org/officeDocument/2006/relationships/image" Target="../media/image16.png"/><Relationship Id="rId20" Type="http://schemas.openxmlformats.org/officeDocument/2006/relationships/image" Target="../media/image28.png"/><Relationship Id="rId1" Type="http://schemas.openxmlformats.org/officeDocument/2006/relationships/slideLayout" Target="../slideLayouts/slideLayout34.xml"/><Relationship Id="rId6" Type="http://schemas.openxmlformats.org/officeDocument/2006/relationships/image" Target="../media/image8.png"/><Relationship Id="rId11" Type="http://schemas.microsoft.com/office/2007/relationships/hdphoto" Target="../media/hdphoto1.wdp"/><Relationship Id="rId5" Type="http://schemas.openxmlformats.org/officeDocument/2006/relationships/image" Target="../media/image7.png"/><Relationship Id="rId15" Type="http://schemas.openxmlformats.org/officeDocument/2006/relationships/image" Target="../media/image22.png"/><Relationship Id="rId10" Type="http://schemas.openxmlformats.org/officeDocument/2006/relationships/image" Target="../media/image18.png"/><Relationship Id="rId19" Type="http://schemas.openxmlformats.org/officeDocument/2006/relationships/image" Target="../media/image27.png"/><Relationship Id="rId4" Type="http://schemas.openxmlformats.org/officeDocument/2006/relationships/image" Target="../media/image9.jpeg"/><Relationship Id="rId9" Type="http://schemas.openxmlformats.org/officeDocument/2006/relationships/image" Target="../media/image17.png"/><Relationship Id="rId14" Type="http://schemas.openxmlformats.org/officeDocument/2006/relationships/image" Target="../media/image21.png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13" Type="http://schemas.openxmlformats.org/officeDocument/2006/relationships/image" Target="../media/image20.png"/><Relationship Id="rId18" Type="http://schemas.openxmlformats.org/officeDocument/2006/relationships/image" Target="../media/image24.pn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12" Type="http://schemas.openxmlformats.org/officeDocument/2006/relationships/image" Target="../media/image19.png"/><Relationship Id="rId17" Type="http://schemas.openxmlformats.org/officeDocument/2006/relationships/image" Target="../media/image23.png"/><Relationship Id="rId2" Type="http://schemas.openxmlformats.org/officeDocument/2006/relationships/notesSlide" Target="../notesSlides/notesSlide21.xml"/><Relationship Id="rId16" Type="http://schemas.openxmlformats.org/officeDocument/2006/relationships/image" Target="../media/image16.png"/><Relationship Id="rId20" Type="http://schemas.openxmlformats.org/officeDocument/2006/relationships/image" Target="../media/image28.png"/><Relationship Id="rId1" Type="http://schemas.openxmlformats.org/officeDocument/2006/relationships/slideLayout" Target="../slideLayouts/slideLayout34.xml"/><Relationship Id="rId6" Type="http://schemas.openxmlformats.org/officeDocument/2006/relationships/image" Target="../media/image8.png"/><Relationship Id="rId11" Type="http://schemas.microsoft.com/office/2007/relationships/hdphoto" Target="../media/hdphoto1.wdp"/><Relationship Id="rId5" Type="http://schemas.openxmlformats.org/officeDocument/2006/relationships/image" Target="../media/image7.png"/><Relationship Id="rId15" Type="http://schemas.openxmlformats.org/officeDocument/2006/relationships/image" Target="../media/image22.png"/><Relationship Id="rId10" Type="http://schemas.openxmlformats.org/officeDocument/2006/relationships/image" Target="../media/image18.png"/><Relationship Id="rId19" Type="http://schemas.openxmlformats.org/officeDocument/2006/relationships/image" Target="../media/image27.png"/><Relationship Id="rId4" Type="http://schemas.openxmlformats.org/officeDocument/2006/relationships/image" Target="../media/image9.jpeg"/><Relationship Id="rId9" Type="http://schemas.openxmlformats.org/officeDocument/2006/relationships/image" Target="../media/image17.png"/><Relationship Id="rId14" Type="http://schemas.openxmlformats.org/officeDocument/2006/relationships/image" Target="../media/image21.png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13" Type="http://schemas.openxmlformats.org/officeDocument/2006/relationships/image" Target="../media/image20.png"/><Relationship Id="rId18" Type="http://schemas.openxmlformats.org/officeDocument/2006/relationships/image" Target="../media/image24.pn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12" Type="http://schemas.openxmlformats.org/officeDocument/2006/relationships/image" Target="../media/image19.png"/><Relationship Id="rId17" Type="http://schemas.openxmlformats.org/officeDocument/2006/relationships/image" Target="../media/image23.png"/><Relationship Id="rId2" Type="http://schemas.openxmlformats.org/officeDocument/2006/relationships/notesSlide" Target="../notesSlides/notesSlide22.xml"/><Relationship Id="rId16" Type="http://schemas.openxmlformats.org/officeDocument/2006/relationships/image" Target="../media/image16.png"/><Relationship Id="rId20" Type="http://schemas.openxmlformats.org/officeDocument/2006/relationships/image" Target="../media/image28.png"/><Relationship Id="rId1" Type="http://schemas.openxmlformats.org/officeDocument/2006/relationships/slideLayout" Target="../slideLayouts/slideLayout34.xml"/><Relationship Id="rId6" Type="http://schemas.openxmlformats.org/officeDocument/2006/relationships/image" Target="../media/image8.png"/><Relationship Id="rId11" Type="http://schemas.microsoft.com/office/2007/relationships/hdphoto" Target="../media/hdphoto1.wdp"/><Relationship Id="rId5" Type="http://schemas.openxmlformats.org/officeDocument/2006/relationships/image" Target="../media/image7.png"/><Relationship Id="rId15" Type="http://schemas.openxmlformats.org/officeDocument/2006/relationships/image" Target="../media/image22.png"/><Relationship Id="rId10" Type="http://schemas.openxmlformats.org/officeDocument/2006/relationships/image" Target="../media/image18.png"/><Relationship Id="rId19" Type="http://schemas.openxmlformats.org/officeDocument/2006/relationships/image" Target="../media/image27.png"/><Relationship Id="rId4" Type="http://schemas.openxmlformats.org/officeDocument/2006/relationships/image" Target="../media/image9.jpeg"/><Relationship Id="rId9" Type="http://schemas.openxmlformats.org/officeDocument/2006/relationships/image" Target="../media/image17.png"/><Relationship Id="rId14" Type="http://schemas.openxmlformats.org/officeDocument/2006/relationships/image" Target="../media/image21.png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13" Type="http://schemas.openxmlformats.org/officeDocument/2006/relationships/image" Target="../media/image27.png"/><Relationship Id="rId18" Type="http://schemas.openxmlformats.org/officeDocument/2006/relationships/image" Target="../media/image31.png"/><Relationship Id="rId3" Type="http://schemas.openxmlformats.org/officeDocument/2006/relationships/image" Target="../media/image6.png"/><Relationship Id="rId7" Type="http://schemas.openxmlformats.org/officeDocument/2006/relationships/image" Target="../media/image19.png"/><Relationship Id="rId12" Type="http://schemas.openxmlformats.org/officeDocument/2006/relationships/image" Target="../media/image24.png"/><Relationship Id="rId17" Type="http://schemas.openxmlformats.org/officeDocument/2006/relationships/image" Target="../media/image10.png"/><Relationship Id="rId2" Type="http://schemas.openxmlformats.org/officeDocument/2006/relationships/notesSlide" Target="../notesSlides/notesSlide23.xml"/><Relationship Id="rId16" Type="http://schemas.openxmlformats.org/officeDocument/2006/relationships/image" Target="../media/image30.png"/><Relationship Id="rId1" Type="http://schemas.openxmlformats.org/officeDocument/2006/relationships/slideLayout" Target="../slideLayouts/slideLayout34.xml"/><Relationship Id="rId6" Type="http://schemas.openxmlformats.org/officeDocument/2006/relationships/image" Target="../media/image8.png"/><Relationship Id="rId11" Type="http://schemas.openxmlformats.org/officeDocument/2006/relationships/image" Target="../media/image23.png"/><Relationship Id="rId5" Type="http://schemas.openxmlformats.org/officeDocument/2006/relationships/image" Target="../media/image7.png"/><Relationship Id="rId15" Type="http://schemas.openxmlformats.org/officeDocument/2006/relationships/image" Target="../media/image29.png"/><Relationship Id="rId10" Type="http://schemas.openxmlformats.org/officeDocument/2006/relationships/image" Target="../media/image22.png"/><Relationship Id="rId4" Type="http://schemas.openxmlformats.org/officeDocument/2006/relationships/image" Target="../media/image9.jpeg"/><Relationship Id="rId9" Type="http://schemas.openxmlformats.org/officeDocument/2006/relationships/image" Target="../media/image21.png"/><Relationship Id="rId14" Type="http://schemas.openxmlformats.org/officeDocument/2006/relationships/image" Target="../media/image28.png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13" Type="http://schemas.openxmlformats.org/officeDocument/2006/relationships/image" Target="../media/image20.png"/><Relationship Id="rId18" Type="http://schemas.openxmlformats.org/officeDocument/2006/relationships/image" Target="../media/image31.png"/><Relationship Id="rId3" Type="http://schemas.openxmlformats.org/officeDocument/2006/relationships/image" Target="../media/image6.png"/><Relationship Id="rId7" Type="http://schemas.openxmlformats.org/officeDocument/2006/relationships/image" Target="../media/image23.png"/><Relationship Id="rId12" Type="http://schemas.openxmlformats.org/officeDocument/2006/relationships/image" Target="../media/image30.png"/><Relationship Id="rId17" Type="http://schemas.openxmlformats.org/officeDocument/2006/relationships/image" Target="../media/image19.png"/><Relationship Id="rId2" Type="http://schemas.openxmlformats.org/officeDocument/2006/relationships/notesSlide" Target="../notesSlides/notesSlide24.xml"/><Relationship Id="rId16" Type="http://schemas.openxmlformats.org/officeDocument/2006/relationships/image" Target="../media/image10.png"/><Relationship Id="rId1" Type="http://schemas.openxmlformats.org/officeDocument/2006/relationships/slideLayout" Target="../slideLayouts/slideLayout34.xml"/><Relationship Id="rId6" Type="http://schemas.openxmlformats.org/officeDocument/2006/relationships/image" Target="../media/image8.png"/><Relationship Id="rId11" Type="http://schemas.openxmlformats.org/officeDocument/2006/relationships/image" Target="../media/image29.png"/><Relationship Id="rId5" Type="http://schemas.openxmlformats.org/officeDocument/2006/relationships/image" Target="../media/image7.png"/><Relationship Id="rId15" Type="http://schemas.openxmlformats.org/officeDocument/2006/relationships/image" Target="../media/image22.png"/><Relationship Id="rId10" Type="http://schemas.openxmlformats.org/officeDocument/2006/relationships/image" Target="../media/image28.png"/><Relationship Id="rId19" Type="http://schemas.openxmlformats.org/officeDocument/2006/relationships/image" Target="../media/image15.png"/><Relationship Id="rId4" Type="http://schemas.openxmlformats.org/officeDocument/2006/relationships/image" Target="../media/image9.jpeg"/><Relationship Id="rId9" Type="http://schemas.openxmlformats.org/officeDocument/2006/relationships/image" Target="../media/image27.png"/><Relationship Id="rId14" Type="http://schemas.openxmlformats.org/officeDocument/2006/relationships/image" Target="../media/image21.png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13" Type="http://schemas.openxmlformats.org/officeDocument/2006/relationships/image" Target="../media/image20.png"/><Relationship Id="rId18" Type="http://schemas.openxmlformats.org/officeDocument/2006/relationships/image" Target="../media/image31.png"/><Relationship Id="rId3" Type="http://schemas.openxmlformats.org/officeDocument/2006/relationships/image" Target="../media/image6.png"/><Relationship Id="rId7" Type="http://schemas.openxmlformats.org/officeDocument/2006/relationships/image" Target="../media/image23.png"/><Relationship Id="rId12" Type="http://schemas.openxmlformats.org/officeDocument/2006/relationships/image" Target="../media/image30.png"/><Relationship Id="rId17" Type="http://schemas.openxmlformats.org/officeDocument/2006/relationships/image" Target="../media/image19.png"/><Relationship Id="rId2" Type="http://schemas.openxmlformats.org/officeDocument/2006/relationships/notesSlide" Target="../notesSlides/notesSlide25.xml"/><Relationship Id="rId16" Type="http://schemas.openxmlformats.org/officeDocument/2006/relationships/image" Target="../media/image10.png"/><Relationship Id="rId1" Type="http://schemas.openxmlformats.org/officeDocument/2006/relationships/slideLayout" Target="../slideLayouts/slideLayout34.xml"/><Relationship Id="rId6" Type="http://schemas.openxmlformats.org/officeDocument/2006/relationships/image" Target="../media/image8.png"/><Relationship Id="rId11" Type="http://schemas.openxmlformats.org/officeDocument/2006/relationships/image" Target="../media/image29.png"/><Relationship Id="rId5" Type="http://schemas.openxmlformats.org/officeDocument/2006/relationships/image" Target="../media/image7.png"/><Relationship Id="rId15" Type="http://schemas.openxmlformats.org/officeDocument/2006/relationships/image" Target="../media/image22.png"/><Relationship Id="rId10" Type="http://schemas.openxmlformats.org/officeDocument/2006/relationships/image" Target="../media/image28.png"/><Relationship Id="rId4" Type="http://schemas.openxmlformats.org/officeDocument/2006/relationships/image" Target="../media/image9.jpeg"/><Relationship Id="rId9" Type="http://schemas.openxmlformats.org/officeDocument/2006/relationships/image" Target="../media/image27.png"/><Relationship Id="rId14" Type="http://schemas.openxmlformats.org/officeDocument/2006/relationships/image" Target="../media/image21.png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13" Type="http://schemas.openxmlformats.org/officeDocument/2006/relationships/image" Target="../media/image24.png"/><Relationship Id="rId18" Type="http://schemas.openxmlformats.org/officeDocument/2006/relationships/image" Target="../media/image21.pn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12" Type="http://schemas.openxmlformats.org/officeDocument/2006/relationships/image" Target="../media/image23.png"/><Relationship Id="rId17" Type="http://schemas.openxmlformats.org/officeDocument/2006/relationships/image" Target="../media/image20.png"/><Relationship Id="rId2" Type="http://schemas.openxmlformats.org/officeDocument/2006/relationships/notesSlide" Target="../notesSlides/notesSlide26.xml"/><Relationship Id="rId16" Type="http://schemas.openxmlformats.org/officeDocument/2006/relationships/image" Target="../media/image19.png"/><Relationship Id="rId1" Type="http://schemas.openxmlformats.org/officeDocument/2006/relationships/slideLayout" Target="../slideLayouts/slideLayout34.xml"/><Relationship Id="rId6" Type="http://schemas.openxmlformats.org/officeDocument/2006/relationships/image" Target="../media/image8.png"/><Relationship Id="rId11" Type="http://schemas.openxmlformats.org/officeDocument/2006/relationships/image" Target="../media/image16.png"/><Relationship Id="rId5" Type="http://schemas.openxmlformats.org/officeDocument/2006/relationships/image" Target="../media/image7.png"/><Relationship Id="rId15" Type="http://schemas.openxmlformats.org/officeDocument/2006/relationships/image" Target="../media/image28.png"/><Relationship Id="rId10" Type="http://schemas.microsoft.com/office/2007/relationships/hdphoto" Target="../media/hdphoto1.wdp"/><Relationship Id="rId19" Type="http://schemas.openxmlformats.org/officeDocument/2006/relationships/image" Target="../media/image22.png"/><Relationship Id="rId4" Type="http://schemas.openxmlformats.org/officeDocument/2006/relationships/image" Target="../media/image9.jpeg"/><Relationship Id="rId9" Type="http://schemas.openxmlformats.org/officeDocument/2006/relationships/image" Target="../media/image18.png"/><Relationship Id="rId14" Type="http://schemas.openxmlformats.org/officeDocument/2006/relationships/image" Target="../media/image27.png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13" Type="http://schemas.openxmlformats.org/officeDocument/2006/relationships/image" Target="../media/image24.png"/><Relationship Id="rId18" Type="http://schemas.openxmlformats.org/officeDocument/2006/relationships/image" Target="../media/image21.pn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12" Type="http://schemas.openxmlformats.org/officeDocument/2006/relationships/image" Target="../media/image23.png"/><Relationship Id="rId17" Type="http://schemas.openxmlformats.org/officeDocument/2006/relationships/image" Target="../media/image20.png"/><Relationship Id="rId2" Type="http://schemas.openxmlformats.org/officeDocument/2006/relationships/notesSlide" Target="../notesSlides/notesSlide27.xml"/><Relationship Id="rId16" Type="http://schemas.openxmlformats.org/officeDocument/2006/relationships/image" Target="../media/image19.png"/><Relationship Id="rId1" Type="http://schemas.openxmlformats.org/officeDocument/2006/relationships/slideLayout" Target="../slideLayouts/slideLayout34.xml"/><Relationship Id="rId6" Type="http://schemas.openxmlformats.org/officeDocument/2006/relationships/image" Target="../media/image8.png"/><Relationship Id="rId11" Type="http://schemas.openxmlformats.org/officeDocument/2006/relationships/image" Target="../media/image16.png"/><Relationship Id="rId5" Type="http://schemas.openxmlformats.org/officeDocument/2006/relationships/image" Target="../media/image7.png"/><Relationship Id="rId15" Type="http://schemas.openxmlformats.org/officeDocument/2006/relationships/image" Target="../media/image28.png"/><Relationship Id="rId10" Type="http://schemas.microsoft.com/office/2007/relationships/hdphoto" Target="../media/hdphoto1.wdp"/><Relationship Id="rId19" Type="http://schemas.openxmlformats.org/officeDocument/2006/relationships/image" Target="../media/image22.png"/><Relationship Id="rId4" Type="http://schemas.openxmlformats.org/officeDocument/2006/relationships/image" Target="../media/image9.jpeg"/><Relationship Id="rId9" Type="http://schemas.openxmlformats.org/officeDocument/2006/relationships/image" Target="../media/image18.png"/><Relationship Id="rId14" Type="http://schemas.openxmlformats.org/officeDocument/2006/relationships/image" Target="../media/image27.png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F0563E35-7C2F-CF05-8A9D-C2464ECD6E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en-US" sz="2600" i="1" dirty="0">
              <a:solidFill>
                <a:schemeClr val="bg1"/>
              </a:solidFill>
              <a:latin typeface="+mn-lt"/>
              <a:ea typeface="+mn-ea"/>
              <a:cs typeface="Calibri" panose="020F0502020204030204" pitchFamily="34" charset="0"/>
            </a:endParaRPr>
          </a:p>
          <a:p>
            <a:pPr marL="0" indent="0">
              <a:buNone/>
            </a:pPr>
            <a:r>
              <a:rPr lang="fr-FR" sz="3600" b="1" i="1" dirty="0">
                <a:solidFill>
                  <a:schemeClr val="bg1"/>
                </a:solidFill>
                <a:latin typeface="+mn-lt"/>
                <a:ea typeface="+mn-ea"/>
                <a:cs typeface="Calibri" panose="020F0502020204030204" pitchFamily="34" charset="0"/>
              </a:rPr>
              <a:t>WIS2 to GTS </a:t>
            </a:r>
            <a:r>
              <a:rPr lang="fr-FR" sz="3600" b="1" i="1" dirty="0" err="1">
                <a:solidFill>
                  <a:schemeClr val="bg1"/>
                </a:solidFill>
                <a:latin typeface="+mn-lt"/>
                <a:ea typeface="+mn-ea"/>
                <a:cs typeface="Calibri" panose="020F0502020204030204" pitchFamily="34" charset="0"/>
              </a:rPr>
              <a:t>Gateways</a:t>
            </a:r>
            <a:r>
              <a:rPr lang="fr-FR" sz="3600" b="1" i="1" dirty="0">
                <a:solidFill>
                  <a:schemeClr val="bg1"/>
                </a:solidFill>
                <a:latin typeface="+mn-lt"/>
                <a:ea typeface="+mn-ea"/>
                <a:cs typeface="Calibri" panose="020F0502020204030204" pitchFamily="34" charset="0"/>
              </a:rPr>
              <a:t> </a:t>
            </a:r>
          </a:p>
          <a:p>
            <a:pPr marL="0" indent="0">
              <a:buNone/>
            </a:pPr>
            <a:r>
              <a:rPr lang="fr-FR" sz="3600" b="1" i="1" dirty="0">
                <a:solidFill>
                  <a:schemeClr val="bg1"/>
                </a:solidFill>
                <a:latin typeface="+mn-lt"/>
                <a:ea typeface="+mn-ea"/>
                <a:cs typeface="Calibri" panose="020F0502020204030204" pitchFamily="34" charset="0"/>
              </a:rPr>
              <a:t>(</a:t>
            </a:r>
            <a:r>
              <a:rPr lang="fr-FR" sz="3600" b="1" i="1" dirty="0" err="1">
                <a:solidFill>
                  <a:schemeClr val="bg1"/>
                </a:solidFill>
                <a:latin typeface="+mn-lt"/>
                <a:ea typeface="+mn-ea"/>
                <a:cs typeface="Calibri" panose="020F0502020204030204" pitchFamily="34" charset="0"/>
              </a:rPr>
              <a:t>from</a:t>
            </a:r>
            <a:r>
              <a:rPr lang="fr-FR" sz="3600" b="1" i="1" dirty="0">
                <a:solidFill>
                  <a:schemeClr val="bg1"/>
                </a:solidFill>
                <a:latin typeface="+mn-lt"/>
                <a:ea typeface="+mn-ea"/>
                <a:cs typeface="Calibri" panose="020F0502020204030204" pitchFamily="34" charset="0"/>
              </a:rPr>
              <a:t> WIS2 </a:t>
            </a:r>
            <a:r>
              <a:rPr lang="fr-FR" sz="3600" b="1" i="1" dirty="0" err="1">
                <a:latin typeface="+mn-lt"/>
                <a:cs typeface="Calibri" panose="020F0502020204030204" pitchFamily="34" charset="0"/>
              </a:rPr>
              <a:t>beta-test</a:t>
            </a:r>
            <a:r>
              <a:rPr lang="fr-FR" sz="3600" b="1" i="1" dirty="0">
                <a:latin typeface="+mn-lt"/>
                <a:cs typeface="Calibri" panose="020F0502020204030204" pitchFamily="34" charset="0"/>
              </a:rPr>
              <a:t>, Mar-2025)</a:t>
            </a:r>
            <a:endParaRPr lang="en-US" sz="3600" b="1" i="1" dirty="0">
              <a:solidFill>
                <a:schemeClr val="bg1"/>
              </a:solidFill>
              <a:latin typeface="+mn-lt"/>
              <a:ea typeface="+mn-ea"/>
              <a:cs typeface="Calibri" panose="020F0502020204030204" pitchFamily="34" charset="0"/>
            </a:endParaRPr>
          </a:p>
          <a:p>
            <a:pPr marL="0" indent="0">
              <a:buNone/>
            </a:pPr>
            <a:endParaRPr lang="en-US" sz="2400" i="1" dirty="0">
              <a:solidFill>
                <a:schemeClr val="bg1"/>
              </a:solidFill>
              <a:latin typeface="+mn-lt"/>
              <a:ea typeface="+mn-ea"/>
              <a:cs typeface="Calibri" panose="020F0502020204030204" pitchFamily="34" charset="0"/>
            </a:endParaRPr>
          </a:p>
          <a:p>
            <a:endParaRPr lang="en-US" sz="2600" i="1" dirty="0">
              <a:solidFill>
                <a:schemeClr val="bg1"/>
              </a:solidFill>
              <a:latin typeface="+mn-lt"/>
              <a:ea typeface="+mn-ea"/>
              <a:cs typeface="Calibri" panose="020F0502020204030204" pitchFamily="34" charset="0"/>
            </a:endParaRPr>
          </a:p>
          <a:p>
            <a:endParaRPr lang="en-US" sz="2600" i="1" dirty="0">
              <a:solidFill>
                <a:schemeClr val="bg1"/>
              </a:solidFill>
              <a:latin typeface="+mn-lt"/>
              <a:ea typeface="+mn-ea"/>
              <a:cs typeface="Calibri" panose="020F0502020204030204" pitchFamily="34" charset="0"/>
            </a:endParaRPr>
          </a:p>
          <a:p>
            <a:pPr marL="0" indent="0">
              <a:buNone/>
            </a:pPr>
            <a:r>
              <a:rPr lang="en-US" sz="2200" i="1" dirty="0">
                <a:solidFill>
                  <a:schemeClr val="bg1"/>
                </a:solidFill>
                <a:latin typeface="+mn-lt"/>
                <a:ea typeface="+mn-ea"/>
                <a:cs typeface="Calibri" panose="020F0502020204030204" pitchFamily="34" charset="0"/>
              </a:rPr>
              <a:t>INFCOM Standing Committee on WIS</a:t>
            </a: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8355971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9F3DC4-29DF-03D2-2F92-DA632B2B6F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8A0820EC-26C8-7BC6-C907-0BA9418497AE}"/>
              </a:ext>
            </a:extLst>
          </p:cNvPr>
          <p:cNvSpPr>
            <a:spLocks noGrp="1"/>
          </p:cNvSpPr>
          <p:nvPr>
            <p:ph type="body" idx="10"/>
          </p:nvPr>
        </p:nvSpPr>
        <p:spPr>
          <a:xfrm>
            <a:off x="609600" y="2593350"/>
            <a:ext cx="10972800" cy="835650"/>
          </a:xfrm>
        </p:spPr>
        <p:txBody>
          <a:bodyPr/>
          <a:lstStyle/>
          <a:p>
            <a:r>
              <a:rPr lang="fr-FR" dirty="0"/>
              <a:t>2. </a:t>
            </a:r>
            <a:r>
              <a:rPr lang="fr-FR" dirty="0" err="1"/>
              <a:t>Overview</a:t>
            </a:r>
            <a:r>
              <a:rPr lang="fr-FR" dirty="0"/>
              <a:t> of </a:t>
            </a:r>
            <a:r>
              <a:rPr lang="fr-FR" dirty="0" err="1"/>
              <a:t>beta-test</a:t>
            </a:r>
            <a:r>
              <a:rPr lang="fr-FR" dirty="0"/>
              <a:t> and data-flows</a:t>
            </a:r>
          </a:p>
        </p:txBody>
      </p:sp>
      <p:sp>
        <p:nvSpPr>
          <p:cNvPr id="2" name="Espace réservé du texte 2">
            <a:extLst>
              <a:ext uri="{FF2B5EF4-FFF2-40B4-BE49-F238E27FC236}">
                <a16:creationId xmlns:a16="http://schemas.microsoft.com/office/drawing/2014/main" id="{78AA55FC-29DA-9EE5-9258-AC19268DE3A0}"/>
              </a:ext>
            </a:extLst>
          </p:cNvPr>
          <p:cNvSpPr txBox="1">
            <a:spLocks/>
          </p:cNvSpPr>
          <p:nvPr/>
        </p:nvSpPr>
        <p:spPr>
          <a:xfrm>
            <a:off x="121920" y="3568710"/>
            <a:ext cx="11948160" cy="835650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4400" b="1" kern="1200">
                <a:solidFill>
                  <a:srgbClr val="005BAA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b="1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b="1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sz="1800" dirty="0"/>
              <a:t>Jeremy Tandy (Chair, Expert Team on WIS2 </a:t>
            </a:r>
            <a:r>
              <a:rPr lang="fr-FR" sz="1800" dirty="0" err="1"/>
              <a:t>Implementation</a:t>
            </a:r>
            <a:r>
              <a:rPr lang="fr-FR" sz="1800" dirty="0"/>
              <a:t> and Transition)</a:t>
            </a:r>
          </a:p>
        </p:txBody>
      </p:sp>
    </p:spTree>
    <p:extLst>
      <p:ext uri="{BB962C8B-B14F-4D97-AF65-F5344CB8AC3E}">
        <p14:creationId xmlns:p14="http://schemas.microsoft.com/office/powerpoint/2010/main" val="172160998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2" name="Picture 221">
            <a:extLst>
              <a:ext uri="{FF2B5EF4-FFF2-40B4-BE49-F238E27FC236}">
                <a16:creationId xmlns:a16="http://schemas.microsoft.com/office/drawing/2014/main" id="{A54FE3E9-931E-5FE8-5382-27AB426A5F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418180"/>
            <a:ext cx="5197907" cy="1439820"/>
          </a:xfrm>
          <a:prstGeom prst="rect">
            <a:avLst/>
          </a:prstGeom>
        </p:spPr>
      </p:pic>
      <p:grpSp>
        <p:nvGrpSpPr>
          <p:cNvPr id="13" name="Group 12">
            <a:extLst>
              <a:ext uri="{FF2B5EF4-FFF2-40B4-BE49-F238E27FC236}">
                <a16:creationId xmlns:a16="http://schemas.microsoft.com/office/drawing/2014/main" id="{B49FFE83-4902-2D54-0E28-1DB12A7240EA}"/>
              </a:ext>
            </a:extLst>
          </p:cNvPr>
          <p:cNvGrpSpPr/>
          <p:nvPr/>
        </p:nvGrpSpPr>
        <p:grpSpPr>
          <a:xfrm>
            <a:off x="2588900" y="323658"/>
            <a:ext cx="8879200" cy="6210684"/>
            <a:chOff x="1942544" y="1301750"/>
            <a:chExt cx="6082512" cy="4254500"/>
          </a:xfrm>
        </p:grpSpPr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D311A9EE-A649-33C3-F353-39040EAE8164}"/>
                </a:ext>
              </a:extLst>
            </p:cNvPr>
            <p:cNvGrpSpPr/>
            <p:nvPr/>
          </p:nvGrpSpPr>
          <p:grpSpPr>
            <a:xfrm>
              <a:off x="1942544" y="1301750"/>
              <a:ext cx="6082512" cy="4254500"/>
              <a:chOff x="1942544" y="1301750"/>
              <a:chExt cx="6082512" cy="4254500"/>
            </a:xfrm>
          </p:grpSpPr>
          <p:sp>
            <p:nvSpPr>
              <p:cNvPr id="7" name="Cloud 6">
                <a:extLst>
                  <a:ext uri="{FF2B5EF4-FFF2-40B4-BE49-F238E27FC236}">
                    <a16:creationId xmlns:a16="http://schemas.microsoft.com/office/drawing/2014/main" id="{B812BFEE-9355-8A12-0095-BFE7853ACF89}"/>
                  </a:ext>
                </a:extLst>
              </p:cNvPr>
              <p:cNvSpPr/>
              <p:nvPr/>
            </p:nvSpPr>
            <p:spPr>
              <a:xfrm rot="401311">
                <a:off x="1948500" y="1301750"/>
                <a:ext cx="6070600" cy="4254500"/>
              </a:xfrm>
              <a:prstGeom prst="cloud">
                <a:avLst/>
              </a:prstGeom>
              <a:solidFill>
                <a:schemeClr val="bg1"/>
              </a:solidFill>
              <a:ln w="38100">
                <a:solidFill>
                  <a:schemeClr val="bg1">
                    <a:lumMod val="75000"/>
                  </a:schemeClr>
                </a:solidFill>
                <a:prstDash val="sysDash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8" name="Cloud 7">
                <a:extLst>
                  <a:ext uri="{FF2B5EF4-FFF2-40B4-BE49-F238E27FC236}">
                    <a16:creationId xmlns:a16="http://schemas.microsoft.com/office/drawing/2014/main" id="{57CD982A-D986-6AC5-26CD-5EE3690D960B}"/>
                  </a:ext>
                </a:extLst>
              </p:cNvPr>
              <p:cNvSpPr/>
              <p:nvPr/>
            </p:nvSpPr>
            <p:spPr>
              <a:xfrm rot="401311">
                <a:off x="1942544" y="1382575"/>
                <a:ext cx="6082512" cy="4118248"/>
              </a:xfrm>
              <a:prstGeom prst="cloud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</p:grp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DFA36BD0-C712-3F8D-AF4E-0C1F3F7CF0F0}"/>
                </a:ext>
              </a:extLst>
            </p:cNvPr>
            <p:cNvCxnSpPr>
              <a:cxnSpLocks/>
            </p:cNvCxnSpPr>
            <p:nvPr/>
          </p:nvCxnSpPr>
          <p:spPr>
            <a:xfrm>
              <a:off x="2133600" y="3429000"/>
              <a:ext cx="5867400" cy="0"/>
            </a:xfrm>
            <a:prstGeom prst="line">
              <a:avLst/>
            </a:prstGeom>
            <a:solidFill>
              <a:schemeClr val="bg1"/>
            </a:solidFill>
            <a:ln w="38100">
              <a:solidFill>
                <a:schemeClr val="bg1">
                  <a:lumMod val="75000"/>
                </a:schemeClr>
              </a:solidFill>
              <a:prstDash val="sys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sp>
        <p:nvSpPr>
          <p:cNvPr id="14" name="TextBox 13">
            <a:extLst>
              <a:ext uri="{FF2B5EF4-FFF2-40B4-BE49-F238E27FC236}">
                <a16:creationId xmlns:a16="http://schemas.microsoft.com/office/drawing/2014/main" id="{2169A334-1412-A877-1D9A-6BEA337880AA}"/>
              </a:ext>
            </a:extLst>
          </p:cNvPr>
          <p:cNvSpPr txBox="1"/>
          <p:nvPr/>
        </p:nvSpPr>
        <p:spPr>
          <a:xfrm>
            <a:off x="6238875" y="314003"/>
            <a:ext cx="818636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WIS2</a:t>
            </a:r>
          </a:p>
        </p:txBody>
      </p:sp>
      <p:grpSp>
        <p:nvGrpSpPr>
          <p:cNvPr id="249" name="Group 248">
            <a:extLst>
              <a:ext uri="{FF2B5EF4-FFF2-40B4-BE49-F238E27FC236}">
                <a16:creationId xmlns:a16="http://schemas.microsoft.com/office/drawing/2014/main" id="{B0AA81D8-4359-1241-3632-8D0AA5CEF641}"/>
              </a:ext>
            </a:extLst>
          </p:cNvPr>
          <p:cNvGrpSpPr/>
          <p:nvPr/>
        </p:nvGrpSpPr>
        <p:grpSpPr>
          <a:xfrm>
            <a:off x="1633202" y="1621248"/>
            <a:ext cx="1960897" cy="3158269"/>
            <a:chOff x="1633202" y="1621248"/>
            <a:chExt cx="1960897" cy="3158269"/>
          </a:xfrm>
        </p:grpSpPr>
        <p:sp>
          <p:nvSpPr>
            <p:cNvPr id="247" name="Rectangle: Rounded Corners 246">
              <a:extLst>
                <a:ext uri="{FF2B5EF4-FFF2-40B4-BE49-F238E27FC236}">
                  <a16:creationId xmlns:a16="http://schemas.microsoft.com/office/drawing/2014/main" id="{5BF9CE3C-603B-E319-4620-B95CA86F5B9B}"/>
                </a:ext>
              </a:extLst>
            </p:cNvPr>
            <p:cNvSpPr/>
            <p:nvPr/>
          </p:nvSpPr>
          <p:spPr>
            <a:xfrm>
              <a:off x="1633202" y="1858519"/>
              <a:ext cx="1960897" cy="2920998"/>
            </a:xfrm>
            <a:prstGeom prst="roundRect">
              <a:avLst>
                <a:gd name="adj" fmla="val 3624"/>
              </a:avLst>
            </a:prstGeom>
            <a:solidFill>
              <a:schemeClr val="bg1">
                <a:lumMod val="95000"/>
                <a:alpha val="50196"/>
              </a:schemeClr>
            </a:solidFill>
            <a:ln w="12700">
              <a:solidFill>
                <a:schemeClr val="tx1">
                  <a:lumMod val="50000"/>
                  <a:lumOff val="50000"/>
                </a:schemeClr>
              </a:solidFill>
              <a:prstDash val="sysDot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248" name="TextBox 247">
              <a:extLst>
                <a:ext uri="{FF2B5EF4-FFF2-40B4-BE49-F238E27FC236}">
                  <a16:creationId xmlns:a16="http://schemas.microsoft.com/office/drawing/2014/main" id="{6994A494-F411-D2FD-8CAA-BCE8E68B0CF1}"/>
                </a:ext>
              </a:extLst>
            </p:cNvPr>
            <p:cNvSpPr txBox="1"/>
            <p:nvPr/>
          </p:nvSpPr>
          <p:spPr>
            <a:xfrm>
              <a:off x="2059127" y="1621248"/>
              <a:ext cx="1179193" cy="2539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5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WIS Centre</a:t>
              </a:r>
              <a:endParaRPr kumimoji="0" lang="en-GB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246" name="Group 245">
            <a:extLst>
              <a:ext uri="{FF2B5EF4-FFF2-40B4-BE49-F238E27FC236}">
                <a16:creationId xmlns:a16="http://schemas.microsoft.com/office/drawing/2014/main" id="{D9AC2DDF-2EC3-B6F1-2CBA-BA365321C4D4}"/>
              </a:ext>
            </a:extLst>
          </p:cNvPr>
          <p:cNvGrpSpPr/>
          <p:nvPr/>
        </p:nvGrpSpPr>
        <p:grpSpPr>
          <a:xfrm>
            <a:off x="238558" y="2004858"/>
            <a:ext cx="2724621" cy="2574854"/>
            <a:chOff x="238558" y="2004858"/>
            <a:chExt cx="2724621" cy="2574854"/>
          </a:xfrm>
        </p:grpSpPr>
        <p:pic>
          <p:nvPicPr>
            <p:cNvPr id="52" name="Picture 51">
              <a:extLst>
                <a:ext uri="{FF2B5EF4-FFF2-40B4-BE49-F238E27FC236}">
                  <a16:creationId xmlns:a16="http://schemas.microsoft.com/office/drawing/2014/main" id="{8C2DF8C8-5413-ECC7-904C-A7852DC67E4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56121" y="3053461"/>
              <a:ext cx="1338982" cy="751078"/>
            </a:xfrm>
            <a:prstGeom prst="rect">
              <a:avLst/>
            </a:prstGeom>
          </p:spPr>
        </p:pic>
        <p:grpSp>
          <p:nvGrpSpPr>
            <p:cNvPr id="53" name="Group 52">
              <a:extLst>
                <a:ext uri="{FF2B5EF4-FFF2-40B4-BE49-F238E27FC236}">
                  <a16:creationId xmlns:a16="http://schemas.microsoft.com/office/drawing/2014/main" id="{BB5C38F2-AFC3-718D-6520-74C85C5317D5}"/>
                </a:ext>
              </a:extLst>
            </p:cNvPr>
            <p:cNvGrpSpPr/>
            <p:nvPr/>
          </p:nvGrpSpPr>
          <p:grpSpPr>
            <a:xfrm>
              <a:off x="2334271" y="2004858"/>
              <a:ext cx="628907" cy="910662"/>
              <a:chOff x="6648193" y="889820"/>
              <a:chExt cx="628907" cy="910662"/>
            </a:xfrm>
          </p:grpSpPr>
          <p:sp>
            <p:nvSpPr>
              <p:cNvPr id="54" name="Rectangle: Rounded Corners 53">
                <a:extLst>
                  <a:ext uri="{FF2B5EF4-FFF2-40B4-BE49-F238E27FC236}">
                    <a16:creationId xmlns:a16="http://schemas.microsoft.com/office/drawing/2014/main" id="{3A0E97D5-3699-9CB6-E0CD-0D7864790E0B}"/>
                  </a:ext>
                </a:extLst>
              </p:cNvPr>
              <p:cNvSpPr/>
              <p:nvPr/>
            </p:nvSpPr>
            <p:spPr>
              <a:xfrm>
                <a:off x="6648193" y="1171575"/>
                <a:ext cx="628907" cy="628907"/>
              </a:xfrm>
              <a:prstGeom prst="roundRect">
                <a:avLst>
                  <a:gd name="adj" fmla="val 8678"/>
                </a:avLst>
              </a:prstGeom>
              <a:solidFill>
                <a:schemeClr val="bg1"/>
              </a:solidFill>
              <a:ln w="28575">
                <a:solidFill>
                  <a:srgbClr val="3963DA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3963DA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3963DA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WIS2 Node</a:t>
                </a:r>
              </a:p>
            </p:txBody>
          </p:sp>
          <p:pic>
            <p:nvPicPr>
              <p:cNvPr id="55" name="Picture 54">
                <a:extLst>
                  <a:ext uri="{FF2B5EF4-FFF2-40B4-BE49-F238E27FC236}">
                    <a16:creationId xmlns:a16="http://schemas.microsoft.com/office/drawing/2014/main" id="{92B5ED23-4E7B-BC87-E515-81E87A54157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701185" y="889820"/>
                <a:ext cx="522922" cy="532516"/>
              </a:xfrm>
              <a:prstGeom prst="rect">
                <a:avLst/>
              </a:prstGeom>
            </p:spPr>
          </p:pic>
        </p:grpSp>
        <p:sp>
          <p:nvSpPr>
            <p:cNvPr id="56" name="Rectangle: Rounded Corners 55">
              <a:extLst>
                <a:ext uri="{FF2B5EF4-FFF2-40B4-BE49-F238E27FC236}">
                  <a16:creationId xmlns:a16="http://schemas.microsoft.com/office/drawing/2014/main" id="{E646614E-D555-18F1-D283-0FCE2F7ADCB2}"/>
                </a:ext>
              </a:extLst>
            </p:cNvPr>
            <p:cNvSpPr/>
            <p:nvPr/>
          </p:nvSpPr>
          <p:spPr>
            <a:xfrm>
              <a:off x="2334272" y="3950805"/>
              <a:ext cx="628907" cy="628907"/>
            </a:xfrm>
            <a:prstGeom prst="roundRect">
              <a:avLst>
                <a:gd name="adj" fmla="val 8678"/>
              </a:avLst>
            </a:pr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MSS</a:t>
              </a:r>
            </a:p>
          </p:txBody>
        </p:sp>
        <p:cxnSp>
          <p:nvCxnSpPr>
            <p:cNvPr id="58" name="Straight Arrow Connector 57">
              <a:extLst>
                <a:ext uri="{FF2B5EF4-FFF2-40B4-BE49-F238E27FC236}">
                  <a16:creationId xmlns:a16="http://schemas.microsoft.com/office/drawing/2014/main" id="{F4C0C545-1470-D65C-BD24-29F5BC3F74B7}"/>
                </a:ext>
              </a:extLst>
            </p:cNvPr>
            <p:cNvCxnSpPr/>
            <p:nvPr/>
          </p:nvCxnSpPr>
          <p:spPr>
            <a:xfrm flipV="1">
              <a:off x="1476375" y="2733675"/>
              <a:ext cx="751592" cy="419100"/>
            </a:xfrm>
            <a:prstGeom prst="straightConnector1">
              <a:avLst/>
            </a:prstGeom>
            <a:ln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Straight Arrow Connector 60">
              <a:extLst>
                <a:ext uri="{FF2B5EF4-FFF2-40B4-BE49-F238E27FC236}">
                  <a16:creationId xmlns:a16="http://schemas.microsoft.com/office/drawing/2014/main" id="{3A785622-02D3-5F01-9B04-A495A254EABA}"/>
                </a:ext>
              </a:extLst>
            </p:cNvPr>
            <p:cNvCxnSpPr>
              <a:cxnSpLocks/>
            </p:cNvCxnSpPr>
            <p:nvPr/>
          </p:nvCxnSpPr>
          <p:spPr>
            <a:xfrm>
              <a:off x="1476375" y="3741255"/>
              <a:ext cx="751592" cy="419100"/>
            </a:xfrm>
            <a:prstGeom prst="straightConnector1">
              <a:avLst/>
            </a:prstGeom>
            <a:ln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62" name="TextBox 61">
              <a:extLst>
                <a:ext uri="{FF2B5EF4-FFF2-40B4-BE49-F238E27FC236}">
                  <a16:creationId xmlns:a16="http://schemas.microsoft.com/office/drawing/2014/main" id="{9879E1D6-2DB4-8309-2626-F2520453A026}"/>
                </a:ext>
              </a:extLst>
            </p:cNvPr>
            <p:cNvSpPr txBox="1"/>
            <p:nvPr/>
          </p:nvSpPr>
          <p:spPr>
            <a:xfrm>
              <a:off x="238558" y="3676872"/>
              <a:ext cx="1179193" cy="43858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5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data management system</a:t>
              </a: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</a:t>
              </a:r>
            </a:p>
          </p:txBody>
        </p:sp>
      </p:grpSp>
      <p:sp>
        <p:nvSpPr>
          <p:cNvPr id="250" name="TextBox 249">
            <a:extLst>
              <a:ext uri="{FF2B5EF4-FFF2-40B4-BE49-F238E27FC236}">
                <a16:creationId xmlns:a16="http://schemas.microsoft.com/office/drawing/2014/main" id="{7299B5E3-9630-CDE6-FB5A-DCF9DDDE2F0F}"/>
              </a:ext>
            </a:extLst>
          </p:cNvPr>
          <p:cNvSpPr txBox="1"/>
          <p:nvPr/>
        </p:nvSpPr>
        <p:spPr>
          <a:xfrm>
            <a:off x="6619182" y="6359331"/>
            <a:ext cx="818636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GTS</a:t>
            </a:r>
          </a:p>
        </p:txBody>
      </p:sp>
      <p:sp>
        <p:nvSpPr>
          <p:cNvPr id="251" name="TextBox 250">
            <a:extLst>
              <a:ext uri="{FF2B5EF4-FFF2-40B4-BE49-F238E27FC236}">
                <a16:creationId xmlns:a16="http://schemas.microsoft.com/office/drawing/2014/main" id="{AEBB7A36-594C-AC8F-AEA2-B65C037945ED}"/>
              </a:ext>
            </a:extLst>
          </p:cNvPr>
          <p:cNvSpPr txBox="1"/>
          <p:nvPr/>
        </p:nvSpPr>
        <p:spPr>
          <a:xfrm>
            <a:off x="3176" y="45"/>
            <a:ext cx="379729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WIS Centre includes WIS2 Node and Message Switching System (MSS) for distribution of data from NMHS </a:t>
            </a:r>
          </a:p>
        </p:txBody>
      </p:sp>
    </p:spTree>
    <p:extLst>
      <p:ext uri="{BB962C8B-B14F-4D97-AF65-F5344CB8AC3E}">
        <p14:creationId xmlns:p14="http://schemas.microsoft.com/office/powerpoint/2010/main" val="26316310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03714E-7696-9EAB-CC8D-6032280FF4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2" name="Picture 221">
            <a:extLst>
              <a:ext uri="{FF2B5EF4-FFF2-40B4-BE49-F238E27FC236}">
                <a16:creationId xmlns:a16="http://schemas.microsoft.com/office/drawing/2014/main" id="{186F78A7-0564-1EB0-9590-CD29C64FF26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418180"/>
            <a:ext cx="5197907" cy="1439820"/>
          </a:xfrm>
          <a:prstGeom prst="rect">
            <a:avLst/>
          </a:prstGeom>
        </p:spPr>
      </p:pic>
      <p:grpSp>
        <p:nvGrpSpPr>
          <p:cNvPr id="13" name="Group 12">
            <a:extLst>
              <a:ext uri="{FF2B5EF4-FFF2-40B4-BE49-F238E27FC236}">
                <a16:creationId xmlns:a16="http://schemas.microsoft.com/office/drawing/2014/main" id="{458AB7B9-D68A-B8A8-5C4D-9FCE17392FFF}"/>
              </a:ext>
            </a:extLst>
          </p:cNvPr>
          <p:cNvGrpSpPr/>
          <p:nvPr/>
        </p:nvGrpSpPr>
        <p:grpSpPr>
          <a:xfrm>
            <a:off x="2588900" y="323658"/>
            <a:ext cx="8879200" cy="6210684"/>
            <a:chOff x="1942544" y="1301750"/>
            <a:chExt cx="6082512" cy="4254500"/>
          </a:xfrm>
        </p:grpSpPr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E290DC53-51AB-9B1E-47C5-CDCD56973F74}"/>
                </a:ext>
              </a:extLst>
            </p:cNvPr>
            <p:cNvGrpSpPr/>
            <p:nvPr/>
          </p:nvGrpSpPr>
          <p:grpSpPr>
            <a:xfrm>
              <a:off x="1942544" y="1301750"/>
              <a:ext cx="6082512" cy="4254500"/>
              <a:chOff x="1942544" y="1301750"/>
              <a:chExt cx="6082512" cy="4254500"/>
            </a:xfrm>
          </p:grpSpPr>
          <p:sp>
            <p:nvSpPr>
              <p:cNvPr id="7" name="Cloud 6">
                <a:extLst>
                  <a:ext uri="{FF2B5EF4-FFF2-40B4-BE49-F238E27FC236}">
                    <a16:creationId xmlns:a16="http://schemas.microsoft.com/office/drawing/2014/main" id="{FEFD7ED5-177B-893B-8555-55B6FAE5E8B7}"/>
                  </a:ext>
                </a:extLst>
              </p:cNvPr>
              <p:cNvSpPr/>
              <p:nvPr/>
            </p:nvSpPr>
            <p:spPr>
              <a:xfrm rot="401311">
                <a:off x="1948500" y="1301750"/>
                <a:ext cx="6070600" cy="4254500"/>
              </a:xfrm>
              <a:prstGeom prst="cloud">
                <a:avLst/>
              </a:prstGeom>
              <a:solidFill>
                <a:schemeClr val="bg1"/>
              </a:solidFill>
              <a:ln w="38100">
                <a:solidFill>
                  <a:schemeClr val="bg1">
                    <a:lumMod val="75000"/>
                  </a:schemeClr>
                </a:solidFill>
                <a:prstDash val="sysDash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8" name="Cloud 7">
                <a:extLst>
                  <a:ext uri="{FF2B5EF4-FFF2-40B4-BE49-F238E27FC236}">
                    <a16:creationId xmlns:a16="http://schemas.microsoft.com/office/drawing/2014/main" id="{A8D0FE9B-2D90-0ED4-7100-6AD22641826F}"/>
                  </a:ext>
                </a:extLst>
              </p:cNvPr>
              <p:cNvSpPr/>
              <p:nvPr/>
            </p:nvSpPr>
            <p:spPr>
              <a:xfrm rot="401311">
                <a:off x="1942544" y="1382575"/>
                <a:ext cx="6082512" cy="4118248"/>
              </a:xfrm>
              <a:prstGeom prst="cloud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</p:grp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21051BF5-BA51-BDEA-4093-80A2008548FC}"/>
                </a:ext>
              </a:extLst>
            </p:cNvPr>
            <p:cNvCxnSpPr>
              <a:cxnSpLocks/>
            </p:cNvCxnSpPr>
            <p:nvPr/>
          </p:nvCxnSpPr>
          <p:spPr>
            <a:xfrm>
              <a:off x="2133600" y="3429000"/>
              <a:ext cx="5867400" cy="0"/>
            </a:xfrm>
            <a:prstGeom prst="line">
              <a:avLst/>
            </a:prstGeom>
            <a:solidFill>
              <a:schemeClr val="bg1"/>
            </a:solidFill>
            <a:ln w="38100">
              <a:solidFill>
                <a:schemeClr val="bg1">
                  <a:lumMod val="75000"/>
                </a:schemeClr>
              </a:solidFill>
              <a:prstDash val="sys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sp>
        <p:nvSpPr>
          <p:cNvPr id="14" name="TextBox 13">
            <a:extLst>
              <a:ext uri="{FF2B5EF4-FFF2-40B4-BE49-F238E27FC236}">
                <a16:creationId xmlns:a16="http://schemas.microsoft.com/office/drawing/2014/main" id="{9CC4B25E-05B9-BB3B-87FB-01036807E031}"/>
              </a:ext>
            </a:extLst>
          </p:cNvPr>
          <p:cNvSpPr txBox="1"/>
          <p:nvPr/>
        </p:nvSpPr>
        <p:spPr>
          <a:xfrm>
            <a:off x="6238875" y="314003"/>
            <a:ext cx="818636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WIS2</a:t>
            </a:r>
          </a:p>
        </p:txBody>
      </p:sp>
      <p:grpSp>
        <p:nvGrpSpPr>
          <p:cNvPr id="225" name="Group 224">
            <a:extLst>
              <a:ext uri="{FF2B5EF4-FFF2-40B4-BE49-F238E27FC236}">
                <a16:creationId xmlns:a16="http://schemas.microsoft.com/office/drawing/2014/main" id="{D831F0E0-1303-B0F3-23A4-CE5110126180}"/>
              </a:ext>
            </a:extLst>
          </p:cNvPr>
          <p:cNvGrpSpPr/>
          <p:nvPr/>
        </p:nvGrpSpPr>
        <p:grpSpPr>
          <a:xfrm>
            <a:off x="350689" y="4160355"/>
            <a:ext cx="466050" cy="669682"/>
            <a:chOff x="1159011" y="4934512"/>
            <a:chExt cx="466050" cy="669682"/>
          </a:xfrm>
        </p:grpSpPr>
        <p:sp>
          <p:nvSpPr>
            <p:cNvPr id="224" name="Rectangle: Rounded Corners 223">
              <a:extLst>
                <a:ext uri="{FF2B5EF4-FFF2-40B4-BE49-F238E27FC236}">
                  <a16:creationId xmlns:a16="http://schemas.microsoft.com/office/drawing/2014/main" id="{F74E969C-8162-6A83-95D3-64CCD10895A7}"/>
                </a:ext>
              </a:extLst>
            </p:cNvPr>
            <p:cNvSpPr/>
            <p:nvPr/>
          </p:nvSpPr>
          <p:spPr>
            <a:xfrm>
              <a:off x="1159011" y="4934512"/>
              <a:ext cx="466050" cy="669682"/>
            </a:xfrm>
            <a:prstGeom prst="roundRect">
              <a:avLst>
                <a:gd name="adj" fmla="val 8535"/>
              </a:avLst>
            </a:prstGeom>
            <a:solidFill>
              <a:schemeClr val="bg1"/>
            </a:solidFill>
            <a:ln w="12700">
              <a:prstDash val="sys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218" name="Rectangle 217">
              <a:extLst>
                <a:ext uri="{FF2B5EF4-FFF2-40B4-BE49-F238E27FC236}">
                  <a16:creationId xmlns:a16="http://schemas.microsoft.com/office/drawing/2014/main" id="{55E8CC20-FF9C-441E-C306-6D86F9E0D2E1}"/>
                </a:ext>
              </a:extLst>
            </p:cNvPr>
            <p:cNvSpPr/>
            <p:nvPr/>
          </p:nvSpPr>
          <p:spPr>
            <a:xfrm>
              <a:off x="1307134" y="5356687"/>
              <a:ext cx="169804" cy="169804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A</a:t>
              </a:r>
            </a:p>
          </p:txBody>
        </p:sp>
        <p:pic>
          <p:nvPicPr>
            <p:cNvPr id="223" name="Picture 222" descr="A black and white symbol&#10;&#10;Description automatically generated">
              <a:extLst>
                <a:ext uri="{FF2B5EF4-FFF2-40B4-BE49-F238E27FC236}">
                  <a16:creationId xmlns:a16="http://schemas.microsoft.com/office/drawing/2014/main" id="{39EA9BE0-D22E-E1D5-1990-734271FEE01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216187" y="4970684"/>
              <a:ext cx="351698" cy="351696"/>
            </a:xfrm>
            <a:prstGeom prst="rect">
              <a:avLst/>
            </a:prstGeom>
          </p:spPr>
        </p:pic>
      </p:grpSp>
      <p:grpSp>
        <p:nvGrpSpPr>
          <p:cNvPr id="234" name="Group 233">
            <a:extLst>
              <a:ext uri="{FF2B5EF4-FFF2-40B4-BE49-F238E27FC236}">
                <a16:creationId xmlns:a16="http://schemas.microsoft.com/office/drawing/2014/main" id="{76D46546-BF4E-9C65-CAF8-FF9C7281C652}"/>
              </a:ext>
            </a:extLst>
          </p:cNvPr>
          <p:cNvGrpSpPr/>
          <p:nvPr/>
        </p:nvGrpSpPr>
        <p:grpSpPr>
          <a:xfrm>
            <a:off x="858066" y="4163562"/>
            <a:ext cx="466050" cy="669682"/>
            <a:chOff x="1159011" y="4934512"/>
            <a:chExt cx="466050" cy="669682"/>
          </a:xfrm>
        </p:grpSpPr>
        <p:sp>
          <p:nvSpPr>
            <p:cNvPr id="235" name="Rectangle: Rounded Corners 234">
              <a:extLst>
                <a:ext uri="{FF2B5EF4-FFF2-40B4-BE49-F238E27FC236}">
                  <a16:creationId xmlns:a16="http://schemas.microsoft.com/office/drawing/2014/main" id="{0D0772B1-0D44-815F-D1C5-D71E73516F9C}"/>
                </a:ext>
              </a:extLst>
            </p:cNvPr>
            <p:cNvSpPr/>
            <p:nvPr/>
          </p:nvSpPr>
          <p:spPr>
            <a:xfrm>
              <a:off x="1159011" y="4934512"/>
              <a:ext cx="466050" cy="669682"/>
            </a:xfrm>
            <a:prstGeom prst="roundRect">
              <a:avLst>
                <a:gd name="adj" fmla="val 8535"/>
              </a:avLst>
            </a:prstGeom>
            <a:solidFill>
              <a:schemeClr val="bg1"/>
            </a:solidFill>
            <a:ln w="12700">
              <a:prstDash val="sys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236" name="Rectangle 235">
              <a:extLst>
                <a:ext uri="{FF2B5EF4-FFF2-40B4-BE49-F238E27FC236}">
                  <a16:creationId xmlns:a16="http://schemas.microsoft.com/office/drawing/2014/main" id="{C07604D4-43E1-69EB-4822-77B86344C7D9}"/>
                </a:ext>
              </a:extLst>
            </p:cNvPr>
            <p:cNvSpPr/>
            <p:nvPr/>
          </p:nvSpPr>
          <p:spPr>
            <a:xfrm>
              <a:off x="1307134" y="5356687"/>
              <a:ext cx="169804" cy="169804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B</a:t>
              </a:r>
            </a:p>
          </p:txBody>
        </p:sp>
        <p:pic>
          <p:nvPicPr>
            <p:cNvPr id="237" name="Picture 236" descr="A black and white symbol&#10;&#10;Description automatically generated">
              <a:extLst>
                <a:ext uri="{FF2B5EF4-FFF2-40B4-BE49-F238E27FC236}">
                  <a16:creationId xmlns:a16="http://schemas.microsoft.com/office/drawing/2014/main" id="{C6E2AA38-3D5B-007E-2EC8-6C79D4155D32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216187" y="4970684"/>
              <a:ext cx="351698" cy="351696"/>
            </a:xfrm>
            <a:prstGeom prst="rect">
              <a:avLst/>
            </a:prstGeom>
          </p:spPr>
        </p:pic>
      </p:grpSp>
      <p:grpSp>
        <p:nvGrpSpPr>
          <p:cNvPr id="238" name="Group 237">
            <a:extLst>
              <a:ext uri="{FF2B5EF4-FFF2-40B4-BE49-F238E27FC236}">
                <a16:creationId xmlns:a16="http://schemas.microsoft.com/office/drawing/2014/main" id="{9140F134-A4A3-B702-DD00-FB0A8D9B731F}"/>
              </a:ext>
            </a:extLst>
          </p:cNvPr>
          <p:cNvGrpSpPr/>
          <p:nvPr/>
        </p:nvGrpSpPr>
        <p:grpSpPr>
          <a:xfrm>
            <a:off x="856832" y="4869695"/>
            <a:ext cx="466050" cy="669682"/>
            <a:chOff x="1159011" y="4934512"/>
            <a:chExt cx="466050" cy="669682"/>
          </a:xfrm>
        </p:grpSpPr>
        <p:sp>
          <p:nvSpPr>
            <p:cNvPr id="239" name="Rectangle: Rounded Corners 238">
              <a:extLst>
                <a:ext uri="{FF2B5EF4-FFF2-40B4-BE49-F238E27FC236}">
                  <a16:creationId xmlns:a16="http://schemas.microsoft.com/office/drawing/2014/main" id="{BF67D687-C884-7903-4BE8-682985022523}"/>
                </a:ext>
              </a:extLst>
            </p:cNvPr>
            <p:cNvSpPr/>
            <p:nvPr/>
          </p:nvSpPr>
          <p:spPr>
            <a:xfrm>
              <a:off x="1159011" y="4934512"/>
              <a:ext cx="466050" cy="669682"/>
            </a:xfrm>
            <a:prstGeom prst="roundRect">
              <a:avLst>
                <a:gd name="adj" fmla="val 8535"/>
              </a:avLst>
            </a:prstGeom>
            <a:solidFill>
              <a:schemeClr val="bg1"/>
            </a:solidFill>
            <a:ln w="12700">
              <a:prstDash val="sys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240" name="Rectangle 239">
              <a:extLst>
                <a:ext uri="{FF2B5EF4-FFF2-40B4-BE49-F238E27FC236}">
                  <a16:creationId xmlns:a16="http://schemas.microsoft.com/office/drawing/2014/main" id="{059E3F07-AD9D-528A-9F7F-A74B6DA5DC67}"/>
                </a:ext>
              </a:extLst>
            </p:cNvPr>
            <p:cNvSpPr/>
            <p:nvPr/>
          </p:nvSpPr>
          <p:spPr>
            <a:xfrm>
              <a:off x="1307134" y="5356687"/>
              <a:ext cx="169804" cy="169804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D</a:t>
              </a:r>
            </a:p>
          </p:txBody>
        </p:sp>
        <p:pic>
          <p:nvPicPr>
            <p:cNvPr id="241" name="Picture 240" descr="A black and white symbol&#10;&#10;Description automatically generated">
              <a:extLst>
                <a:ext uri="{FF2B5EF4-FFF2-40B4-BE49-F238E27FC236}">
                  <a16:creationId xmlns:a16="http://schemas.microsoft.com/office/drawing/2014/main" id="{1E07CDF0-2C69-1238-7045-9B08FBCCC1CF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216187" y="4970684"/>
              <a:ext cx="351698" cy="351696"/>
            </a:xfrm>
            <a:prstGeom prst="rect">
              <a:avLst/>
            </a:prstGeom>
          </p:spPr>
        </p:pic>
      </p:grpSp>
      <p:grpSp>
        <p:nvGrpSpPr>
          <p:cNvPr id="242" name="Group 241">
            <a:extLst>
              <a:ext uri="{FF2B5EF4-FFF2-40B4-BE49-F238E27FC236}">
                <a16:creationId xmlns:a16="http://schemas.microsoft.com/office/drawing/2014/main" id="{0948E2FB-439D-5736-5996-2E61549C3D1D}"/>
              </a:ext>
            </a:extLst>
          </p:cNvPr>
          <p:cNvGrpSpPr/>
          <p:nvPr/>
        </p:nvGrpSpPr>
        <p:grpSpPr>
          <a:xfrm>
            <a:off x="349454" y="4869695"/>
            <a:ext cx="466050" cy="669682"/>
            <a:chOff x="1159011" y="4934512"/>
            <a:chExt cx="466050" cy="669682"/>
          </a:xfrm>
        </p:grpSpPr>
        <p:sp>
          <p:nvSpPr>
            <p:cNvPr id="243" name="Rectangle: Rounded Corners 242">
              <a:extLst>
                <a:ext uri="{FF2B5EF4-FFF2-40B4-BE49-F238E27FC236}">
                  <a16:creationId xmlns:a16="http://schemas.microsoft.com/office/drawing/2014/main" id="{F17E5492-FB91-5785-8798-620E13F378B6}"/>
                </a:ext>
              </a:extLst>
            </p:cNvPr>
            <p:cNvSpPr/>
            <p:nvPr/>
          </p:nvSpPr>
          <p:spPr>
            <a:xfrm>
              <a:off x="1159011" y="4934512"/>
              <a:ext cx="466050" cy="669682"/>
            </a:xfrm>
            <a:prstGeom prst="roundRect">
              <a:avLst>
                <a:gd name="adj" fmla="val 8535"/>
              </a:avLst>
            </a:prstGeom>
            <a:solidFill>
              <a:schemeClr val="bg1"/>
            </a:solidFill>
            <a:ln w="12700">
              <a:prstDash val="sys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244" name="Rectangle 243">
              <a:extLst>
                <a:ext uri="{FF2B5EF4-FFF2-40B4-BE49-F238E27FC236}">
                  <a16:creationId xmlns:a16="http://schemas.microsoft.com/office/drawing/2014/main" id="{00147AA9-CBEE-CF08-542D-F04BF58756D9}"/>
                </a:ext>
              </a:extLst>
            </p:cNvPr>
            <p:cNvSpPr/>
            <p:nvPr/>
          </p:nvSpPr>
          <p:spPr>
            <a:xfrm>
              <a:off x="1307134" y="5356687"/>
              <a:ext cx="169804" cy="169804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C</a:t>
              </a:r>
            </a:p>
          </p:txBody>
        </p:sp>
        <p:pic>
          <p:nvPicPr>
            <p:cNvPr id="245" name="Picture 244" descr="A black and white symbol&#10;&#10;Description automatically generated">
              <a:extLst>
                <a:ext uri="{FF2B5EF4-FFF2-40B4-BE49-F238E27FC236}">
                  <a16:creationId xmlns:a16="http://schemas.microsoft.com/office/drawing/2014/main" id="{EE50AE88-4D89-3CCD-8E32-F447E98A826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216187" y="4970684"/>
              <a:ext cx="351698" cy="351696"/>
            </a:xfrm>
            <a:prstGeom prst="rect">
              <a:avLst/>
            </a:prstGeom>
          </p:spPr>
        </p:pic>
      </p:grpSp>
      <p:grpSp>
        <p:nvGrpSpPr>
          <p:cNvPr id="249" name="Group 248">
            <a:extLst>
              <a:ext uri="{FF2B5EF4-FFF2-40B4-BE49-F238E27FC236}">
                <a16:creationId xmlns:a16="http://schemas.microsoft.com/office/drawing/2014/main" id="{C3810718-BB6B-7291-20F2-C06ADBB9B84D}"/>
              </a:ext>
            </a:extLst>
          </p:cNvPr>
          <p:cNvGrpSpPr/>
          <p:nvPr/>
        </p:nvGrpSpPr>
        <p:grpSpPr>
          <a:xfrm>
            <a:off x="1633202" y="1621248"/>
            <a:ext cx="1960897" cy="3158269"/>
            <a:chOff x="1633202" y="1621248"/>
            <a:chExt cx="1960897" cy="3158269"/>
          </a:xfrm>
        </p:grpSpPr>
        <p:sp>
          <p:nvSpPr>
            <p:cNvPr id="247" name="Rectangle: Rounded Corners 246">
              <a:extLst>
                <a:ext uri="{FF2B5EF4-FFF2-40B4-BE49-F238E27FC236}">
                  <a16:creationId xmlns:a16="http://schemas.microsoft.com/office/drawing/2014/main" id="{F15046B4-0587-E826-8D4C-4C6D504C2406}"/>
                </a:ext>
              </a:extLst>
            </p:cNvPr>
            <p:cNvSpPr/>
            <p:nvPr/>
          </p:nvSpPr>
          <p:spPr>
            <a:xfrm>
              <a:off x="1633202" y="1858519"/>
              <a:ext cx="1960897" cy="2920998"/>
            </a:xfrm>
            <a:prstGeom prst="roundRect">
              <a:avLst>
                <a:gd name="adj" fmla="val 3624"/>
              </a:avLst>
            </a:prstGeom>
            <a:solidFill>
              <a:schemeClr val="bg1">
                <a:lumMod val="95000"/>
                <a:alpha val="50196"/>
              </a:schemeClr>
            </a:solidFill>
            <a:ln w="12700">
              <a:solidFill>
                <a:schemeClr val="tx1">
                  <a:lumMod val="50000"/>
                  <a:lumOff val="50000"/>
                </a:schemeClr>
              </a:solidFill>
              <a:prstDash val="sysDot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248" name="TextBox 247">
              <a:extLst>
                <a:ext uri="{FF2B5EF4-FFF2-40B4-BE49-F238E27FC236}">
                  <a16:creationId xmlns:a16="http://schemas.microsoft.com/office/drawing/2014/main" id="{C195B225-D324-02A2-7CAD-BD47EA2D5608}"/>
                </a:ext>
              </a:extLst>
            </p:cNvPr>
            <p:cNvSpPr txBox="1"/>
            <p:nvPr/>
          </p:nvSpPr>
          <p:spPr>
            <a:xfrm>
              <a:off x="2059127" y="1621248"/>
              <a:ext cx="1179193" cy="2539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5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WIS Centre</a:t>
              </a:r>
              <a:endParaRPr kumimoji="0" lang="en-GB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246" name="Group 245">
            <a:extLst>
              <a:ext uri="{FF2B5EF4-FFF2-40B4-BE49-F238E27FC236}">
                <a16:creationId xmlns:a16="http://schemas.microsoft.com/office/drawing/2014/main" id="{BF47AA5F-8988-4B18-5281-D11636D34FB9}"/>
              </a:ext>
            </a:extLst>
          </p:cNvPr>
          <p:cNvGrpSpPr/>
          <p:nvPr/>
        </p:nvGrpSpPr>
        <p:grpSpPr>
          <a:xfrm>
            <a:off x="238558" y="2004858"/>
            <a:ext cx="2724621" cy="2574854"/>
            <a:chOff x="238558" y="2004858"/>
            <a:chExt cx="2724621" cy="2574854"/>
          </a:xfrm>
        </p:grpSpPr>
        <p:pic>
          <p:nvPicPr>
            <p:cNvPr id="52" name="Picture 51">
              <a:extLst>
                <a:ext uri="{FF2B5EF4-FFF2-40B4-BE49-F238E27FC236}">
                  <a16:creationId xmlns:a16="http://schemas.microsoft.com/office/drawing/2014/main" id="{6EDAB66A-4DA4-1AC7-E612-DFCAB2966B9D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256121" y="3053461"/>
              <a:ext cx="1338982" cy="751078"/>
            </a:xfrm>
            <a:prstGeom prst="rect">
              <a:avLst/>
            </a:prstGeom>
          </p:spPr>
        </p:pic>
        <p:grpSp>
          <p:nvGrpSpPr>
            <p:cNvPr id="53" name="Group 52">
              <a:extLst>
                <a:ext uri="{FF2B5EF4-FFF2-40B4-BE49-F238E27FC236}">
                  <a16:creationId xmlns:a16="http://schemas.microsoft.com/office/drawing/2014/main" id="{24C49416-FEF1-984E-9978-4A51E8F8BB60}"/>
                </a:ext>
              </a:extLst>
            </p:cNvPr>
            <p:cNvGrpSpPr/>
            <p:nvPr/>
          </p:nvGrpSpPr>
          <p:grpSpPr>
            <a:xfrm>
              <a:off x="2334271" y="2004858"/>
              <a:ext cx="628907" cy="910662"/>
              <a:chOff x="6648193" y="889820"/>
              <a:chExt cx="628907" cy="910662"/>
            </a:xfrm>
          </p:grpSpPr>
          <p:sp>
            <p:nvSpPr>
              <p:cNvPr id="54" name="Rectangle: Rounded Corners 53">
                <a:extLst>
                  <a:ext uri="{FF2B5EF4-FFF2-40B4-BE49-F238E27FC236}">
                    <a16:creationId xmlns:a16="http://schemas.microsoft.com/office/drawing/2014/main" id="{9F49B156-C8DC-5CCB-6588-EB56686BC566}"/>
                  </a:ext>
                </a:extLst>
              </p:cNvPr>
              <p:cNvSpPr/>
              <p:nvPr/>
            </p:nvSpPr>
            <p:spPr>
              <a:xfrm>
                <a:off x="6648193" y="1171575"/>
                <a:ext cx="628907" cy="628907"/>
              </a:xfrm>
              <a:prstGeom prst="roundRect">
                <a:avLst>
                  <a:gd name="adj" fmla="val 8678"/>
                </a:avLst>
              </a:prstGeom>
              <a:solidFill>
                <a:schemeClr val="bg1"/>
              </a:solidFill>
              <a:ln w="28575">
                <a:solidFill>
                  <a:srgbClr val="3963DA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3963DA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3963DA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WIS2 Node</a:t>
                </a:r>
              </a:p>
            </p:txBody>
          </p:sp>
          <p:pic>
            <p:nvPicPr>
              <p:cNvPr id="55" name="Picture 54">
                <a:extLst>
                  <a:ext uri="{FF2B5EF4-FFF2-40B4-BE49-F238E27FC236}">
                    <a16:creationId xmlns:a16="http://schemas.microsoft.com/office/drawing/2014/main" id="{144A3F86-03B2-2339-1C96-8F3981161EF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6701185" y="889820"/>
                <a:ext cx="522922" cy="532516"/>
              </a:xfrm>
              <a:prstGeom prst="rect">
                <a:avLst/>
              </a:prstGeom>
            </p:spPr>
          </p:pic>
        </p:grpSp>
        <p:sp>
          <p:nvSpPr>
            <p:cNvPr id="56" name="Rectangle: Rounded Corners 55">
              <a:extLst>
                <a:ext uri="{FF2B5EF4-FFF2-40B4-BE49-F238E27FC236}">
                  <a16:creationId xmlns:a16="http://schemas.microsoft.com/office/drawing/2014/main" id="{D0A82427-AC93-E52A-8E09-7DC6C5C8DB16}"/>
                </a:ext>
              </a:extLst>
            </p:cNvPr>
            <p:cNvSpPr/>
            <p:nvPr/>
          </p:nvSpPr>
          <p:spPr>
            <a:xfrm>
              <a:off x="2334272" y="3950805"/>
              <a:ext cx="628907" cy="628907"/>
            </a:xfrm>
            <a:prstGeom prst="roundRect">
              <a:avLst>
                <a:gd name="adj" fmla="val 8678"/>
              </a:avLst>
            </a:pr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MSS</a:t>
              </a:r>
            </a:p>
          </p:txBody>
        </p:sp>
        <p:cxnSp>
          <p:nvCxnSpPr>
            <p:cNvPr id="58" name="Straight Arrow Connector 57">
              <a:extLst>
                <a:ext uri="{FF2B5EF4-FFF2-40B4-BE49-F238E27FC236}">
                  <a16:creationId xmlns:a16="http://schemas.microsoft.com/office/drawing/2014/main" id="{64EEED5B-51BB-AE4C-F2F9-D8AC0C8666F8}"/>
                </a:ext>
              </a:extLst>
            </p:cNvPr>
            <p:cNvCxnSpPr/>
            <p:nvPr/>
          </p:nvCxnSpPr>
          <p:spPr>
            <a:xfrm flipV="1">
              <a:off x="1476375" y="2733675"/>
              <a:ext cx="751592" cy="419100"/>
            </a:xfrm>
            <a:prstGeom prst="straightConnector1">
              <a:avLst/>
            </a:prstGeom>
            <a:ln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Straight Arrow Connector 60">
              <a:extLst>
                <a:ext uri="{FF2B5EF4-FFF2-40B4-BE49-F238E27FC236}">
                  <a16:creationId xmlns:a16="http://schemas.microsoft.com/office/drawing/2014/main" id="{FD671FA9-0CC9-DC0F-A78F-1F7E77D9B3EE}"/>
                </a:ext>
              </a:extLst>
            </p:cNvPr>
            <p:cNvCxnSpPr>
              <a:cxnSpLocks/>
            </p:cNvCxnSpPr>
            <p:nvPr/>
          </p:nvCxnSpPr>
          <p:spPr>
            <a:xfrm>
              <a:off x="1476375" y="3741255"/>
              <a:ext cx="751592" cy="419100"/>
            </a:xfrm>
            <a:prstGeom prst="straightConnector1">
              <a:avLst/>
            </a:prstGeom>
            <a:ln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62" name="TextBox 61">
              <a:extLst>
                <a:ext uri="{FF2B5EF4-FFF2-40B4-BE49-F238E27FC236}">
                  <a16:creationId xmlns:a16="http://schemas.microsoft.com/office/drawing/2014/main" id="{124FA6F0-775E-DD76-E83A-0F8DC28689F6}"/>
                </a:ext>
              </a:extLst>
            </p:cNvPr>
            <p:cNvSpPr txBox="1"/>
            <p:nvPr/>
          </p:nvSpPr>
          <p:spPr>
            <a:xfrm>
              <a:off x="238558" y="3676872"/>
              <a:ext cx="1179193" cy="43858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5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data management system</a:t>
              </a: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</a:t>
              </a:r>
            </a:p>
          </p:txBody>
        </p:sp>
      </p:grpSp>
      <p:sp>
        <p:nvSpPr>
          <p:cNvPr id="250" name="TextBox 249">
            <a:extLst>
              <a:ext uri="{FF2B5EF4-FFF2-40B4-BE49-F238E27FC236}">
                <a16:creationId xmlns:a16="http://schemas.microsoft.com/office/drawing/2014/main" id="{B9EA232E-D554-8FBA-A8B3-A223D5E51403}"/>
              </a:ext>
            </a:extLst>
          </p:cNvPr>
          <p:cNvSpPr txBox="1"/>
          <p:nvPr/>
        </p:nvSpPr>
        <p:spPr>
          <a:xfrm>
            <a:off x="6619182" y="6359331"/>
            <a:ext cx="818636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GTS</a:t>
            </a:r>
          </a:p>
        </p:txBody>
      </p:sp>
      <p:sp>
        <p:nvSpPr>
          <p:cNvPr id="251" name="TextBox 250">
            <a:extLst>
              <a:ext uri="{FF2B5EF4-FFF2-40B4-BE49-F238E27FC236}">
                <a16:creationId xmlns:a16="http://schemas.microsoft.com/office/drawing/2014/main" id="{2E31105B-DC78-61ED-39B7-8ED01A62E667}"/>
              </a:ext>
            </a:extLst>
          </p:cNvPr>
          <p:cNvSpPr txBox="1"/>
          <p:nvPr/>
        </p:nvSpPr>
        <p:spPr>
          <a:xfrm>
            <a:off x="3176" y="45"/>
            <a:ext cx="440689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GTS distribution example</a:t>
            </a: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Bulletin </a:t>
            </a: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ISMD01TEST</a:t>
            </a: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routinely contains reports from 4 stations (A, B, C and D) packaged as a “collective” 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C3577F0-E476-035C-76B3-5C2FCDF1A0E2}"/>
              </a:ext>
            </a:extLst>
          </p:cNvPr>
          <p:cNvSpPr txBox="1"/>
          <p:nvPr/>
        </p:nvSpPr>
        <p:spPr>
          <a:xfrm>
            <a:off x="2074853" y="3688682"/>
            <a:ext cx="117919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CCCC = </a:t>
            </a:r>
            <a:r>
              <a:rPr kumimoji="0" lang="en-GB" sz="12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TEST</a:t>
            </a:r>
            <a:endParaRPr kumimoji="0" lang="en-GB" sz="16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+mn-cs"/>
            </a:endParaRP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5F67C208-FE45-F239-A51A-4569B9B00BD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400894" y="4929298"/>
            <a:ext cx="612283" cy="855395"/>
          </a:xfrm>
          <a:prstGeom prst="rect">
            <a:avLst/>
          </a:prstGeom>
        </p:spPr>
      </p:pic>
      <p:grpSp>
        <p:nvGrpSpPr>
          <p:cNvPr id="22" name="Group 21">
            <a:extLst>
              <a:ext uri="{FF2B5EF4-FFF2-40B4-BE49-F238E27FC236}">
                <a16:creationId xmlns:a16="http://schemas.microsoft.com/office/drawing/2014/main" id="{EFC920DF-03F6-2E3C-FB6C-D39604D5B3D9}"/>
              </a:ext>
            </a:extLst>
          </p:cNvPr>
          <p:cNvGrpSpPr/>
          <p:nvPr/>
        </p:nvGrpSpPr>
        <p:grpSpPr>
          <a:xfrm>
            <a:off x="2494912" y="5097206"/>
            <a:ext cx="381019" cy="376523"/>
            <a:chOff x="2467194" y="5209255"/>
            <a:chExt cx="381019" cy="376523"/>
          </a:xfrm>
        </p:grpSpPr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39DDCB77-49CB-3136-E39D-79FF5CF259D5}"/>
                </a:ext>
              </a:extLst>
            </p:cNvPr>
            <p:cNvSpPr/>
            <p:nvPr/>
          </p:nvSpPr>
          <p:spPr>
            <a:xfrm>
              <a:off x="2467194" y="5209255"/>
              <a:ext cx="169804" cy="169804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A</a:t>
              </a:r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BAE82F34-2140-EA37-9D82-A29850D6168C}"/>
                </a:ext>
              </a:extLst>
            </p:cNvPr>
            <p:cNvSpPr/>
            <p:nvPr/>
          </p:nvSpPr>
          <p:spPr>
            <a:xfrm>
              <a:off x="2678409" y="5209255"/>
              <a:ext cx="169804" cy="169804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B</a:t>
              </a:r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621091BF-2BD9-7ECB-7CA3-14914B6A28C3}"/>
                </a:ext>
              </a:extLst>
            </p:cNvPr>
            <p:cNvSpPr/>
            <p:nvPr/>
          </p:nvSpPr>
          <p:spPr>
            <a:xfrm>
              <a:off x="2467194" y="5415974"/>
              <a:ext cx="169804" cy="169804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C</a:t>
              </a:r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1D322BC1-3E5F-D991-158A-D36B8C6738E4}"/>
                </a:ext>
              </a:extLst>
            </p:cNvPr>
            <p:cNvSpPr/>
            <p:nvPr/>
          </p:nvSpPr>
          <p:spPr>
            <a:xfrm>
              <a:off x="2678409" y="5415974"/>
              <a:ext cx="169804" cy="169804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D</a:t>
              </a:r>
            </a:p>
          </p:txBody>
        </p:sp>
      </p:grpSp>
      <p:sp>
        <p:nvSpPr>
          <p:cNvPr id="25" name="TextBox 24">
            <a:extLst>
              <a:ext uri="{FF2B5EF4-FFF2-40B4-BE49-F238E27FC236}">
                <a16:creationId xmlns:a16="http://schemas.microsoft.com/office/drawing/2014/main" id="{D9C25521-933C-47B1-D054-616CE9DEE2D7}"/>
              </a:ext>
            </a:extLst>
          </p:cNvPr>
          <p:cNvSpPr txBox="1"/>
          <p:nvPr/>
        </p:nvSpPr>
        <p:spPr>
          <a:xfrm>
            <a:off x="2107005" y="5776924"/>
            <a:ext cx="117919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0" i="0" u="none" strike="noStrike" kern="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TTAAii</a:t>
            </a:r>
            <a:r>
              <a:rPr kumimoji="0" lang="en-GB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 CCCC</a:t>
            </a:r>
            <a:r>
              <a:rPr kumimoji="0" lang="en-GB" sz="12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 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ISMD01TEST</a:t>
            </a:r>
            <a:endParaRPr kumimoji="0" lang="en-GB" sz="16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757991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F97A1F-BDB0-A81D-B535-0663B8CEDA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2" name="Picture 221">
            <a:extLst>
              <a:ext uri="{FF2B5EF4-FFF2-40B4-BE49-F238E27FC236}">
                <a16:creationId xmlns:a16="http://schemas.microsoft.com/office/drawing/2014/main" id="{8902B99B-F0CC-B6C9-EC61-08B51B0E51D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418180"/>
            <a:ext cx="5197907" cy="1439820"/>
          </a:xfrm>
          <a:prstGeom prst="rect">
            <a:avLst/>
          </a:prstGeom>
        </p:spPr>
      </p:pic>
      <p:grpSp>
        <p:nvGrpSpPr>
          <p:cNvPr id="13" name="Group 12">
            <a:extLst>
              <a:ext uri="{FF2B5EF4-FFF2-40B4-BE49-F238E27FC236}">
                <a16:creationId xmlns:a16="http://schemas.microsoft.com/office/drawing/2014/main" id="{73652B6A-3EA3-3A61-45D9-28A18206E5E6}"/>
              </a:ext>
            </a:extLst>
          </p:cNvPr>
          <p:cNvGrpSpPr/>
          <p:nvPr/>
        </p:nvGrpSpPr>
        <p:grpSpPr>
          <a:xfrm>
            <a:off x="2588900" y="323658"/>
            <a:ext cx="8879200" cy="6210684"/>
            <a:chOff x="1942544" y="1301750"/>
            <a:chExt cx="6082512" cy="4254500"/>
          </a:xfrm>
        </p:grpSpPr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75F1C932-7AF1-8167-DCCF-2E5CCAE11ED3}"/>
                </a:ext>
              </a:extLst>
            </p:cNvPr>
            <p:cNvGrpSpPr/>
            <p:nvPr/>
          </p:nvGrpSpPr>
          <p:grpSpPr>
            <a:xfrm>
              <a:off x="1942544" y="1301750"/>
              <a:ext cx="6082512" cy="4254500"/>
              <a:chOff x="1942544" y="1301750"/>
              <a:chExt cx="6082512" cy="4254500"/>
            </a:xfrm>
          </p:grpSpPr>
          <p:sp>
            <p:nvSpPr>
              <p:cNvPr id="7" name="Cloud 6">
                <a:extLst>
                  <a:ext uri="{FF2B5EF4-FFF2-40B4-BE49-F238E27FC236}">
                    <a16:creationId xmlns:a16="http://schemas.microsoft.com/office/drawing/2014/main" id="{D8F939DC-AE92-EDE1-33A0-EC091F3A6CF7}"/>
                  </a:ext>
                </a:extLst>
              </p:cNvPr>
              <p:cNvSpPr/>
              <p:nvPr/>
            </p:nvSpPr>
            <p:spPr>
              <a:xfrm rot="401311">
                <a:off x="1948500" y="1301750"/>
                <a:ext cx="6070600" cy="4254500"/>
              </a:xfrm>
              <a:prstGeom prst="cloud">
                <a:avLst/>
              </a:prstGeom>
              <a:solidFill>
                <a:schemeClr val="bg1"/>
              </a:solidFill>
              <a:ln w="38100">
                <a:solidFill>
                  <a:schemeClr val="bg1">
                    <a:lumMod val="75000"/>
                  </a:schemeClr>
                </a:solidFill>
                <a:prstDash val="sysDash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8" name="Cloud 7">
                <a:extLst>
                  <a:ext uri="{FF2B5EF4-FFF2-40B4-BE49-F238E27FC236}">
                    <a16:creationId xmlns:a16="http://schemas.microsoft.com/office/drawing/2014/main" id="{7FC86AB6-933E-100B-2534-A9FB168E31E9}"/>
                  </a:ext>
                </a:extLst>
              </p:cNvPr>
              <p:cNvSpPr/>
              <p:nvPr/>
            </p:nvSpPr>
            <p:spPr>
              <a:xfrm rot="401311">
                <a:off x="1942544" y="1382575"/>
                <a:ext cx="6082512" cy="4118248"/>
              </a:xfrm>
              <a:prstGeom prst="cloud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</p:grp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1FCB1BE8-3638-E054-2844-D261361E7375}"/>
                </a:ext>
              </a:extLst>
            </p:cNvPr>
            <p:cNvCxnSpPr>
              <a:cxnSpLocks/>
            </p:cNvCxnSpPr>
            <p:nvPr/>
          </p:nvCxnSpPr>
          <p:spPr>
            <a:xfrm>
              <a:off x="2133600" y="3429000"/>
              <a:ext cx="5867400" cy="0"/>
            </a:xfrm>
            <a:prstGeom prst="line">
              <a:avLst/>
            </a:prstGeom>
            <a:solidFill>
              <a:schemeClr val="bg1"/>
            </a:solidFill>
            <a:ln w="38100">
              <a:solidFill>
                <a:schemeClr val="bg1">
                  <a:lumMod val="75000"/>
                </a:schemeClr>
              </a:solidFill>
              <a:prstDash val="sys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sp>
        <p:nvSpPr>
          <p:cNvPr id="14" name="TextBox 13">
            <a:extLst>
              <a:ext uri="{FF2B5EF4-FFF2-40B4-BE49-F238E27FC236}">
                <a16:creationId xmlns:a16="http://schemas.microsoft.com/office/drawing/2014/main" id="{4DB8BB22-0094-BD62-CE26-74C6A92F460A}"/>
              </a:ext>
            </a:extLst>
          </p:cNvPr>
          <p:cNvSpPr txBox="1"/>
          <p:nvPr/>
        </p:nvSpPr>
        <p:spPr>
          <a:xfrm>
            <a:off x="6238875" y="314003"/>
            <a:ext cx="818636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WIS2</a:t>
            </a:r>
          </a:p>
        </p:txBody>
      </p:sp>
      <p:grpSp>
        <p:nvGrpSpPr>
          <p:cNvPr id="225" name="Group 224">
            <a:extLst>
              <a:ext uri="{FF2B5EF4-FFF2-40B4-BE49-F238E27FC236}">
                <a16:creationId xmlns:a16="http://schemas.microsoft.com/office/drawing/2014/main" id="{CAD16A77-8292-F952-3EFC-12567637649C}"/>
              </a:ext>
            </a:extLst>
          </p:cNvPr>
          <p:cNvGrpSpPr/>
          <p:nvPr/>
        </p:nvGrpSpPr>
        <p:grpSpPr>
          <a:xfrm>
            <a:off x="350689" y="4160355"/>
            <a:ext cx="466050" cy="669682"/>
            <a:chOff x="1159011" y="4934512"/>
            <a:chExt cx="466050" cy="669682"/>
          </a:xfrm>
        </p:grpSpPr>
        <p:sp>
          <p:nvSpPr>
            <p:cNvPr id="224" name="Rectangle: Rounded Corners 223">
              <a:extLst>
                <a:ext uri="{FF2B5EF4-FFF2-40B4-BE49-F238E27FC236}">
                  <a16:creationId xmlns:a16="http://schemas.microsoft.com/office/drawing/2014/main" id="{C0107204-2D5F-3828-4E53-562058053DCF}"/>
                </a:ext>
              </a:extLst>
            </p:cNvPr>
            <p:cNvSpPr/>
            <p:nvPr/>
          </p:nvSpPr>
          <p:spPr>
            <a:xfrm>
              <a:off x="1159011" y="4934512"/>
              <a:ext cx="466050" cy="669682"/>
            </a:xfrm>
            <a:prstGeom prst="roundRect">
              <a:avLst>
                <a:gd name="adj" fmla="val 8535"/>
              </a:avLst>
            </a:prstGeom>
            <a:solidFill>
              <a:schemeClr val="bg1"/>
            </a:solidFill>
            <a:ln w="12700">
              <a:prstDash val="sys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218" name="Rectangle 217">
              <a:extLst>
                <a:ext uri="{FF2B5EF4-FFF2-40B4-BE49-F238E27FC236}">
                  <a16:creationId xmlns:a16="http://schemas.microsoft.com/office/drawing/2014/main" id="{2E8202BD-310C-3A5F-20A8-60C91F00C5B1}"/>
                </a:ext>
              </a:extLst>
            </p:cNvPr>
            <p:cNvSpPr/>
            <p:nvPr/>
          </p:nvSpPr>
          <p:spPr>
            <a:xfrm>
              <a:off x="1307134" y="5356687"/>
              <a:ext cx="169804" cy="169804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A</a:t>
              </a:r>
            </a:p>
          </p:txBody>
        </p:sp>
        <p:pic>
          <p:nvPicPr>
            <p:cNvPr id="223" name="Picture 222" descr="A black and white symbol&#10;&#10;Description automatically generated">
              <a:extLst>
                <a:ext uri="{FF2B5EF4-FFF2-40B4-BE49-F238E27FC236}">
                  <a16:creationId xmlns:a16="http://schemas.microsoft.com/office/drawing/2014/main" id="{7BFCDE4C-54FD-7BAD-DA19-3CEA7EF213E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216187" y="4970684"/>
              <a:ext cx="351698" cy="351696"/>
            </a:xfrm>
            <a:prstGeom prst="rect">
              <a:avLst/>
            </a:prstGeom>
          </p:spPr>
        </p:pic>
      </p:grpSp>
      <p:grpSp>
        <p:nvGrpSpPr>
          <p:cNvPr id="234" name="Group 233">
            <a:extLst>
              <a:ext uri="{FF2B5EF4-FFF2-40B4-BE49-F238E27FC236}">
                <a16:creationId xmlns:a16="http://schemas.microsoft.com/office/drawing/2014/main" id="{DEE14FEC-CEE7-7C2E-69A6-F08FE84A4056}"/>
              </a:ext>
            </a:extLst>
          </p:cNvPr>
          <p:cNvGrpSpPr/>
          <p:nvPr/>
        </p:nvGrpSpPr>
        <p:grpSpPr>
          <a:xfrm>
            <a:off x="858066" y="4163562"/>
            <a:ext cx="466050" cy="669682"/>
            <a:chOff x="1159011" y="4934512"/>
            <a:chExt cx="466050" cy="669682"/>
          </a:xfrm>
        </p:grpSpPr>
        <p:sp>
          <p:nvSpPr>
            <p:cNvPr id="235" name="Rectangle: Rounded Corners 234">
              <a:extLst>
                <a:ext uri="{FF2B5EF4-FFF2-40B4-BE49-F238E27FC236}">
                  <a16:creationId xmlns:a16="http://schemas.microsoft.com/office/drawing/2014/main" id="{BCD6AE66-1AF7-EDD1-305C-591A88DC0517}"/>
                </a:ext>
              </a:extLst>
            </p:cNvPr>
            <p:cNvSpPr/>
            <p:nvPr/>
          </p:nvSpPr>
          <p:spPr>
            <a:xfrm>
              <a:off x="1159011" y="4934512"/>
              <a:ext cx="466050" cy="669682"/>
            </a:xfrm>
            <a:prstGeom prst="roundRect">
              <a:avLst>
                <a:gd name="adj" fmla="val 8535"/>
              </a:avLst>
            </a:prstGeom>
            <a:solidFill>
              <a:schemeClr val="bg1"/>
            </a:solidFill>
            <a:ln w="12700">
              <a:prstDash val="sys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236" name="Rectangle 235">
              <a:extLst>
                <a:ext uri="{FF2B5EF4-FFF2-40B4-BE49-F238E27FC236}">
                  <a16:creationId xmlns:a16="http://schemas.microsoft.com/office/drawing/2014/main" id="{76857D86-F038-8660-BF9D-ADEF8A659A15}"/>
                </a:ext>
              </a:extLst>
            </p:cNvPr>
            <p:cNvSpPr/>
            <p:nvPr/>
          </p:nvSpPr>
          <p:spPr>
            <a:xfrm>
              <a:off x="1307134" y="5356687"/>
              <a:ext cx="169804" cy="169804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B</a:t>
              </a:r>
            </a:p>
          </p:txBody>
        </p:sp>
        <p:pic>
          <p:nvPicPr>
            <p:cNvPr id="237" name="Picture 236" descr="A black and white symbol&#10;&#10;Description automatically generated">
              <a:extLst>
                <a:ext uri="{FF2B5EF4-FFF2-40B4-BE49-F238E27FC236}">
                  <a16:creationId xmlns:a16="http://schemas.microsoft.com/office/drawing/2014/main" id="{D70E4F76-0D22-B3D7-7786-D9605ADFFA3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216187" y="4970684"/>
              <a:ext cx="351698" cy="351696"/>
            </a:xfrm>
            <a:prstGeom prst="rect">
              <a:avLst/>
            </a:prstGeom>
          </p:spPr>
        </p:pic>
      </p:grpSp>
      <p:grpSp>
        <p:nvGrpSpPr>
          <p:cNvPr id="238" name="Group 237">
            <a:extLst>
              <a:ext uri="{FF2B5EF4-FFF2-40B4-BE49-F238E27FC236}">
                <a16:creationId xmlns:a16="http://schemas.microsoft.com/office/drawing/2014/main" id="{527C2B08-014E-2132-43F6-4D83E2F18D1B}"/>
              </a:ext>
            </a:extLst>
          </p:cNvPr>
          <p:cNvGrpSpPr/>
          <p:nvPr/>
        </p:nvGrpSpPr>
        <p:grpSpPr>
          <a:xfrm>
            <a:off x="856832" y="4869695"/>
            <a:ext cx="466050" cy="669682"/>
            <a:chOff x="1159011" y="4934512"/>
            <a:chExt cx="466050" cy="669682"/>
          </a:xfrm>
        </p:grpSpPr>
        <p:sp>
          <p:nvSpPr>
            <p:cNvPr id="239" name="Rectangle: Rounded Corners 238">
              <a:extLst>
                <a:ext uri="{FF2B5EF4-FFF2-40B4-BE49-F238E27FC236}">
                  <a16:creationId xmlns:a16="http://schemas.microsoft.com/office/drawing/2014/main" id="{952A41E5-4F1B-B9FD-26CF-FBB70C756D7D}"/>
                </a:ext>
              </a:extLst>
            </p:cNvPr>
            <p:cNvSpPr/>
            <p:nvPr/>
          </p:nvSpPr>
          <p:spPr>
            <a:xfrm>
              <a:off x="1159011" y="4934512"/>
              <a:ext cx="466050" cy="669682"/>
            </a:xfrm>
            <a:prstGeom prst="roundRect">
              <a:avLst>
                <a:gd name="adj" fmla="val 8535"/>
              </a:avLst>
            </a:prstGeom>
            <a:solidFill>
              <a:schemeClr val="bg1"/>
            </a:solidFill>
            <a:ln w="12700">
              <a:prstDash val="sys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240" name="Rectangle 239">
              <a:extLst>
                <a:ext uri="{FF2B5EF4-FFF2-40B4-BE49-F238E27FC236}">
                  <a16:creationId xmlns:a16="http://schemas.microsoft.com/office/drawing/2014/main" id="{58E80290-D066-17A5-D497-5EDF014E4E25}"/>
                </a:ext>
              </a:extLst>
            </p:cNvPr>
            <p:cNvSpPr/>
            <p:nvPr/>
          </p:nvSpPr>
          <p:spPr>
            <a:xfrm>
              <a:off x="1307134" y="5356687"/>
              <a:ext cx="169804" cy="169804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D</a:t>
              </a:r>
            </a:p>
          </p:txBody>
        </p:sp>
        <p:pic>
          <p:nvPicPr>
            <p:cNvPr id="241" name="Picture 240" descr="A black and white symbol&#10;&#10;Description automatically generated">
              <a:extLst>
                <a:ext uri="{FF2B5EF4-FFF2-40B4-BE49-F238E27FC236}">
                  <a16:creationId xmlns:a16="http://schemas.microsoft.com/office/drawing/2014/main" id="{3FF6B1C0-1309-776D-01D4-8532950FEC7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216187" y="4970684"/>
              <a:ext cx="351698" cy="351696"/>
            </a:xfrm>
            <a:prstGeom prst="rect">
              <a:avLst/>
            </a:prstGeom>
          </p:spPr>
        </p:pic>
      </p:grpSp>
      <p:grpSp>
        <p:nvGrpSpPr>
          <p:cNvPr id="242" name="Group 241">
            <a:extLst>
              <a:ext uri="{FF2B5EF4-FFF2-40B4-BE49-F238E27FC236}">
                <a16:creationId xmlns:a16="http://schemas.microsoft.com/office/drawing/2014/main" id="{29F0DE15-A89D-3E1D-2388-B9820ACB095D}"/>
              </a:ext>
            </a:extLst>
          </p:cNvPr>
          <p:cNvGrpSpPr/>
          <p:nvPr/>
        </p:nvGrpSpPr>
        <p:grpSpPr>
          <a:xfrm>
            <a:off x="349454" y="4869695"/>
            <a:ext cx="466050" cy="669682"/>
            <a:chOff x="1159011" y="4934512"/>
            <a:chExt cx="466050" cy="669682"/>
          </a:xfrm>
        </p:grpSpPr>
        <p:sp>
          <p:nvSpPr>
            <p:cNvPr id="243" name="Rectangle: Rounded Corners 242">
              <a:extLst>
                <a:ext uri="{FF2B5EF4-FFF2-40B4-BE49-F238E27FC236}">
                  <a16:creationId xmlns:a16="http://schemas.microsoft.com/office/drawing/2014/main" id="{96A6BDAB-141E-D5FE-5E6B-A5D7AFA64631}"/>
                </a:ext>
              </a:extLst>
            </p:cNvPr>
            <p:cNvSpPr/>
            <p:nvPr/>
          </p:nvSpPr>
          <p:spPr>
            <a:xfrm>
              <a:off x="1159011" y="4934512"/>
              <a:ext cx="466050" cy="669682"/>
            </a:xfrm>
            <a:prstGeom prst="roundRect">
              <a:avLst>
                <a:gd name="adj" fmla="val 8535"/>
              </a:avLst>
            </a:prstGeom>
            <a:solidFill>
              <a:schemeClr val="bg1"/>
            </a:solidFill>
            <a:ln w="12700">
              <a:prstDash val="sys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244" name="Rectangle 243">
              <a:extLst>
                <a:ext uri="{FF2B5EF4-FFF2-40B4-BE49-F238E27FC236}">
                  <a16:creationId xmlns:a16="http://schemas.microsoft.com/office/drawing/2014/main" id="{319615C5-0B3B-8346-2BC5-C2A98F3656AD}"/>
                </a:ext>
              </a:extLst>
            </p:cNvPr>
            <p:cNvSpPr/>
            <p:nvPr/>
          </p:nvSpPr>
          <p:spPr>
            <a:xfrm>
              <a:off x="1307134" y="5356687"/>
              <a:ext cx="169804" cy="169804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C</a:t>
              </a:r>
            </a:p>
          </p:txBody>
        </p:sp>
        <p:pic>
          <p:nvPicPr>
            <p:cNvPr id="245" name="Picture 244" descr="A black and white symbol&#10;&#10;Description automatically generated">
              <a:extLst>
                <a:ext uri="{FF2B5EF4-FFF2-40B4-BE49-F238E27FC236}">
                  <a16:creationId xmlns:a16="http://schemas.microsoft.com/office/drawing/2014/main" id="{40378655-4B8C-36AB-DC65-5732DC3DD79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216187" y="4970684"/>
              <a:ext cx="351698" cy="351696"/>
            </a:xfrm>
            <a:prstGeom prst="rect">
              <a:avLst/>
            </a:prstGeom>
          </p:spPr>
        </p:pic>
      </p:grpSp>
      <p:grpSp>
        <p:nvGrpSpPr>
          <p:cNvPr id="249" name="Group 248">
            <a:extLst>
              <a:ext uri="{FF2B5EF4-FFF2-40B4-BE49-F238E27FC236}">
                <a16:creationId xmlns:a16="http://schemas.microsoft.com/office/drawing/2014/main" id="{B1135275-77C3-2F32-4070-258CB6A46D6A}"/>
              </a:ext>
            </a:extLst>
          </p:cNvPr>
          <p:cNvGrpSpPr/>
          <p:nvPr/>
        </p:nvGrpSpPr>
        <p:grpSpPr>
          <a:xfrm>
            <a:off x="1633202" y="1621248"/>
            <a:ext cx="1960897" cy="3158269"/>
            <a:chOff x="1633202" y="1621248"/>
            <a:chExt cx="1960897" cy="3158269"/>
          </a:xfrm>
        </p:grpSpPr>
        <p:sp>
          <p:nvSpPr>
            <p:cNvPr id="247" name="Rectangle: Rounded Corners 246">
              <a:extLst>
                <a:ext uri="{FF2B5EF4-FFF2-40B4-BE49-F238E27FC236}">
                  <a16:creationId xmlns:a16="http://schemas.microsoft.com/office/drawing/2014/main" id="{E08FCD33-4734-9EF7-D05F-70BBAF1BA48F}"/>
                </a:ext>
              </a:extLst>
            </p:cNvPr>
            <p:cNvSpPr/>
            <p:nvPr/>
          </p:nvSpPr>
          <p:spPr>
            <a:xfrm>
              <a:off x="1633202" y="1858519"/>
              <a:ext cx="1960897" cy="2920998"/>
            </a:xfrm>
            <a:prstGeom prst="roundRect">
              <a:avLst>
                <a:gd name="adj" fmla="val 3624"/>
              </a:avLst>
            </a:prstGeom>
            <a:solidFill>
              <a:schemeClr val="bg1">
                <a:lumMod val="95000"/>
                <a:alpha val="50196"/>
              </a:schemeClr>
            </a:solidFill>
            <a:ln w="12700">
              <a:solidFill>
                <a:schemeClr val="tx1">
                  <a:lumMod val="50000"/>
                  <a:lumOff val="50000"/>
                </a:schemeClr>
              </a:solidFill>
              <a:prstDash val="sysDot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248" name="TextBox 247">
              <a:extLst>
                <a:ext uri="{FF2B5EF4-FFF2-40B4-BE49-F238E27FC236}">
                  <a16:creationId xmlns:a16="http://schemas.microsoft.com/office/drawing/2014/main" id="{C7135F43-A397-5B94-43FE-21BDF01A82B2}"/>
                </a:ext>
              </a:extLst>
            </p:cNvPr>
            <p:cNvSpPr txBox="1"/>
            <p:nvPr/>
          </p:nvSpPr>
          <p:spPr>
            <a:xfrm>
              <a:off x="2059127" y="1621248"/>
              <a:ext cx="1179193" cy="2539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5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WIS Centre</a:t>
              </a:r>
              <a:endParaRPr kumimoji="0" lang="en-GB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246" name="Group 245">
            <a:extLst>
              <a:ext uri="{FF2B5EF4-FFF2-40B4-BE49-F238E27FC236}">
                <a16:creationId xmlns:a16="http://schemas.microsoft.com/office/drawing/2014/main" id="{B57E6619-6BAA-7F60-DFFA-0F02101FF124}"/>
              </a:ext>
            </a:extLst>
          </p:cNvPr>
          <p:cNvGrpSpPr/>
          <p:nvPr/>
        </p:nvGrpSpPr>
        <p:grpSpPr>
          <a:xfrm>
            <a:off x="238558" y="2004858"/>
            <a:ext cx="2724621" cy="2574854"/>
            <a:chOff x="238558" y="2004858"/>
            <a:chExt cx="2724621" cy="2574854"/>
          </a:xfrm>
        </p:grpSpPr>
        <p:pic>
          <p:nvPicPr>
            <p:cNvPr id="52" name="Picture 51">
              <a:extLst>
                <a:ext uri="{FF2B5EF4-FFF2-40B4-BE49-F238E27FC236}">
                  <a16:creationId xmlns:a16="http://schemas.microsoft.com/office/drawing/2014/main" id="{74E4DAC2-BC81-6439-0172-283A2BFACE40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256121" y="3053461"/>
              <a:ext cx="1338982" cy="751078"/>
            </a:xfrm>
            <a:prstGeom prst="rect">
              <a:avLst/>
            </a:prstGeom>
          </p:spPr>
        </p:pic>
        <p:grpSp>
          <p:nvGrpSpPr>
            <p:cNvPr id="53" name="Group 52">
              <a:extLst>
                <a:ext uri="{FF2B5EF4-FFF2-40B4-BE49-F238E27FC236}">
                  <a16:creationId xmlns:a16="http://schemas.microsoft.com/office/drawing/2014/main" id="{6D2C621F-B6FC-4CA1-721C-902337309FB8}"/>
                </a:ext>
              </a:extLst>
            </p:cNvPr>
            <p:cNvGrpSpPr/>
            <p:nvPr/>
          </p:nvGrpSpPr>
          <p:grpSpPr>
            <a:xfrm>
              <a:off x="2334271" y="2004858"/>
              <a:ext cx="628907" cy="910662"/>
              <a:chOff x="6648193" y="889820"/>
              <a:chExt cx="628907" cy="910662"/>
            </a:xfrm>
          </p:grpSpPr>
          <p:sp>
            <p:nvSpPr>
              <p:cNvPr id="54" name="Rectangle: Rounded Corners 53">
                <a:extLst>
                  <a:ext uri="{FF2B5EF4-FFF2-40B4-BE49-F238E27FC236}">
                    <a16:creationId xmlns:a16="http://schemas.microsoft.com/office/drawing/2014/main" id="{8AEC1D54-7015-7FB4-5C8E-0A2A5B8FCBB2}"/>
                  </a:ext>
                </a:extLst>
              </p:cNvPr>
              <p:cNvSpPr/>
              <p:nvPr/>
            </p:nvSpPr>
            <p:spPr>
              <a:xfrm>
                <a:off x="6648193" y="1171575"/>
                <a:ext cx="628907" cy="628907"/>
              </a:xfrm>
              <a:prstGeom prst="roundRect">
                <a:avLst>
                  <a:gd name="adj" fmla="val 8678"/>
                </a:avLst>
              </a:prstGeom>
              <a:solidFill>
                <a:schemeClr val="bg1"/>
              </a:solidFill>
              <a:ln w="28575">
                <a:solidFill>
                  <a:srgbClr val="3963DA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3963DA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3963DA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WIS2 Node</a:t>
                </a:r>
              </a:p>
            </p:txBody>
          </p:sp>
          <p:pic>
            <p:nvPicPr>
              <p:cNvPr id="55" name="Picture 54">
                <a:extLst>
                  <a:ext uri="{FF2B5EF4-FFF2-40B4-BE49-F238E27FC236}">
                    <a16:creationId xmlns:a16="http://schemas.microsoft.com/office/drawing/2014/main" id="{5D711E74-882A-3E3C-C948-204E0A79666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6701185" y="889820"/>
                <a:ext cx="522922" cy="532516"/>
              </a:xfrm>
              <a:prstGeom prst="rect">
                <a:avLst/>
              </a:prstGeom>
            </p:spPr>
          </p:pic>
        </p:grpSp>
        <p:sp>
          <p:nvSpPr>
            <p:cNvPr id="56" name="Rectangle: Rounded Corners 55">
              <a:extLst>
                <a:ext uri="{FF2B5EF4-FFF2-40B4-BE49-F238E27FC236}">
                  <a16:creationId xmlns:a16="http://schemas.microsoft.com/office/drawing/2014/main" id="{199D8A20-30D9-2FB9-8327-5BAC0AD4F086}"/>
                </a:ext>
              </a:extLst>
            </p:cNvPr>
            <p:cNvSpPr/>
            <p:nvPr/>
          </p:nvSpPr>
          <p:spPr>
            <a:xfrm>
              <a:off x="2334272" y="3950805"/>
              <a:ext cx="628907" cy="628907"/>
            </a:xfrm>
            <a:prstGeom prst="roundRect">
              <a:avLst>
                <a:gd name="adj" fmla="val 8678"/>
              </a:avLst>
            </a:pr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MSS</a:t>
              </a:r>
            </a:p>
          </p:txBody>
        </p:sp>
        <p:cxnSp>
          <p:nvCxnSpPr>
            <p:cNvPr id="58" name="Straight Arrow Connector 57">
              <a:extLst>
                <a:ext uri="{FF2B5EF4-FFF2-40B4-BE49-F238E27FC236}">
                  <a16:creationId xmlns:a16="http://schemas.microsoft.com/office/drawing/2014/main" id="{B42A1D8F-EFA3-991C-754B-823DFAA7CEC0}"/>
                </a:ext>
              </a:extLst>
            </p:cNvPr>
            <p:cNvCxnSpPr/>
            <p:nvPr/>
          </p:nvCxnSpPr>
          <p:spPr>
            <a:xfrm flipV="1">
              <a:off x="1476375" y="2733675"/>
              <a:ext cx="751592" cy="419100"/>
            </a:xfrm>
            <a:prstGeom prst="straightConnector1">
              <a:avLst/>
            </a:prstGeom>
            <a:ln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Straight Arrow Connector 60">
              <a:extLst>
                <a:ext uri="{FF2B5EF4-FFF2-40B4-BE49-F238E27FC236}">
                  <a16:creationId xmlns:a16="http://schemas.microsoft.com/office/drawing/2014/main" id="{13AB2921-68E2-C35B-5977-002E6C2032AD}"/>
                </a:ext>
              </a:extLst>
            </p:cNvPr>
            <p:cNvCxnSpPr>
              <a:cxnSpLocks/>
            </p:cNvCxnSpPr>
            <p:nvPr/>
          </p:nvCxnSpPr>
          <p:spPr>
            <a:xfrm>
              <a:off x="1476375" y="3741255"/>
              <a:ext cx="751592" cy="419100"/>
            </a:xfrm>
            <a:prstGeom prst="straightConnector1">
              <a:avLst/>
            </a:prstGeom>
            <a:ln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62" name="TextBox 61">
              <a:extLst>
                <a:ext uri="{FF2B5EF4-FFF2-40B4-BE49-F238E27FC236}">
                  <a16:creationId xmlns:a16="http://schemas.microsoft.com/office/drawing/2014/main" id="{5C9A9B04-746A-8B31-425A-C484CBC25F73}"/>
                </a:ext>
              </a:extLst>
            </p:cNvPr>
            <p:cNvSpPr txBox="1"/>
            <p:nvPr/>
          </p:nvSpPr>
          <p:spPr>
            <a:xfrm>
              <a:off x="238558" y="3676872"/>
              <a:ext cx="1179193" cy="43858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5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data management system</a:t>
              </a: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</a:t>
              </a:r>
            </a:p>
          </p:txBody>
        </p:sp>
      </p:grpSp>
      <p:sp>
        <p:nvSpPr>
          <p:cNvPr id="250" name="TextBox 249">
            <a:extLst>
              <a:ext uri="{FF2B5EF4-FFF2-40B4-BE49-F238E27FC236}">
                <a16:creationId xmlns:a16="http://schemas.microsoft.com/office/drawing/2014/main" id="{0A8E23FF-6D70-481F-46A1-7DA6FB5BE3CB}"/>
              </a:ext>
            </a:extLst>
          </p:cNvPr>
          <p:cNvSpPr txBox="1"/>
          <p:nvPr/>
        </p:nvSpPr>
        <p:spPr>
          <a:xfrm>
            <a:off x="6619182" y="6359331"/>
            <a:ext cx="818636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GTS</a:t>
            </a:r>
          </a:p>
        </p:txBody>
      </p:sp>
      <p:sp>
        <p:nvSpPr>
          <p:cNvPr id="251" name="TextBox 250">
            <a:extLst>
              <a:ext uri="{FF2B5EF4-FFF2-40B4-BE49-F238E27FC236}">
                <a16:creationId xmlns:a16="http://schemas.microsoft.com/office/drawing/2014/main" id="{68790D8D-B75E-D217-A673-89A779A5BBB1}"/>
              </a:ext>
            </a:extLst>
          </p:cNvPr>
          <p:cNvSpPr txBox="1"/>
          <p:nvPr/>
        </p:nvSpPr>
        <p:spPr>
          <a:xfrm>
            <a:off x="3176" y="45"/>
            <a:ext cx="4406899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GTS distribution example</a:t>
            </a: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Bulletin </a:t>
            </a: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ISMD01TEST</a:t>
            </a: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is relayed via RTHs according to Routing Tables; WDQMS centres validate inclusion of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observation reports from stations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A, B, C &amp; D in NWP models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A5670C2-A87D-42B9-4C01-D740ED26FC94}"/>
              </a:ext>
            </a:extLst>
          </p:cNvPr>
          <p:cNvSpPr txBox="1"/>
          <p:nvPr/>
        </p:nvSpPr>
        <p:spPr>
          <a:xfrm>
            <a:off x="2074853" y="3688682"/>
            <a:ext cx="117919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CCCC = </a:t>
            </a:r>
            <a:r>
              <a:rPr kumimoji="0" lang="en-GB" sz="12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TEST</a:t>
            </a:r>
            <a:endParaRPr kumimoji="0" lang="en-GB" sz="16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+mn-cs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1A2E2620-F4DD-41CC-53B4-34D1CBF6051C}"/>
              </a:ext>
            </a:extLst>
          </p:cNvPr>
          <p:cNvSpPr txBox="1"/>
          <p:nvPr/>
        </p:nvSpPr>
        <p:spPr>
          <a:xfrm>
            <a:off x="2107005" y="5776924"/>
            <a:ext cx="117919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0" i="0" u="none" strike="noStrike" kern="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TTAAii</a:t>
            </a:r>
            <a:r>
              <a:rPr kumimoji="0" lang="en-GB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 CCCC</a:t>
            </a:r>
            <a:r>
              <a:rPr kumimoji="0" lang="en-GB" sz="12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 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ISMD01TEST</a:t>
            </a:r>
            <a:endParaRPr kumimoji="0" lang="en-GB" sz="16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+mn-cs"/>
            </a:endParaRPr>
          </a:p>
        </p:txBody>
      </p:sp>
      <p:grpSp>
        <p:nvGrpSpPr>
          <p:cNvPr id="51" name="Group 50">
            <a:extLst>
              <a:ext uri="{FF2B5EF4-FFF2-40B4-BE49-F238E27FC236}">
                <a16:creationId xmlns:a16="http://schemas.microsoft.com/office/drawing/2014/main" id="{4CCDE2B9-C395-342A-87B1-9D02A569DA24}"/>
              </a:ext>
            </a:extLst>
          </p:cNvPr>
          <p:cNvGrpSpPr/>
          <p:nvPr/>
        </p:nvGrpSpPr>
        <p:grpSpPr>
          <a:xfrm>
            <a:off x="2400894" y="4929298"/>
            <a:ext cx="612283" cy="855395"/>
            <a:chOff x="2400894" y="4929298"/>
            <a:chExt cx="612283" cy="855395"/>
          </a:xfrm>
        </p:grpSpPr>
        <p:pic>
          <p:nvPicPr>
            <p:cNvPr id="17" name="Picture 16">
              <a:extLst>
                <a:ext uri="{FF2B5EF4-FFF2-40B4-BE49-F238E27FC236}">
                  <a16:creationId xmlns:a16="http://schemas.microsoft.com/office/drawing/2014/main" id="{A2F39554-9CD9-3DB6-47FD-98DAD325E21F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2400894" y="4929298"/>
              <a:ext cx="612283" cy="855395"/>
            </a:xfrm>
            <a:prstGeom prst="rect">
              <a:avLst/>
            </a:prstGeom>
          </p:spPr>
        </p:pic>
        <p:grpSp>
          <p:nvGrpSpPr>
            <p:cNvPr id="22" name="Group 21">
              <a:extLst>
                <a:ext uri="{FF2B5EF4-FFF2-40B4-BE49-F238E27FC236}">
                  <a16:creationId xmlns:a16="http://schemas.microsoft.com/office/drawing/2014/main" id="{08416A53-680F-6F0D-7139-A6A383264E31}"/>
                </a:ext>
              </a:extLst>
            </p:cNvPr>
            <p:cNvGrpSpPr/>
            <p:nvPr/>
          </p:nvGrpSpPr>
          <p:grpSpPr>
            <a:xfrm>
              <a:off x="2494912" y="5097206"/>
              <a:ext cx="381019" cy="376523"/>
              <a:chOff x="2467194" y="5209255"/>
              <a:chExt cx="381019" cy="376523"/>
            </a:xfrm>
          </p:grpSpPr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F156CDB6-3329-9133-703F-CEE7F866DCDD}"/>
                  </a:ext>
                </a:extLst>
              </p:cNvPr>
              <p:cNvSpPr/>
              <p:nvPr/>
            </p:nvSpPr>
            <p:spPr>
              <a:xfrm>
                <a:off x="2467194" y="5209255"/>
                <a:ext cx="169804" cy="169804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A</a:t>
                </a:r>
              </a:p>
            </p:txBody>
          </p:sp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BEF5E174-226E-EFA6-8955-7276E8757CBF}"/>
                  </a:ext>
                </a:extLst>
              </p:cNvPr>
              <p:cNvSpPr/>
              <p:nvPr/>
            </p:nvSpPr>
            <p:spPr>
              <a:xfrm>
                <a:off x="2678409" y="5209255"/>
                <a:ext cx="169804" cy="169804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B</a:t>
                </a:r>
              </a:p>
            </p:txBody>
          </p:sp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id="{56A74D17-BA31-E6A5-16D5-7D4F8339A013}"/>
                  </a:ext>
                </a:extLst>
              </p:cNvPr>
              <p:cNvSpPr/>
              <p:nvPr/>
            </p:nvSpPr>
            <p:spPr>
              <a:xfrm>
                <a:off x="2467194" y="5415974"/>
                <a:ext cx="169804" cy="169804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C</a:t>
                </a:r>
              </a:p>
            </p:txBody>
          </p:sp>
          <p:sp>
            <p:nvSpPr>
              <p:cNvPr id="21" name="Rectangle 20">
                <a:extLst>
                  <a:ext uri="{FF2B5EF4-FFF2-40B4-BE49-F238E27FC236}">
                    <a16:creationId xmlns:a16="http://schemas.microsoft.com/office/drawing/2014/main" id="{AFAB226F-7A73-1AAA-DDAB-4F512A3092C1}"/>
                  </a:ext>
                </a:extLst>
              </p:cNvPr>
              <p:cNvSpPr/>
              <p:nvPr/>
            </p:nvSpPr>
            <p:spPr>
              <a:xfrm>
                <a:off x="2678409" y="5415974"/>
                <a:ext cx="169804" cy="169804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D</a:t>
                </a:r>
              </a:p>
            </p:txBody>
          </p:sp>
        </p:grpSp>
      </p:grpSp>
      <p:sp>
        <p:nvSpPr>
          <p:cNvPr id="195" name="TextBox 194">
            <a:extLst>
              <a:ext uri="{FF2B5EF4-FFF2-40B4-BE49-F238E27FC236}">
                <a16:creationId xmlns:a16="http://schemas.microsoft.com/office/drawing/2014/main" id="{2E981009-5A30-C552-C0FE-3389645A6810}"/>
              </a:ext>
            </a:extLst>
          </p:cNvPr>
          <p:cNvSpPr txBox="1"/>
          <p:nvPr/>
        </p:nvSpPr>
        <p:spPr>
          <a:xfrm>
            <a:off x="4748610" y="4602866"/>
            <a:ext cx="117919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0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ISMD01TEST</a:t>
            </a:r>
            <a:endParaRPr kumimoji="0" lang="en-GB" sz="11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+mn-cs"/>
            </a:endParaRPr>
          </a:p>
        </p:txBody>
      </p:sp>
      <p:sp>
        <p:nvSpPr>
          <p:cNvPr id="196" name="TextBox 195">
            <a:extLst>
              <a:ext uri="{FF2B5EF4-FFF2-40B4-BE49-F238E27FC236}">
                <a16:creationId xmlns:a16="http://schemas.microsoft.com/office/drawing/2014/main" id="{64642751-48DB-1A17-D022-49D9028EE4C8}"/>
              </a:ext>
            </a:extLst>
          </p:cNvPr>
          <p:cNvSpPr txBox="1"/>
          <p:nvPr/>
        </p:nvSpPr>
        <p:spPr>
          <a:xfrm>
            <a:off x="6658123" y="3763946"/>
            <a:ext cx="117919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0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ISMD01TEST</a:t>
            </a:r>
            <a:endParaRPr kumimoji="0" lang="en-GB" sz="11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+mn-cs"/>
            </a:endParaRPr>
          </a:p>
        </p:txBody>
      </p:sp>
      <p:sp>
        <p:nvSpPr>
          <p:cNvPr id="197" name="TextBox 196">
            <a:extLst>
              <a:ext uri="{FF2B5EF4-FFF2-40B4-BE49-F238E27FC236}">
                <a16:creationId xmlns:a16="http://schemas.microsoft.com/office/drawing/2014/main" id="{0D827EB8-FA84-F9FD-6061-1B3357121306}"/>
              </a:ext>
            </a:extLst>
          </p:cNvPr>
          <p:cNvSpPr txBox="1"/>
          <p:nvPr/>
        </p:nvSpPr>
        <p:spPr>
          <a:xfrm>
            <a:off x="9769772" y="3763946"/>
            <a:ext cx="117919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0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ISMD01TEST</a:t>
            </a:r>
            <a:endParaRPr kumimoji="0" lang="en-GB" sz="11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+mn-cs"/>
            </a:endParaRPr>
          </a:p>
        </p:txBody>
      </p:sp>
      <p:sp>
        <p:nvSpPr>
          <p:cNvPr id="198" name="TextBox 197">
            <a:extLst>
              <a:ext uri="{FF2B5EF4-FFF2-40B4-BE49-F238E27FC236}">
                <a16:creationId xmlns:a16="http://schemas.microsoft.com/office/drawing/2014/main" id="{915AC5B8-CB00-663C-DBBE-29FA54D45624}"/>
              </a:ext>
            </a:extLst>
          </p:cNvPr>
          <p:cNvSpPr txBox="1"/>
          <p:nvPr/>
        </p:nvSpPr>
        <p:spPr>
          <a:xfrm>
            <a:off x="6996868" y="5601356"/>
            <a:ext cx="117919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0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ISMD01TEST</a:t>
            </a:r>
            <a:endParaRPr kumimoji="0" lang="en-GB" sz="11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+mn-cs"/>
            </a:endParaRPr>
          </a:p>
        </p:txBody>
      </p:sp>
      <p:sp>
        <p:nvSpPr>
          <p:cNvPr id="199" name="TextBox 198">
            <a:extLst>
              <a:ext uri="{FF2B5EF4-FFF2-40B4-BE49-F238E27FC236}">
                <a16:creationId xmlns:a16="http://schemas.microsoft.com/office/drawing/2014/main" id="{23028AD2-749C-6175-DF87-B2AF79537277}"/>
              </a:ext>
            </a:extLst>
          </p:cNvPr>
          <p:cNvSpPr txBox="1"/>
          <p:nvPr/>
        </p:nvSpPr>
        <p:spPr>
          <a:xfrm>
            <a:off x="8002666" y="4707922"/>
            <a:ext cx="117919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0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ISMD01TEST</a:t>
            </a:r>
            <a:endParaRPr kumimoji="0" lang="en-GB" sz="11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+mn-cs"/>
            </a:endParaRPr>
          </a:p>
        </p:txBody>
      </p:sp>
      <p:sp>
        <p:nvSpPr>
          <p:cNvPr id="200" name="TextBox 199">
            <a:extLst>
              <a:ext uri="{FF2B5EF4-FFF2-40B4-BE49-F238E27FC236}">
                <a16:creationId xmlns:a16="http://schemas.microsoft.com/office/drawing/2014/main" id="{7CBCFD61-848D-022A-A141-1B7D869EEC6F}"/>
              </a:ext>
            </a:extLst>
          </p:cNvPr>
          <p:cNvSpPr txBox="1"/>
          <p:nvPr/>
        </p:nvSpPr>
        <p:spPr>
          <a:xfrm>
            <a:off x="9341301" y="5289104"/>
            <a:ext cx="117919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0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ISMD01TEST</a:t>
            </a:r>
            <a:endParaRPr kumimoji="0" lang="en-GB" sz="11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+mn-cs"/>
            </a:endParaRPr>
          </a:p>
        </p:txBody>
      </p:sp>
      <p:grpSp>
        <p:nvGrpSpPr>
          <p:cNvPr id="203" name="Group 202">
            <a:extLst>
              <a:ext uri="{FF2B5EF4-FFF2-40B4-BE49-F238E27FC236}">
                <a16:creationId xmlns:a16="http://schemas.microsoft.com/office/drawing/2014/main" id="{DBB1E3B3-8DBB-9CC7-120D-64F6373BA22A}"/>
              </a:ext>
            </a:extLst>
          </p:cNvPr>
          <p:cNvGrpSpPr/>
          <p:nvPr/>
        </p:nvGrpSpPr>
        <p:grpSpPr>
          <a:xfrm>
            <a:off x="3037962" y="3577971"/>
            <a:ext cx="8224599" cy="2603109"/>
            <a:chOff x="3037962" y="3577971"/>
            <a:chExt cx="8224599" cy="2603109"/>
          </a:xfrm>
        </p:grpSpPr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616E7566-2CF6-AAE3-D8F2-07700A9007C8}"/>
                </a:ext>
              </a:extLst>
            </p:cNvPr>
            <p:cNvGrpSpPr/>
            <p:nvPr/>
          </p:nvGrpSpPr>
          <p:grpSpPr>
            <a:xfrm>
              <a:off x="4281843" y="4427055"/>
              <a:ext cx="628907" cy="628907"/>
              <a:chOff x="2867802" y="3950805"/>
              <a:chExt cx="628907" cy="628907"/>
            </a:xfrm>
          </p:grpSpPr>
          <p:sp>
            <p:nvSpPr>
              <p:cNvPr id="4" name="Oval 3">
                <a:extLst>
                  <a:ext uri="{FF2B5EF4-FFF2-40B4-BE49-F238E27FC236}">
                    <a16:creationId xmlns:a16="http://schemas.microsoft.com/office/drawing/2014/main" id="{952622E0-0F0E-A402-4883-7ECC68123349}"/>
                  </a:ext>
                </a:extLst>
              </p:cNvPr>
              <p:cNvSpPr/>
              <p:nvPr/>
            </p:nvSpPr>
            <p:spPr>
              <a:xfrm>
                <a:off x="2867802" y="3950805"/>
                <a:ext cx="628907" cy="628907"/>
              </a:xfrm>
              <a:prstGeom prst="ellipse">
                <a:avLst/>
              </a:prstGeom>
              <a:solidFill>
                <a:schemeClr val="bg1"/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1EE87A46-2694-061E-DF41-0E857AD4036F}"/>
                  </a:ext>
                </a:extLst>
              </p:cNvPr>
              <p:cNvSpPr txBox="1"/>
              <p:nvPr/>
            </p:nvSpPr>
            <p:spPr>
              <a:xfrm>
                <a:off x="2949594" y="4126758"/>
                <a:ext cx="465322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2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ptos" panose="020B0004020202020204" pitchFamily="34" charset="0"/>
                    <a:ea typeface="+mn-ea"/>
                    <a:cs typeface="Arial" panose="020B0604020202020204" pitchFamily="34" charset="0"/>
                  </a:rPr>
                  <a:t>RTH</a:t>
                </a:r>
              </a:p>
            </p:txBody>
          </p:sp>
        </p:grpSp>
        <p:cxnSp>
          <p:nvCxnSpPr>
            <p:cNvPr id="6" name="Straight Arrow Connector 5">
              <a:extLst>
                <a:ext uri="{FF2B5EF4-FFF2-40B4-BE49-F238E27FC236}">
                  <a16:creationId xmlns:a16="http://schemas.microsoft.com/office/drawing/2014/main" id="{7F76E222-18DB-72BA-0F63-0E75FC4DDF6F}"/>
                </a:ext>
              </a:extLst>
            </p:cNvPr>
            <p:cNvCxnSpPr>
              <a:cxnSpLocks/>
            </p:cNvCxnSpPr>
            <p:nvPr/>
          </p:nvCxnSpPr>
          <p:spPr>
            <a:xfrm>
              <a:off x="3037962" y="4315266"/>
              <a:ext cx="1175587" cy="306792"/>
            </a:xfrm>
            <a:prstGeom prst="straightConnector1">
              <a:avLst/>
            </a:prstGeom>
            <a:ln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67460A20-C76B-8DB5-4FFE-E64FFB85AF6A}"/>
                </a:ext>
              </a:extLst>
            </p:cNvPr>
            <p:cNvGrpSpPr/>
            <p:nvPr/>
          </p:nvGrpSpPr>
          <p:grpSpPr>
            <a:xfrm>
              <a:off x="6188224" y="3577971"/>
              <a:ext cx="628907" cy="628907"/>
              <a:chOff x="2867802" y="3950805"/>
              <a:chExt cx="628907" cy="628907"/>
            </a:xfrm>
          </p:grpSpPr>
          <p:sp>
            <p:nvSpPr>
              <p:cNvPr id="12" name="Oval 11">
                <a:extLst>
                  <a:ext uri="{FF2B5EF4-FFF2-40B4-BE49-F238E27FC236}">
                    <a16:creationId xmlns:a16="http://schemas.microsoft.com/office/drawing/2014/main" id="{988628F4-1FFB-5A16-FBC7-23D72471CF28}"/>
                  </a:ext>
                </a:extLst>
              </p:cNvPr>
              <p:cNvSpPr/>
              <p:nvPr/>
            </p:nvSpPr>
            <p:spPr>
              <a:xfrm>
                <a:off x="2867802" y="3950805"/>
                <a:ext cx="628907" cy="628907"/>
              </a:xfrm>
              <a:prstGeom prst="ellipse">
                <a:avLst/>
              </a:prstGeom>
              <a:solidFill>
                <a:schemeClr val="bg1"/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F67D6377-83CA-F3AA-F9E7-AAE433828031}"/>
                  </a:ext>
                </a:extLst>
              </p:cNvPr>
              <p:cNvSpPr txBox="1"/>
              <p:nvPr/>
            </p:nvSpPr>
            <p:spPr>
              <a:xfrm>
                <a:off x="2949594" y="4068702"/>
                <a:ext cx="465322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2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ptos" panose="020B0004020202020204" pitchFamily="34" charset="0"/>
                    <a:ea typeface="+mn-ea"/>
                    <a:cs typeface="Arial" panose="020B0604020202020204" pitchFamily="34" charset="0"/>
                  </a:rPr>
                  <a:t>RTH</a:t>
                </a:r>
              </a:p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8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ptos" panose="020B0004020202020204" pitchFamily="34" charset="0"/>
                    <a:ea typeface="+mn-ea"/>
                    <a:cs typeface="Arial" panose="020B0604020202020204" pitchFamily="34" charset="0"/>
                  </a:rPr>
                  <a:t>Exeter</a:t>
                </a:r>
              </a:p>
            </p:txBody>
          </p:sp>
        </p:grp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EE1AEEC4-8CCF-671A-5A67-155F05B31E77}"/>
                </a:ext>
              </a:extLst>
            </p:cNvPr>
            <p:cNvGrpSpPr/>
            <p:nvPr/>
          </p:nvGrpSpPr>
          <p:grpSpPr>
            <a:xfrm>
              <a:off x="9293175" y="3577971"/>
              <a:ext cx="628907" cy="628907"/>
              <a:chOff x="2867802" y="3950805"/>
              <a:chExt cx="628907" cy="628907"/>
            </a:xfrm>
          </p:grpSpPr>
          <p:sp>
            <p:nvSpPr>
              <p:cNvPr id="23" name="Oval 22">
                <a:extLst>
                  <a:ext uri="{FF2B5EF4-FFF2-40B4-BE49-F238E27FC236}">
                    <a16:creationId xmlns:a16="http://schemas.microsoft.com/office/drawing/2014/main" id="{3B7B8315-4255-8D4A-991B-ED58E7354ED1}"/>
                  </a:ext>
                </a:extLst>
              </p:cNvPr>
              <p:cNvSpPr/>
              <p:nvPr/>
            </p:nvSpPr>
            <p:spPr>
              <a:xfrm>
                <a:off x="2867802" y="3950805"/>
                <a:ext cx="628907" cy="628907"/>
              </a:xfrm>
              <a:prstGeom prst="ellipse">
                <a:avLst/>
              </a:prstGeom>
              <a:solidFill>
                <a:schemeClr val="bg1"/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A20170DA-6610-7ABE-EA29-63E88C9DFD23}"/>
                  </a:ext>
                </a:extLst>
              </p:cNvPr>
              <p:cNvSpPr txBox="1"/>
              <p:nvPr/>
            </p:nvSpPr>
            <p:spPr>
              <a:xfrm>
                <a:off x="2932200" y="4068702"/>
                <a:ext cx="500110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2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ptos" panose="020B0004020202020204" pitchFamily="34" charset="0"/>
                    <a:ea typeface="+mn-ea"/>
                    <a:cs typeface="Arial" panose="020B0604020202020204" pitchFamily="34" charset="0"/>
                  </a:rPr>
                  <a:t>RTH</a:t>
                </a:r>
              </a:p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8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ptos" panose="020B0004020202020204" pitchFamily="34" charset="0"/>
                    <a:ea typeface="+mn-ea"/>
                    <a:cs typeface="Arial" panose="020B0604020202020204" pitchFamily="34" charset="0"/>
                  </a:rPr>
                  <a:t>Beijing</a:t>
                </a:r>
                <a:endParaRPr kumimoji="0" lang="en-GB" sz="7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0B0004020202020204" pitchFamily="34" charset="0"/>
                  <a:ea typeface="+mn-ea"/>
                  <a:cs typeface="Arial" panose="020B0604020202020204" pitchFamily="34" charset="0"/>
                </a:endParaRPr>
              </a:p>
            </p:txBody>
          </p:sp>
        </p:grpSp>
        <p:grpSp>
          <p:nvGrpSpPr>
            <p:cNvPr id="26" name="Group 25">
              <a:extLst>
                <a:ext uri="{FF2B5EF4-FFF2-40B4-BE49-F238E27FC236}">
                  <a16:creationId xmlns:a16="http://schemas.microsoft.com/office/drawing/2014/main" id="{33408E38-62E7-0AA0-75AA-DBCACE64FEAF}"/>
                </a:ext>
              </a:extLst>
            </p:cNvPr>
            <p:cNvGrpSpPr/>
            <p:nvPr/>
          </p:nvGrpSpPr>
          <p:grpSpPr>
            <a:xfrm>
              <a:off x="6521485" y="5413675"/>
              <a:ext cx="628907" cy="628907"/>
              <a:chOff x="2867802" y="3950805"/>
              <a:chExt cx="628907" cy="628907"/>
            </a:xfrm>
          </p:grpSpPr>
          <p:sp>
            <p:nvSpPr>
              <p:cNvPr id="27" name="Oval 26">
                <a:extLst>
                  <a:ext uri="{FF2B5EF4-FFF2-40B4-BE49-F238E27FC236}">
                    <a16:creationId xmlns:a16="http://schemas.microsoft.com/office/drawing/2014/main" id="{FD5CDA3E-8611-37B2-3B4A-4F630A91D8DC}"/>
                  </a:ext>
                </a:extLst>
              </p:cNvPr>
              <p:cNvSpPr/>
              <p:nvPr/>
            </p:nvSpPr>
            <p:spPr>
              <a:xfrm>
                <a:off x="2867802" y="3950805"/>
                <a:ext cx="628907" cy="628907"/>
              </a:xfrm>
              <a:prstGeom prst="ellipse">
                <a:avLst/>
              </a:prstGeom>
              <a:solidFill>
                <a:schemeClr val="bg1"/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>
                      <a:lumMod val="65000"/>
                    </a:prstClr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00A7D815-3322-2D4F-AA05-1027FD9534A7}"/>
                  </a:ext>
                </a:extLst>
              </p:cNvPr>
              <p:cNvSpPr txBox="1"/>
              <p:nvPr/>
            </p:nvSpPr>
            <p:spPr>
              <a:xfrm>
                <a:off x="2949594" y="4126758"/>
                <a:ext cx="465322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2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ptos" panose="020B0004020202020204" pitchFamily="34" charset="0"/>
                    <a:ea typeface="+mn-ea"/>
                    <a:cs typeface="Arial" panose="020B0604020202020204" pitchFamily="34" charset="0"/>
                  </a:rPr>
                  <a:t>RTH</a:t>
                </a:r>
              </a:p>
            </p:txBody>
          </p:sp>
        </p:grpSp>
        <p:grpSp>
          <p:nvGrpSpPr>
            <p:cNvPr id="29" name="Group 28">
              <a:extLst>
                <a:ext uri="{FF2B5EF4-FFF2-40B4-BE49-F238E27FC236}">
                  <a16:creationId xmlns:a16="http://schemas.microsoft.com/office/drawing/2014/main" id="{F35A6A9C-EC18-6A20-3BCE-1EED919176C3}"/>
                </a:ext>
              </a:extLst>
            </p:cNvPr>
            <p:cNvGrpSpPr/>
            <p:nvPr/>
          </p:nvGrpSpPr>
          <p:grpSpPr>
            <a:xfrm>
              <a:off x="8862418" y="5165872"/>
              <a:ext cx="628907" cy="628907"/>
              <a:chOff x="2867802" y="3950805"/>
              <a:chExt cx="628907" cy="628907"/>
            </a:xfrm>
          </p:grpSpPr>
          <p:sp>
            <p:nvSpPr>
              <p:cNvPr id="30" name="Oval 29">
                <a:extLst>
                  <a:ext uri="{FF2B5EF4-FFF2-40B4-BE49-F238E27FC236}">
                    <a16:creationId xmlns:a16="http://schemas.microsoft.com/office/drawing/2014/main" id="{22647B3F-6315-86B1-BC11-3CB41EA7FC3B}"/>
                  </a:ext>
                </a:extLst>
              </p:cNvPr>
              <p:cNvSpPr/>
              <p:nvPr/>
            </p:nvSpPr>
            <p:spPr>
              <a:xfrm>
                <a:off x="2867802" y="3950805"/>
                <a:ext cx="628907" cy="628907"/>
              </a:xfrm>
              <a:prstGeom prst="ellipse">
                <a:avLst/>
              </a:prstGeom>
              <a:solidFill>
                <a:schemeClr val="bg1"/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>
                      <a:lumMod val="65000"/>
                    </a:prstClr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DC58EAAB-73B1-5D7B-02F2-99EC8BB32E85}"/>
                  </a:ext>
                </a:extLst>
              </p:cNvPr>
              <p:cNvSpPr txBox="1"/>
              <p:nvPr/>
            </p:nvSpPr>
            <p:spPr>
              <a:xfrm>
                <a:off x="2949594" y="4126758"/>
                <a:ext cx="465322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2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ptos" panose="020B0004020202020204" pitchFamily="34" charset="0"/>
                    <a:ea typeface="+mn-ea"/>
                    <a:cs typeface="Arial" panose="020B0604020202020204" pitchFamily="34" charset="0"/>
                  </a:rPr>
                  <a:t>RTH</a:t>
                </a:r>
              </a:p>
            </p:txBody>
          </p:sp>
        </p:grpSp>
        <p:grpSp>
          <p:nvGrpSpPr>
            <p:cNvPr id="32" name="Group 31">
              <a:extLst>
                <a:ext uri="{FF2B5EF4-FFF2-40B4-BE49-F238E27FC236}">
                  <a16:creationId xmlns:a16="http://schemas.microsoft.com/office/drawing/2014/main" id="{AAC3A3D5-2B9D-8E0A-A936-64FEE6CACE7B}"/>
                </a:ext>
              </a:extLst>
            </p:cNvPr>
            <p:cNvGrpSpPr/>
            <p:nvPr/>
          </p:nvGrpSpPr>
          <p:grpSpPr>
            <a:xfrm>
              <a:off x="7543240" y="4536965"/>
              <a:ext cx="628907" cy="628907"/>
              <a:chOff x="2867802" y="3950805"/>
              <a:chExt cx="628907" cy="628907"/>
            </a:xfrm>
          </p:grpSpPr>
          <p:sp>
            <p:nvSpPr>
              <p:cNvPr id="33" name="Oval 32">
                <a:extLst>
                  <a:ext uri="{FF2B5EF4-FFF2-40B4-BE49-F238E27FC236}">
                    <a16:creationId xmlns:a16="http://schemas.microsoft.com/office/drawing/2014/main" id="{8D9D57EA-CC32-F922-77A7-E4BA10EEDE84}"/>
                  </a:ext>
                </a:extLst>
              </p:cNvPr>
              <p:cNvSpPr/>
              <p:nvPr/>
            </p:nvSpPr>
            <p:spPr>
              <a:xfrm>
                <a:off x="2867802" y="3950805"/>
                <a:ext cx="628907" cy="628907"/>
              </a:xfrm>
              <a:prstGeom prst="ellipse">
                <a:avLst/>
              </a:prstGeom>
              <a:solidFill>
                <a:schemeClr val="bg1"/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>
                      <a:lumMod val="65000"/>
                    </a:prstClr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4D57AF16-6F8A-2B66-1568-F680CC0F9656}"/>
                  </a:ext>
                </a:extLst>
              </p:cNvPr>
              <p:cNvSpPr txBox="1"/>
              <p:nvPr/>
            </p:nvSpPr>
            <p:spPr>
              <a:xfrm>
                <a:off x="2949594" y="4126758"/>
                <a:ext cx="465322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2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ptos" panose="020B0004020202020204" pitchFamily="34" charset="0"/>
                    <a:ea typeface="+mn-ea"/>
                    <a:cs typeface="Arial" panose="020B0604020202020204" pitchFamily="34" charset="0"/>
                  </a:rPr>
                  <a:t>RTH</a:t>
                </a:r>
              </a:p>
            </p:txBody>
          </p:sp>
        </p:grpSp>
        <p:cxnSp>
          <p:nvCxnSpPr>
            <p:cNvPr id="35" name="Straight Arrow Connector 34">
              <a:extLst>
                <a:ext uri="{FF2B5EF4-FFF2-40B4-BE49-F238E27FC236}">
                  <a16:creationId xmlns:a16="http://schemas.microsoft.com/office/drawing/2014/main" id="{B33B57D9-66C5-222D-B166-A2249328755B}"/>
                </a:ext>
              </a:extLst>
            </p:cNvPr>
            <p:cNvCxnSpPr>
              <a:cxnSpLocks/>
            </p:cNvCxnSpPr>
            <p:nvPr/>
          </p:nvCxnSpPr>
          <p:spPr>
            <a:xfrm>
              <a:off x="4975127" y="4870482"/>
              <a:ext cx="1508258" cy="709621"/>
            </a:xfrm>
            <a:prstGeom prst="straightConnector1">
              <a:avLst/>
            </a:prstGeom>
            <a:ln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Arrow Connector 35">
              <a:extLst>
                <a:ext uri="{FF2B5EF4-FFF2-40B4-BE49-F238E27FC236}">
                  <a16:creationId xmlns:a16="http://schemas.microsoft.com/office/drawing/2014/main" id="{E9259E52-0113-D0A4-3EA6-0806B9063A5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948850" y="3983610"/>
              <a:ext cx="1143095" cy="575843"/>
            </a:xfrm>
            <a:prstGeom prst="straightConnector1">
              <a:avLst/>
            </a:prstGeom>
            <a:ln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Arrow Connector 36">
              <a:extLst>
                <a:ext uri="{FF2B5EF4-FFF2-40B4-BE49-F238E27FC236}">
                  <a16:creationId xmlns:a16="http://schemas.microsoft.com/office/drawing/2014/main" id="{FFCF0A8B-534B-8FE3-2E31-70E6889524B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123124" y="5120144"/>
              <a:ext cx="428025" cy="331605"/>
            </a:xfrm>
            <a:prstGeom prst="straightConnector1">
              <a:avLst/>
            </a:prstGeom>
            <a:ln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Arrow Connector 37">
              <a:extLst>
                <a:ext uri="{FF2B5EF4-FFF2-40B4-BE49-F238E27FC236}">
                  <a16:creationId xmlns:a16="http://schemas.microsoft.com/office/drawing/2014/main" id="{1F9AE258-A223-3B2E-4DDA-9216C873E28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172147" y="4092067"/>
              <a:ext cx="1121028" cy="549041"/>
            </a:xfrm>
            <a:prstGeom prst="straightConnector1">
              <a:avLst/>
            </a:prstGeom>
            <a:ln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Arrow Connector 38">
              <a:extLst>
                <a:ext uri="{FF2B5EF4-FFF2-40B4-BE49-F238E27FC236}">
                  <a16:creationId xmlns:a16="http://schemas.microsoft.com/office/drawing/2014/main" id="{856F36EC-D8C0-F633-8216-2317F56547BC}"/>
                </a:ext>
              </a:extLst>
            </p:cNvPr>
            <p:cNvCxnSpPr>
              <a:cxnSpLocks/>
            </p:cNvCxnSpPr>
            <p:nvPr/>
          </p:nvCxnSpPr>
          <p:spPr>
            <a:xfrm>
              <a:off x="8191197" y="5026609"/>
              <a:ext cx="652171" cy="305691"/>
            </a:xfrm>
            <a:prstGeom prst="straightConnector1">
              <a:avLst/>
            </a:prstGeom>
            <a:ln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Arrow Connector 41">
              <a:extLst>
                <a:ext uri="{FF2B5EF4-FFF2-40B4-BE49-F238E27FC236}">
                  <a16:creationId xmlns:a16="http://schemas.microsoft.com/office/drawing/2014/main" id="{B04E5523-B082-8B0B-67C2-483ABD80D562}"/>
                </a:ext>
              </a:extLst>
            </p:cNvPr>
            <p:cNvCxnSpPr>
              <a:cxnSpLocks/>
            </p:cNvCxnSpPr>
            <p:nvPr/>
          </p:nvCxnSpPr>
          <p:spPr>
            <a:xfrm>
              <a:off x="9538950" y="5570578"/>
              <a:ext cx="981544" cy="276999"/>
            </a:xfrm>
            <a:prstGeom prst="straightConnector1">
              <a:avLst/>
            </a:prstGeom>
            <a:ln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02" name="Group 201">
              <a:extLst>
                <a:ext uri="{FF2B5EF4-FFF2-40B4-BE49-F238E27FC236}">
                  <a16:creationId xmlns:a16="http://schemas.microsoft.com/office/drawing/2014/main" id="{F16CA0BC-D7A1-0721-DE30-3294849BDFCD}"/>
                </a:ext>
              </a:extLst>
            </p:cNvPr>
            <p:cNvGrpSpPr/>
            <p:nvPr/>
          </p:nvGrpSpPr>
          <p:grpSpPr>
            <a:xfrm>
              <a:off x="10510969" y="5552173"/>
              <a:ext cx="751592" cy="628907"/>
              <a:chOff x="10510969" y="5552173"/>
              <a:chExt cx="751592" cy="628907"/>
            </a:xfrm>
          </p:grpSpPr>
          <p:sp>
            <p:nvSpPr>
              <p:cNvPr id="40" name="Rectangle: Rounded Corners 39">
                <a:extLst>
                  <a:ext uri="{FF2B5EF4-FFF2-40B4-BE49-F238E27FC236}">
                    <a16:creationId xmlns:a16="http://schemas.microsoft.com/office/drawing/2014/main" id="{A57E4E93-C426-56D9-E468-DEA358D669B6}"/>
                  </a:ext>
                </a:extLst>
              </p:cNvPr>
              <p:cNvSpPr/>
              <p:nvPr/>
            </p:nvSpPr>
            <p:spPr>
              <a:xfrm>
                <a:off x="10572312" y="5552173"/>
                <a:ext cx="628907" cy="628907"/>
              </a:xfrm>
              <a:prstGeom prst="roundRect">
                <a:avLst>
                  <a:gd name="adj" fmla="val 8678"/>
                </a:avLst>
              </a:prstGeom>
              <a:solidFill>
                <a:schemeClr val="bg1"/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94DC55A1-3CB1-8F0C-C61C-D2938D63B099}"/>
                  </a:ext>
                </a:extLst>
              </p:cNvPr>
              <p:cNvSpPr txBox="1"/>
              <p:nvPr/>
            </p:nvSpPr>
            <p:spPr>
              <a:xfrm>
                <a:off x="10510969" y="5728127"/>
                <a:ext cx="751592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2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ptos" panose="020B0004020202020204" pitchFamily="34" charset="0"/>
                    <a:ea typeface="+mn-ea"/>
                    <a:cs typeface="Arial" panose="020B0604020202020204" pitchFamily="34" charset="0"/>
                  </a:rPr>
                  <a:t>WDQMS</a:t>
                </a:r>
              </a:p>
            </p:txBody>
          </p:sp>
        </p:grpSp>
      </p:grpSp>
      <p:grpSp>
        <p:nvGrpSpPr>
          <p:cNvPr id="208" name="Group 207">
            <a:extLst>
              <a:ext uri="{FF2B5EF4-FFF2-40B4-BE49-F238E27FC236}">
                <a16:creationId xmlns:a16="http://schemas.microsoft.com/office/drawing/2014/main" id="{41C89889-B941-CDD8-5C02-55D6D68EEE45}"/>
              </a:ext>
            </a:extLst>
          </p:cNvPr>
          <p:cNvGrpSpPr/>
          <p:nvPr/>
        </p:nvGrpSpPr>
        <p:grpSpPr>
          <a:xfrm>
            <a:off x="10472016" y="6288980"/>
            <a:ext cx="829498" cy="169804"/>
            <a:chOff x="10572312" y="6343525"/>
            <a:chExt cx="829498" cy="169804"/>
          </a:xfrm>
        </p:grpSpPr>
        <p:sp>
          <p:nvSpPr>
            <p:cNvPr id="204" name="Rectangle 203">
              <a:extLst>
                <a:ext uri="{FF2B5EF4-FFF2-40B4-BE49-F238E27FC236}">
                  <a16:creationId xmlns:a16="http://schemas.microsoft.com/office/drawing/2014/main" id="{0066558A-5260-6F97-8D71-26FE36B904F7}"/>
                </a:ext>
              </a:extLst>
            </p:cNvPr>
            <p:cNvSpPr/>
            <p:nvPr/>
          </p:nvSpPr>
          <p:spPr>
            <a:xfrm>
              <a:off x="10572312" y="6343525"/>
              <a:ext cx="169804" cy="169804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A</a:t>
              </a:r>
            </a:p>
          </p:txBody>
        </p:sp>
        <p:sp>
          <p:nvSpPr>
            <p:cNvPr id="205" name="Rectangle 204">
              <a:extLst>
                <a:ext uri="{FF2B5EF4-FFF2-40B4-BE49-F238E27FC236}">
                  <a16:creationId xmlns:a16="http://schemas.microsoft.com/office/drawing/2014/main" id="{46DE4BA4-7CB0-A454-B2AB-079B2F967145}"/>
                </a:ext>
              </a:extLst>
            </p:cNvPr>
            <p:cNvSpPr/>
            <p:nvPr/>
          </p:nvSpPr>
          <p:spPr>
            <a:xfrm>
              <a:off x="10792210" y="6343525"/>
              <a:ext cx="169804" cy="169804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B</a:t>
              </a:r>
            </a:p>
          </p:txBody>
        </p:sp>
        <p:sp>
          <p:nvSpPr>
            <p:cNvPr id="206" name="Rectangle 205">
              <a:extLst>
                <a:ext uri="{FF2B5EF4-FFF2-40B4-BE49-F238E27FC236}">
                  <a16:creationId xmlns:a16="http://schemas.microsoft.com/office/drawing/2014/main" id="{CCA3E50F-8CE9-4B47-C655-31B86ABBACDF}"/>
                </a:ext>
              </a:extLst>
            </p:cNvPr>
            <p:cNvSpPr/>
            <p:nvPr/>
          </p:nvSpPr>
          <p:spPr>
            <a:xfrm>
              <a:off x="11012108" y="6343525"/>
              <a:ext cx="169804" cy="169804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C</a:t>
              </a:r>
            </a:p>
          </p:txBody>
        </p:sp>
        <p:sp>
          <p:nvSpPr>
            <p:cNvPr id="207" name="Rectangle 206">
              <a:extLst>
                <a:ext uri="{FF2B5EF4-FFF2-40B4-BE49-F238E27FC236}">
                  <a16:creationId xmlns:a16="http://schemas.microsoft.com/office/drawing/2014/main" id="{B5466AAA-1798-5462-83A1-6F8E3A9E2F2B}"/>
                </a:ext>
              </a:extLst>
            </p:cNvPr>
            <p:cNvSpPr/>
            <p:nvPr/>
          </p:nvSpPr>
          <p:spPr>
            <a:xfrm>
              <a:off x="11232006" y="6343525"/>
              <a:ext cx="169804" cy="169804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D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8800849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0" presetClass="path" presetSubtype="0" accel="50000" decel="50000" fill="hold" nodeType="afterEffect">
                                  <p:stCondLst>
                                    <p:cond delay="250"/>
                                  </p:stCondLst>
                                  <p:childTnLst>
                                    <p:animMotion origin="layout" path="M -0.00053 0.00046 L 0.67018 -0.03935 " pathEditMode="relative" rAng="0" ptsTypes="AA">
                                      <p:cBhvr>
                                        <p:cTn id="10" dur="275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3529" y="-1991"/>
                                    </p:animMotion>
                                  </p:childTnLst>
                                </p:cTn>
                              </p:par>
                              <p:par>
                                <p:cTn id="11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3500"/>
                            </p:stCondLst>
                            <p:childTnLst>
                              <p:par>
                                <p:cTn id="3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2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/>
      <p:bldP spid="195" grpId="0"/>
      <p:bldP spid="196" grpId="0"/>
      <p:bldP spid="197" grpId="0"/>
      <p:bldP spid="198" grpId="0"/>
      <p:bldP spid="199" grpId="0"/>
      <p:bldP spid="200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FE2BDE-DDE0-68CA-F2E4-606094AD2A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2" name="Picture 221">
            <a:extLst>
              <a:ext uri="{FF2B5EF4-FFF2-40B4-BE49-F238E27FC236}">
                <a16:creationId xmlns:a16="http://schemas.microsoft.com/office/drawing/2014/main" id="{EC7D122A-6CF5-2C62-09BA-5054295F33E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418180"/>
            <a:ext cx="5197907" cy="1439820"/>
          </a:xfrm>
          <a:prstGeom prst="rect">
            <a:avLst/>
          </a:prstGeom>
        </p:spPr>
      </p:pic>
      <p:grpSp>
        <p:nvGrpSpPr>
          <p:cNvPr id="13" name="Group 12">
            <a:extLst>
              <a:ext uri="{FF2B5EF4-FFF2-40B4-BE49-F238E27FC236}">
                <a16:creationId xmlns:a16="http://schemas.microsoft.com/office/drawing/2014/main" id="{8DB020E8-AD0D-E155-2983-9BF09CD777D4}"/>
              </a:ext>
            </a:extLst>
          </p:cNvPr>
          <p:cNvGrpSpPr/>
          <p:nvPr/>
        </p:nvGrpSpPr>
        <p:grpSpPr>
          <a:xfrm>
            <a:off x="2588900" y="323658"/>
            <a:ext cx="8879200" cy="6210684"/>
            <a:chOff x="1942544" y="1301750"/>
            <a:chExt cx="6082512" cy="4254500"/>
          </a:xfrm>
        </p:grpSpPr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627FF54E-B8AC-CB91-6E2C-1AA3DBCE0ED0}"/>
                </a:ext>
              </a:extLst>
            </p:cNvPr>
            <p:cNvGrpSpPr/>
            <p:nvPr/>
          </p:nvGrpSpPr>
          <p:grpSpPr>
            <a:xfrm>
              <a:off x="1942544" y="1301750"/>
              <a:ext cx="6082512" cy="4254500"/>
              <a:chOff x="1942544" y="1301750"/>
              <a:chExt cx="6082512" cy="4254500"/>
            </a:xfrm>
          </p:grpSpPr>
          <p:sp>
            <p:nvSpPr>
              <p:cNvPr id="7" name="Cloud 6">
                <a:extLst>
                  <a:ext uri="{FF2B5EF4-FFF2-40B4-BE49-F238E27FC236}">
                    <a16:creationId xmlns:a16="http://schemas.microsoft.com/office/drawing/2014/main" id="{20EB1857-AC51-CD4A-EAC8-F1D94E9E9536}"/>
                  </a:ext>
                </a:extLst>
              </p:cNvPr>
              <p:cNvSpPr/>
              <p:nvPr/>
            </p:nvSpPr>
            <p:spPr>
              <a:xfrm rot="401311">
                <a:off x="1948500" y="1301750"/>
                <a:ext cx="6070600" cy="4254500"/>
              </a:xfrm>
              <a:prstGeom prst="cloud">
                <a:avLst/>
              </a:prstGeom>
              <a:solidFill>
                <a:schemeClr val="bg1"/>
              </a:solidFill>
              <a:ln w="38100">
                <a:solidFill>
                  <a:schemeClr val="bg1">
                    <a:lumMod val="75000"/>
                  </a:schemeClr>
                </a:solidFill>
                <a:prstDash val="sysDash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8" name="Cloud 7">
                <a:extLst>
                  <a:ext uri="{FF2B5EF4-FFF2-40B4-BE49-F238E27FC236}">
                    <a16:creationId xmlns:a16="http://schemas.microsoft.com/office/drawing/2014/main" id="{73ED4316-F1F6-BF26-9230-368285B83EC7}"/>
                  </a:ext>
                </a:extLst>
              </p:cNvPr>
              <p:cNvSpPr/>
              <p:nvPr/>
            </p:nvSpPr>
            <p:spPr>
              <a:xfrm rot="401311">
                <a:off x="1942544" y="1382575"/>
                <a:ext cx="6082512" cy="4118248"/>
              </a:xfrm>
              <a:prstGeom prst="cloud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</p:grp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94205379-A918-D09A-B3F0-BAD5A5CA7B3D}"/>
                </a:ext>
              </a:extLst>
            </p:cNvPr>
            <p:cNvCxnSpPr>
              <a:cxnSpLocks/>
            </p:cNvCxnSpPr>
            <p:nvPr/>
          </p:nvCxnSpPr>
          <p:spPr>
            <a:xfrm>
              <a:off x="2133600" y="3429000"/>
              <a:ext cx="5867400" cy="0"/>
            </a:xfrm>
            <a:prstGeom prst="line">
              <a:avLst/>
            </a:prstGeom>
            <a:solidFill>
              <a:schemeClr val="bg1"/>
            </a:solidFill>
            <a:ln w="38100">
              <a:solidFill>
                <a:schemeClr val="bg1">
                  <a:lumMod val="75000"/>
                </a:schemeClr>
              </a:solidFill>
              <a:prstDash val="sys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sp>
        <p:nvSpPr>
          <p:cNvPr id="14" name="TextBox 13">
            <a:extLst>
              <a:ext uri="{FF2B5EF4-FFF2-40B4-BE49-F238E27FC236}">
                <a16:creationId xmlns:a16="http://schemas.microsoft.com/office/drawing/2014/main" id="{873A4430-C58B-65BA-28C2-B6CAF0D57724}"/>
              </a:ext>
            </a:extLst>
          </p:cNvPr>
          <p:cNvSpPr txBox="1"/>
          <p:nvPr/>
        </p:nvSpPr>
        <p:spPr>
          <a:xfrm>
            <a:off x="6238875" y="314003"/>
            <a:ext cx="818636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WIS2</a:t>
            </a:r>
          </a:p>
        </p:txBody>
      </p:sp>
      <p:grpSp>
        <p:nvGrpSpPr>
          <p:cNvPr id="225" name="Group 224">
            <a:extLst>
              <a:ext uri="{FF2B5EF4-FFF2-40B4-BE49-F238E27FC236}">
                <a16:creationId xmlns:a16="http://schemas.microsoft.com/office/drawing/2014/main" id="{4CABE675-5DDF-62F2-2B1D-003A10BA34F5}"/>
              </a:ext>
            </a:extLst>
          </p:cNvPr>
          <p:cNvGrpSpPr/>
          <p:nvPr/>
        </p:nvGrpSpPr>
        <p:grpSpPr>
          <a:xfrm>
            <a:off x="350689" y="4160355"/>
            <a:ext cx="466050" cy="669682"/>
            <a:chOff x="1159011" y="4934512"/>
            <a:chExt cx="466050" cy="669682"/>
          </a:xfrm>
        </p:grpSpPr>
        <p:sp>
          <p:nvSpPr>
            <p:cNvPr id="224" name="Rectangle: Rounded Corners 223">
              <a:extLst>
                <a:ext uri="{FF2B5EF4-FFF2-40B4-BE49-F238E27FC236}">
                  <a16:creationId xmlns:a16="http://schemas.microsoft.com/office/drawing/2014/main" id="{06DDE9C3-3DC2-158B-6B6C-72F9E8F9A150}"/>
                </a:ext>
              </a:extLst>
            </p:cNvPr>
            <p:cNvSpPr/>
            <p:nvPr/>
          </p:nvSpPr>
          <p:spPr>
            <a:xfrm>
              <a:off x="1159011" y="4934512"/>
              <a:ext cx="466050" cy="669682"/>
            </a:xfrm>
            <a:prstGeom prst="roundRect">
              <a:avLst>
                <a:gd name="adj" fmla="val 8535"/>
              </a:avLst>
            </a:prstGeom>
            <a:solidFill>
              <a:schemeClr val="bg1"/>
            </a:solidFill>
            <a:ln w="12700">
              <a:prstDash val="sys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218" name="Rectangle 217">
              <a:extLst>
                <a:ext uri="{FF2B5EF4-FFF2-40B4-BE49-F238E27FC236}">
                  <a16:creationId xmlns:a16="http://schemas.microsoft.com/office/drawing/2014/main" id="{060C4A5F-1062-5A9C-844A-3A5F1C810CC1}"/>
                </a:ext>
              </a:extLst>
            </p:cNvPr>
            <p:cNvSpPr/>
            <p:nvPr/>
          </p:nvSpPr>
          <p:spPr>
            <a:xfrm>
              <a:off x="1307134" y="5356687"/>
              <a:ext cx="169804" cy="169804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A</a:t>
              </a:r>
            </a:p>
          </p:txBody>
        </p:sp>
        <p:pic>
          <p:nvPicPr>
            <p:cNvPr id="223" name="Picture 222" descr="A black and white symbol&#10;&#10;Description automatically generated">
              <a:extLst>
                <a:ext uri="{FF2B5EF4-FFF2-40B4-BE49-F238E27FC236}">
                  <a16:creationId xmlns:a16="http://schemas.microsoft.com/office/drawing/2014/main" id="{46776D70-E8C6-47AE-FF28-9838662CD0C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216187" y="4970684"/>
              <a:ext cx="351698" cy="351696"/>
            </a:xfrm>
            <a:prstGeom prst="rect">
              <a:avLst/>
            </a:prstGeom>
          </p:spPr>
        </p:pic>
      </p:grpSp>
      <p:grpSp>
        <p:nvGrpSpPr>
          <p:cNvPr id="234" name="Group 233">
            <a:extLst>
              <a:ext uri="{FF2B5EF4-FFF2-40B4-BE49-F238E27FC236}">
                <a16:creationId xmlns:a16="http://schemas.microsoft.com/office/drawing/2014/main" id="{07643E9B-E4CB-7FD4-BD74-523AD3AB7EA7}"/>
              </a:ext>
            </a:extLst>
          </p:cNvPr>
          <p:cNvGrpSpPr/>
          <p:nvPr/>
        </p:nvGrpSpPr>
        <p:grpSpPr>
          <a:xfrm>
            <a:off x="858066" y="4163562"/>
            <a:ext cx="466050" cy="669682"/>
            <a:chOff x="1159011" y="4934512"/>
            <a:chExt cx="466050" cy="669682"/>
          </a:xfrm>
        </p:grpSpPr>
        <p:sp>
          <p:nvSpPr>
            <p:cNvPr id="235" name="Rectangle: Rounded Corners 234">
              <a:extLst>
                <a:ext uri="{FF2B5EF4-FFF2-40B4-BE49-F238E27FC236}">
                  <a16:creationId xmlns:a16="http://schemas.microsoft.com/office/drawing/2014/main" id="{ADD8D4B0-8C18-4208-1E4C-4713CA9FA36E}"/>
                </a:ext>
              </a:extLst>
            </p:cNvPr>
            <p:cNvSpPr/>
            <p:nvPr/>
          </p:nvSpPr>
          <p:spPr>
            <a:xfrm>
              <a:off x="1159011" y="4934512"/>
              <a:ext cx="466050" cy="669682"/>
            </a:xfrm>
            <a:prstGeom prst="roundRect">
              <a:avLst>
                <a:gd name="adj" fmla="val 8535"/>
              </a:avLst>
            </a:prstGeom>
            <a:solidFill>
              <a:schemeClr val="bg1"/>
            </a:solidFill>
            <a:ln w="12700">
              <a:prstDash val="sys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236" name="Rectangle 235">
              <a:extLst>
                <a:ext uri="{FF2B5EF4-FFF2-40B4-BE49-F238E27FC236}">
                  <a16:creationId xmlns:a16="http://schemas.microsoft.com/office/drawing/2014/main" id="{01D867CF-D4FD-C7F8-05F8-7A455208D529}"/>
                </a:ext>
              </a:extLst>
            </p:cNvPr>
            <p:cNvSpPr/>
            <p:nvPr/>
          </p:nvSpPr>
          <p:spPr>
            <a:xfrm>
              <a:off x="1307134" y="5356687"/>
              <a:ext cx="169804" cy="169804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B</a:t>
              </a:r>
            </a:p>
          </p:txBody>
        </p:sp>
        <p:pic>
          <p:nvPicPr>
            <p:cNvPr id="237" name="Picture 236" descr="A black and white symbol&#10;&#10;Description automatically generated">
              <a:extLst>
                <a:ext uri="{FF2B5EF4-FFF2-40B4-BE49-F238E27FC236}">
                  <a16:creationId xmlns:a16="http://schemas.microsoft.com/office/drawing/2014/main" id="{3C2207C2-E725-4722-5068-67EB1DB1E17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216187" y="4970684"/>
              <a:ext cx="351698" cy="351696"/>
            </a:xfrm>
            <a:prstGeom prst="rect">
              <a:avLst/>
            </a:prstGeom>
          </p:spPr>
        </p:pic>
      </p:grpSp>
      <p:grpSp>
        <p:nvGrpSpPr>
          <p:cNvPr id="238" name="Group 237">
            <a:extLst>
              <a:ext uri="{FF2B5EF4-FFF2-40B4-BE49-F238E27FC236}">
                <a16:creationId xmlns:a16="http://schemas.microsoft.com/office/drawing/2014/main" id="{B1B7BBC8-7DA1-2099-8E03-68CEB75E7FE2}"/>
              </a:ext>
            </a:extLst>
          </p:cNvPr>
          <p:cNvGrpSpPr/>
          <p:nvPr/>
        </p:nvGrpSpPr>
        <p:grpSpPr>
          <a:xfrm>
            <a:off x="856832" y="4869695"/>
            <a:ext cx="466050" cy="669682"/>
            <a:chOff x="1159011" y="4934512"/>
            <a:chExt cx="466050" cy="669682"/>
          </a:xfrm>
        </p:grpSpPr>
        <p:sp>
          <p:nvSpPr>
            <p:cNvPr id="239" name="Rectangle: Rounded Corners 238">
              <a:extLst>
                <a:ext uri="{FF2B5EF4-FFF2-40B4-BE49-F238E27FC236}">
                  <a16:creationId xmlns:a16="http://schemas.microsoft.com/office/drawing/2014/main" id="{C946A6F6-E00D-3DDB-7F77-13A09A4BE4B8}"/>
                </a:ext>
              </a:extLst>
            </p:cNvPr>
            <p:cNvSpPr/>
            <p:nvPr/>
          </p:nvSpPr>
          <p:spPr>
            <a:xfrm>
              <a:off x="1159011" y="4934512"/>
              <a:ext cx="466050" cy="669682"/>
            </a:xfrm>
            <a:prstGeom prst="roundRect">
              <a:avLst>
                <a:gd name="adj" fmla="val 8535"/>
              </a:avLst>
            </a:prstGeom>
            <a:solidFill>
              <a:schemeClr val="bg1"/>
            </a:solidFill>
            <a:ln w="12700">
              <a:prstDash val="sys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240" name="Rectangle 239">
              <a:extLst>
                <a:ext uri="{FF2B5EF4-FFF2-40B4-BE49-F238E27FC236}">
                  <a16:creationId xmlns:a16="http://schemas.microsoft.com/office/drawing/2014/main" id="{A8672CF8-4C07-E2F3-1627-1B49310F4523}"/>
                </a:ext>
              </a:extLst>
            </p:cNvPr>
            <p:cNvSpPr/>
            <p:nvPr/>
          </p:nvSpPr>
          <p:spPr>
            <a:xfrm>
              <a:off x="1307134" y="5356687"/>
              <a:ext cx="169804" cy="169804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D</a:t>
              </a:r>
            </a:p>
          </p:txBody>
        </p:sp>
        <p:pic>
          <p:nvPicPr>
            <p:cNvPr id="241" name="Picture 240" descr="A black and white symbol&#10;&#10;Description automatically generated">
              <a:extLst>
                <a:ext uri="{FF2B5EF4-FFF2-40B4-BE49-F238E27FC236}">
                  <a16:creationId xmlns:a16="http://schemas.microsoft.com/office/drawing/2014/main" id="{6C8A60CF-9880-1FBC-D125-D1EF54DBC02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216187" y="4970684"/>
              <a:ext cx="351698" cy="351696"/>
            </a:xfrm>
            <a:prstGeom prst="rect">
              <a:avLst/>
            </a:prstGeom>
          </p:spPr>
        </p:pic>
      </p:grpSp>
      <p:grpSp>
        <p:nvGrpSpPr>
          <p:cNvPr id="242" name="Group 241">
            <a:extLst>
              <a:ext uri="{FF2B5EF4-FFF2-40B4-BE49-F238E27FC236}">
                <a16:creationId xmlns:a16="http://schemas.microsoft.com/office/drawing/2014/main" id="{2C00FB67-E2AB-E0F2-79D6-31B56FF00829}"/>
              </a:ext>
            </a:extLst>
          </p:cNvPr>
          <p:cNvGrpSpPr/>
          <p:nvPr/>
        </p:nvGrpSpPr>
        <p:grpSpPr>
          <a:xfrm>
            <a:off x="349454" y="4869695"/>
            <a:ext cx="466050" cy="669682"/>
            <a:chOff x="1159011" y="4934512"/>
            <a:chExt cx="466050" cy="669682"/>
          </a:xfrm>
        </p:grpSpPr>
        <p:sp>
          <p:nvSpPr>
            <p:cNvPr id="243" name="Rectangle: Rounded Corners 242">
              <a:extLst>
                <a:ext uri="{FF2B5EF4-FFF2-40B4-BE49-F238E27FC236}">
                  <a16:creationId xmlns:a16="http://schemas.microsoft.com/office/drawing/2014/main" id="{36591597-CB52-B46E-FE05-7A064CB3FFC9}"/>
                </a:ext>
              </a:extLst>
            </p:cNvPr>
            <p:cNvSpPr/>
            <p:nvPr/>
          </p:nvSpPr>
          <p:spPr>
            <a:xfrm>
              <a:off x="1159011" y="4934512"/>
              <a:ext cx="466050" cy="669682"/>
            </a:xfrm>
            <a:prstGeom prst="roundRect">
              <a:avLst>
                <a:gd name="adj" fmla="val 8535"/>
              </a:avLst>
            </a:prstGeom>
            <a:solidFill>
              <a:schemeClr val="bg1"/>
            </a:solidFill>
            <a:ln w="12700">
              <a:prstDash val="sys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244" name="Rectangle 243">
              <a:extLst>
                <a:ext uri="{FF2B5EF4-FFF2-40B4-BE49-F238E27FC236}">
                  <a16:creationId xmlns:a16="http://schemas.microsoft.com/office/drawing/2014/main" id="{0F995270-4990-CC54-9857-D295141EB3DB}"/>
                </a:ext>
              </a:extLst>
            </p:cNvPr>
            <p:cNvSpPr/>
            <p:nvPr/>
          </p:nvSpPr>
          <p:spPr>
            <a:xfrm>
              <a:off x="1307134" y="5356687"/>
              <a:ext cx="169804" cy="169804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C</a:t>
              </a:r>
            </a:p>
          </p:txBody>
        </p:sp>
        <p:pic>
          <p:nvPicPr>
            <p:cNvPr id="245" name="Picture 244" descr="A black and white symbol&#10;&#10;Description automatically generated">
              <a:extLst>
                <a:ext uri="{FF2B5EF4-FFF2-40B4-BE49-F238E27FC236}">
                  <a16:creationId xmlns:a16="http://schemas.microsoft.com/office/drawing/2014/main" id="{3EE1EB78-2B3C-3B10-2B78-95FA8070519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216187" y="4970684"/>
              <a:ext cx="351698" cy="351696"/>
            </a:xfrm>
            <a:prstGeom prst="rect">
              <a:avLst/>
            </a:prstGeom>
          </p:spPr>
        </p:pic>
      </p:grpSp>
      <p:grpSp>
        <p:nvGrpSpPr>
          <p:cNvPr id="249" name="Group 248">
            <a:extLst>
              <a:ext uri="{FF2B5EF4-FFF2-40B4-BE49-F238E27FC236}">
                <a16:creationId xmlns:a16="http://schemas.microsoft.com/office/drawing/2014/main" id="{022791B9-5E65-1398-ACBB-BD6AC9E4ADD0}"/>
              </a:ext>
            </a:extLst>
          </p:cNvPr>
          <p:cNvGrpSpPr/>
          <p:nvPr/>
        </p:nvGrpSpPr>
        <p:grpSpPr>
          <a:xfrm>
            <a:off x="1633202" y="1621248"/>
            <a:ext cx="1960897" cy="3158269"/>
            <a:chOff x="1633202" y="1621248"/>
            <a:chExt cx="1960897" cy="3158269"/>
          </a:xfrm>
        </p:grpSpPr>
        <p:sp>
          <p:nvSpPr>
            <p:cNvPr id="247" name="Rectangle: Rounded Corners 246">
              <a:extLst>
                <a:ext uri="{FF2B5EF4-FFF2-40B4-BE49-F238E27FC236}">
                  <a16:creationId xmlns:a16="http://schemas.microsoft.com/office/drawing/2014/main" id="{33D78FB7-45C1-C293-FD06-32DC9D081BAE}"/>
                </a:ext>
              </a:extLst>
            </p:cNvPr>
            <p:cNvSpPr/>
            <p:nvPr/>
          </p:nvSpPr>
          <p:spPr>
            <a:xfrm>
              <a:off x="1633202" y="1858519"/>
              <a:ext cx="1960897" cy="2920998"/>
            </a:xfrm>
            <a:prstGeom prst="roundRect">
              <a:avLst>
                <a:gd name="adj" fmla="val 3624"/>
              </a:avLst>
            </a:prstGeom>
            <a:solidFill>
              <a:schemeClr val="bg1">
                <a:lumMod val="95000"/>
                <a:alpha val="50196"/>
              </a:schemeClr>
            </a:solidFill>
            <a:ln w="12700">
              <a:solidFill>
                <a:schemeClr val="tx1">
                  <a:lumMod val="50000"/>
                  <a:lumOff val="50000"/>
                </a:schemeClr>
              </a:solidFill>
              <a:prstDash val="sysDot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248" name="TextBox 247">
              <a:extLst>
                <a:ext uri="{FF2B5EF4-FFF2-40B4-BE49-F238E27FC236}">
                  <a16:creationId xmlns:a16="http://schemas.microsoft.com/office/drawing/2014/main" id="{13E15DEA-13AD-9104-482D-2A052D04470B}"/>
                </a:ext>
              </a:extLst>
            </p:cNvPr>
            <p:cNvSpPr txBox="1"/>
            <p:nvPr/>
          </p:nvSpPr>
          <p:spPr>
            <a:xfrm>
              <a:off x="2059127" y="1621248"/>
              <a:ext cx="1179193" cy="2539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5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WIS Centre</a:t>
              </a:r>
              <a:endParaRPr kumimoji="0" lang="en-GB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246" name="Group 245">
            <a:extLst>
              <a:ext uri="{FF2B5EF4-FFF2-40B4-BE49-F238E27FC236}">
                <a16:creationId xmlns:a16="http://schemas.microsoft.com/office/drawing/2014/main" id="{2E5B4C77-FCE6-8B09-FA29-3AA6F6539056}"/>
              </a:ext>
            </a:extLst>
          </p:cNvPr>
          <p:cNvGrpSpPr/>
          <p:nvPr/>
        </p:nvGrpSpPr>
        <p:grpSpPr>
          <a:xfrm>
            <a:off x="238558" y="2004858"/>
            <a:ext cx="2724621" cy="2574854"/>
            <a:chOff x="238558" y="2004858"/>
            <a:chExt cx="2724621" cy="2574854"/>
          </a:xfrm>
        </p:grpSpPr>
        <p:pic>
          <p:nvPicPr>
            <p:cNvPr id="52" name="Picture 51">
              <a:extLst>
                <a:ext uri="{FF2B5EF4-FFF2-40B4-BE49-F238E27FC236}">
                  <a16:creationId xmlns:a16="http://schemas.microsoft.com/office/drawing/2014/main" id="{D17AD506-42F8-6041-397B-EE8E4515C063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256121" y="3053461"/>
              <a:ext cx="1338982" cy="751078"/>
            </a:xfrm>
            <a:prstGeom prst="rect">
              <a:avLst/>
            </a:prstGeom>
          </p:spPr>
        </p:pic>
        <p:grpSp>
          <p:nvGrpSpPr>
            <p:cNvPr id="53" name="Group 52">
              <a:extLst>
                <a:ext uri="{FF2B5EF4-FFF2-40B4-BE49-F238E27FC236}">
                  <a16:creationId xmlns:a16="http://schemas.microsoft.com/office/drawing/2014/main" id="{88112620-24FA-8940-1861-0924808F5529}"/>
                </a:ext>
              </a:extLst>
            </p:cNvPr>
            <p:cNvGrpSpPr/>
            <p:nvPr/>
          </p:nvGrpSpPr>
          <p:grpSpPr>
            <a:xfrm>
              <a:off x="2334271" y="2004858"/>
              <a:ext cx="628907" cy="910662"/>
              <a:chOff x="6648193" y="889820"/>
              <a:chExt cx="628907" cy="910662"/>
            </a:xfrm>
          </p:grpSpPr>
          <p:sp>
            <p:nvSpPr>
              <p:cNvPr id="54" name="Rectangle: Rounded Corners 53">
                <a:extLst>
                  <a:ext uri="{FF2B5EF4-FFF2-40B4-BE49-F238E27FC236}">
                    <a16:creationId xmlns:a16="http://schemas.microsoft.com/office/drawing/2014/main" id="{9DC27CFB-3B28-573A-0266-3EDD3C586A49}"/>
                  </a:ext>
                </a:extLst>
              </p:cNvPr>
              <p:cNvSpPr/>
              <p:nvPr/>
            </p:nvSpPr>
            <p:spPr>
              <a:xfrm>
                <a:off x="6648193" y="1171575"/>
                <a:ext cx="628907" cy="628907"/>
              </a:xfrm>
              <a:prstGeom prst="roundRect">
                <a:avLst>
                  <a:gd name="adj" fmla="val 8678"/>
                </a:avLst>
              </a:prstGeom>
              <a:solidFill>
                <a:schemeClr val="bg1"/>
              </a:solidFill>
              <a:ln w="28575">
                <a:solidFill>
                  <a:srgbClr val="3963DA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3963DA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3963DA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WIS2 Node</a:t>
                </a:r>
              </a:p>
            </p:txBody>
          </p:sp>
          <p:pic>
            <p:nvPicPr>
              <p:cNvPr id="55" name="Picture 54">
                <a:extLst>
                  <a:ext uri="{FF2B5EF4-FFF2-40B4-BE49-F238E27FC236}">
                    <a16:creationId xmlns:a16="http://schemas.microsoft.com/office/drawing/2014/main" id="{5780E4E5-CEA7-D832-FF6D-F769E26D7E9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6701185" y="889820"/>
                <a:ext cx="522922" cy="532516"/>
              </a:xfrm>
              <a:prstGeom prst="rect">
                <a:avLst/>
              </a:prstGeom>
            </p:spPr>
          </p:pic>
        </p:grpSp>
        <p:sp>
          <p:nvSpPr>
            <p:cNvPr id="56" name="Rectangle: Rounded Corners 55">
              <a:extLst>
                <a:ext uri="{FF2B5EF4-FFF2-40B4-BE49-F238E27FC236}">
                  <a16:creationId xmlns:a16="http://schemas.microsoft.com/office/drawing/2014/main" id="{3096EA32-22E8-BE9F-B56B-2E79A3C6915D}"/>
                </a:ext>
              </a:extLst>
            </p:cNvPr>
            <p:cNvSpPr/>
            <p:nvPr/>
          </p:nvSpPr>
          <p:spPr>
            <a:xfrm>
              <a:off x="2334272" y="3950805"/>
              <a:ext cx="628907" cy="628907"/>
            </a:xfrm>
            <a:prstGeom prst="roundRect">
              <a:avLst>
                <a:gd name="adj" fmla="val 8678"/>
              </a:avLst>
            </a:pr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MSS</a:t>
              </a:r>
            </a:p>
          </p:txBody>
        </p:sp>
        <p:cxnSp>
          <p:nvCxnSpPr>
            <p:cNvPr id="58" name="Straight Arrow Connector 57">
              <a:extLst>
                <a:ext uri="{FF2B5EF4-FFF2-40B4-BE49-F238E27FC236}">
                  <a16:creationId xmlns:a16="http://schemas.microsoft.com/office/drawing/2014/main" id="{69D2293D-B15E-BAEA-825E-FAF21321487E}"/>
                </a:ext>
              </a:extLst>
            </p:cNvPr>
            <p:cNvCxnSpPr/>
            <p:nvPr/>
          </p:nvCxnSpPr>
          <p:spPr>
            <a:xfrm flipV="1">
              <a:off x="1476375" y="2733675"/>
              <a:ext cx="751592" cy="419100"/>
            </a:xfrm>
            <a:prstGeom prst="straightConnector1">
              <a:avLst/>
            </a:prstGeom>
            <a:ln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Straight Arrow Connector 60">
              <a:extLst>
                <a:ext uri="{FF2B5EF4-FFF2-40B4-BE49-F238E27FC236}">
                  <a16:creationId xmlns:a16="http://schemas.microsoft.com/office/drawing/2014/main" id="{9D68C80E-F324-B820-2D89-DAC82B1AD81E}"/>
                </a:ext>
              </a:extLst>
            </p:cNvPr>
            <p:cNvCxnSpPr>
              <a:cxnSpLocks/>
            </p:cNvCxnSpPr>
            <p:nvPr/>
          </p:nvCxnSpPr>
          <p:spPr>
            <a:xfrm>
              <a:off x="1476375" y="3741255"/>
              <a:ext cx="751592" cy="419100"/>
            </a:xfrm>
            <a:prstGeom prst="straightConnector1">
              <a:avLst/>
            </a:prstGeom>
            <a:ln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62" name="TextBox 61">
              <a:extLst>
                <a:ext uri="{FF2B5EF4-FFF2-40B4-BE49-F238E27FC236}">
                  <a16:creationId xmlns:a16="http://schemas.microsoft.com/office/drawing/2014/main" id="{88D04A3C-DDE1-B787-5C7F-8BC966F2F13C}"/>
                </a:ext>
              </a:extLst>
            </p:cNvPr>
            <p:cNvSpPr txBox="1"/>
            <p:nvPr/>
          </p:nvSpPr>
          <p:spPr>
            <a:xfrm>
              <a:off x="238558" y="3676872"/>
              <a:ext cx="1179193" cy="43858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5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data management system</a:t>
              </a: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</a:t>
              </a:r>
            </a:p>
          </p:txBody>
        </p:sp>
      </p:grpSp>
      <p:sp>
        <p:nvSpPr>
          <p:cNvPr id="250" name="TextBox 249">
            <a:extLst>
              <a:ext uri="{FF2B5EF4-FFF2-40B4-BE49-F238E27FC236}">
                <a16:creationId xmlns:a16="http://schemas.microsoft.com/office/drawing/2014/main" id="{DC745DA3-993C-555E-36B4-FD61ECE9E084}"/>
              </a:ext>
            </a:extLst>
          </p:cNvPr>
          <p:cNvSpPr txBox="1"/>
          <p:nvPr/>
        </p:nvSpPr>
        <p:spPr>
          <a:xfrm>
            <a:off x="6619182" y="6359331"/>
            <a:ext cx="818636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GTS</a:t>
            </a:r>
          </a:p>
        </p:txBody>
      </p:sp>
      <p:sp>
        <p:nvSpPr>
          <p:cNvPr id="251" name="TextBox 250">
            <a:extLst>
              <a:ext uri="{FF2B5EF4-FFF2-40B4-BE49-F238E27FC236}">
                <a16:creationId xmlns:a16="http://schemas.microsoft.com/office/drawing/2014/main" id="{C7FDC9E0-A2FA-697A-9AA8-13695AAF132C}"/>
              </a:ext>
            </a:extLst>
          </p:cNvPr>
          <p:cNvSpPr txBox="1"/>
          <p:nvPr/>
        </p:nvSpPr>
        <p:spPr>
          <a:xfrm>
            <a:off x="1558820" y="5324359"/>
            <a:ext cx="4111696" cy="1477328"/>
          </a:xfrm>
          <a:prstGeom prst="rect">
            <a:avLst/>
          </a:prstGeom>
          <a:solidFill>
            <a:srgbClr val="FFFFFF">
              <a:alpha val="69804"/>
            </a:srgbClr>
          </a:solidFill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WIS2 distribution example</a:t>
            </a: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Reports from stations A, B, C and D published as individual data-objects encoded in BUFR, accessible via the </a:t>
            </a: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rgbClr val="E97132">
                    <a:lumMod val="75000"/>
                  </a:srgbClr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https data-server</a:t>
            </a: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B5C8B53-810C-D35E-156F-9A7DC566165A}"/>
              </a:ext>
            </a:extLst>
          </p:cNvPr>
          <p:cNvSpPr txBox="1"/>
          <p:nvPr/>
        </p:nvSpPr>
        <p:spPr>
          <a:xfrm>
            <a:off x="2074853" y="3688682"/>
            <a:ext cx="117919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CCCC = </a:t>
            </a:r>
            <a:r>
              <a:rPr kumimoji="0" lang="en-GB" sz="12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TEST</a:t>
            </a:r>
            <a:endParaRPr kumimoji="0" lang="en-GB" sz="16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+mn-cs"/>
            </a:endParaRPr>
          </a:p>
        </p:txBody>
      </p:sp>
      <p:grpSp>
        <p:nvGrpSpPr>
          <p:cNvPr id="203" name="Group 202">
            <a:extLst>
              <a:ext uri="{FF2B5EF4-FFF2-40B4-BE49-F238E27FC236}">
                <a16:creationId xmlns:a16="http://schemas.microsoft.com/office/drawing/2014/main" id="{CBE36751-5C0E-2BAC-6128-36F5AAA61729}"/>
              </a:ext>
            </a:extLst>
          </p:cNvPr>
          <p:cNvGrpSpPr/>
          <p:nvPr/>
        </p:nvGrpSpPr>
        <p:grpSpPr>
          <a:xfrm>
            <a:off x="3037962" y="3577971"/>
            <a:ext cx="8224599" cy="2603109"/>
            <a:chOff x="3037962" y="3577971"/>
            <a:chExt cx="8224599" cy="2603109"/>
          </a:xfrm>
        </p:grpSpPr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CB9474A7-2253-D5C8-090D-90D8FB775DC7}"/>
                </a:ext>
              </a:extLst>
            </p:cNvPr>
            <p:cNvGrpSpPr/>
            <p:nvPr/>
          </p:nvGrpSpPr>
          <p:grpSpPr>
            <a:xfrm>
              <a:off x="4281843" y="4427055"/>
              <a:ext cx="628907" cy="628907"/>
              <a:chOff x="2867802" y="3950805"/>
              <a:chExt cx="628907" cy="628907"/>
            </a:xfrm>
          </p:grpSpPr>
          <p:sp>
            <p:nvSpPr>
              <p:cNvPr id="4" name="Oval 3">
                <a:extLst>
                  <a:ext uri="{FF2B5EF4-FFF2-40B4-BE49-F238E27FC236}">
                    <a16:creationId xmlns:a16="http://schemas.microsoft.com/office/drawing/2014/main" id="{84110139-55EB-CED5-DF0B-7B36403913E3}"/>
                  </a:ext>
                </a:extLst>
              </p:cNvPr>
              <p:cNvSpPr/>
              <p:nvPr/>
            </p:nvSpPr>
            <p:spPr>
              <a:xfrm>
                <a:off x="2867802" y="3950805"/>
                <a:ext cx="628907" cy="628907"/>
              </a:xfrm>
              <a:prstGeom prst="ellipse">
                <a:avLst/>
              </a:prstGeom>
              <a:solidFill>
                <a:schemeClr val="bg1"/>
              </a:solidFill>
              <a:ln w="28575"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FA81E918-07E9-67BA-3C33-CA57F028F8DE}"/>
                  </a:ext>
                </a:extLst>
              </p:cNvPr>
              <p:cNvSpPr txBox="1"/>
              <p:nvPr/>
            </p:nvSpPr>
            <p:spPr>
              <a:xfrm>
                <a:off x="2949594" y="4126758"/>
                <a:ext cx="465322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2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white">
                        <a:lumMod val="75000"/>
                      </a:prstClr>
                    </a:solidFill>
                    <a:effectLst/>
                    <a:uLnTx/>
                    <a:uFillTx/>
                    <a:latin typeface="Aptos" panose="020B0004020202020204" pitchFamily="34" charset="0"/>
                    <a:ea typeface="+mn-ea"/>
                    <a:cs typeface="Arial" panose="020B0604020202020204" pitchFamily="34" charset="0"/>
                  </a:rPr>
                  <a:t>RTH</a:t>
                </a:r>
              </a:p>
            </p:txBody>
          </p:sp>
        </p:grpSp>
        <p:cxnSp>
          <p:nvCxnSpPr>
            <p:cNvPr id="6" name="Straight Arrow Connector 5">
              <a:extLst>
                <a:ext uri="{FF2B5EF4-FFF2-40B4-BE49-F238E27FC236}">
                  <a16:creationId xmlns:a16="http://schemas.microsoft.com/office/drawing/2014/main" id="{35E13F7E-C9BD-5C3E-7C70-913E5C5A97FD}"/>
                </a:ext>
              </a:extLst>
            </p:cNvPr>
            <p:cNvCxnSpPr>
              <a:cxnSpLocks/>
            </p:cNvCxnSpPr>
            <p:nvPr/>
          </p:nvCxnSpPr>
          <p:spPr>
            <a:xfrm>
              <a:off x="3037962" y="4315266"/>
              <a:ext cx="1175587" cy="306792"/>
            </a:xfrm>
            <a:prstGeom prst="straightConnector1">
              <a:avLst/>
            </a:prstGeom>
            <a:ln>
              <a:solidFill>
                <a:schemeClr val="bg1">
                  <a:lumMod val="85000"/>
                </a:schemeClr>
              </a:solidFill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4EC0DD7B-D7DA-CDB7-9DCF-E85E80F6AFDC}"/>
                </a:ext>
              </a:extLst>
            </p:cNvPr>
            <p:cNvGrpSpPr/>
            <p:nvPr/>
          </p:nvGrpSpPr>
          <p:grpSpPr>
            <a:xfrm>
              <a:off x="6188224" y="3577971"/>
              <a:ext cx="628907" cy="628907"/>
              <a:chOff x="2867802" y="3950805"/>
              <a:chExt cx="628907" cy="628907"/>
            </a:xfrm>
          </p:grpSpPr>
          <p:sp>
            <p:nvSpPr>
              <p:cNvPr id="12" name="Oval 11">
                <a:extLst>
                  <a:ext uri="{FF2B5EF4-FFF2-40B4-BE49-F238E27FC236}">
                    <a16:creationId xmlns:a16="http://schemas.microsoft.com/office/drawing/2014/main" id="{0B8CC951-FE19-6061-5B82-2F8949B29089}"/>
                  </a:ext>
                </a:extLst>
              </p:cNvPr>
              <p:cNvSpPr/>
              <p:nvPr/>
            </p:nvSpPr>
            <p:spPr>
              <a:xfrm>
                <a:off x="2867802" y="3950805"/>
                <a:ext cx="628907" cy="628907"/>
              </a:xfrm>
              <a:prstGeom prst="ellipse">
                <a:avLst/>
              </a:prstGeom>
              <a:solidFill>
                <a:schemeClr val="bg1"/>
              </a:solidFill>
              <a:ln w="28575"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297301C3-F6B2-191F-29D1-0BCA8DB9A5FF}"/>
                  </a:ext>
                </a:extLst>
              </p:cNvPr>
              <p:cNvSpPr txBox="1"/>
              <p:nvPr/>
            </p:nvSpPr>
            <p:spPr>
              <a:xfrm>
                <a:off x="2949594" y="4068702"/>
                <a:ext cx="465322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2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white">
                        <a:lumMod val="75000"/>
                      </a:prstClr>
                    </a:solidFill>
                    <a:effectLst/>
                    <a:uLnTx/>
                    <a:uFillTx/>
                    <a:latin typeface="Aptos" panose="020B0004020202020204" pitchFamily="34" charset="0"/>
                    <a:ea typeface="+mn-ea"/>
                    <a:cs typeface="Arial" panose="020B0604020202020204" pitchFamily="34" charset="0"/>
                  </a:rPr>
                  <a:t>RTH</a:t>
                </a:r>
              </a:p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8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white">
                        <a:lumMod val="75000"/>
                      </a:prstClr>
                    </a:solidFill>
                    <a:effectLst/>
                    <a:uLnTx/>
                    <a:uFillTx/>
                    <a:latin typeface="Aptos" panose="020B0004020202020204" pitchFamily="34" charset="0"/>
                    <a:ea typeface="+mn-ea"/>
                    <a:cs typeface="Arial" panose="020B0604020202020204" pitchFamily="34" charset="0"/>
                  </a:rPr>
                  <a:t>Exeter</a:t>
                </a:r>
              </a:p>
            </p:txBody>
          </p:sp>
        </p:grp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0040DB17-EAF3-CA0B-1E95-91380AD9A453}"/>
                </a:ext>
              </a:extLst>
            </p:cNvPr>
            <p:cNvGrpSpPr/>
            <p:nvPr/>
          </p:nvGrpSpPr>
          <p:grpSpPr>
            <a:xfrm>
              <a:off x="9293175" y="3577971"/>
              <a:ext cx="628907" cy="628907"/>
              <a:chOff x="2867802" y="3950805"/>
              <a:chExt cx="628907" cy="628907"/>
            </a:xfrm>
          </p:grpSpPr>
          <p:sp>
            <p:nvSpPr>
              <p:cNvPr id="23" name="Oval 22">
                <a:extLst>
                  <a:ext uri="{FF2B5EF4-FFF2-40B4-BE49-F238E27FC236}">
                    <a16:creationId xmlns:a16="http://schemas.microsoft.com/office/drawing/2014/main" id="{3285EC27-8075-4AE7-BE7F-B01D07D5368B}"/>
                  </a:ext>
                </a:extLst>
              </p:cNvPr>
              <p:cNvSpPr/>
              <p:nvPr/>
            </p:nvSpPr>
            <p:spPr>
              <a:xfrm>
                <a:off x="2867802" y="3950805"/>
                <a:ext cx="628907" cy="628907"/>
              </a:xfrm>
              <a:prstGeom prst="ellipse">
                <a:avLst/>
              </a:prstGeom>
              <a:solidFill>
                <a:schemeClr val="bg1"/>
              </a:solidFill>
              <a:ln w="28575"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00BD773A-90A1-9CD8-1801-DAB30AF9B5CA}"/>
                  </a:ext>
                </a:extLst>
              </p:cNvPr>
              <p:cNvSpPr txBox="1"/>
              <p:nvPr/>
            </p:nvSpPr>
            <p:spPr>
              <a:xfrm>
                <a:off x="2932200" y="4068702"/>
                <a:ext cx="500110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2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white">
                        <a:lumMod val="75000"/>
                      </a:prstClr>
                    </a:solidFill>
                    <a:effectLst/>
                    <a:uLnTx/>
                    <a:uFillTx/>
                    <a:latin typeface="Aptos" panose="020B0004020202020204" pitchFamily="34" charset="0"/>
                    <a:ea typeface="+mn-ea"/>
                    <a:cs typeface="Arial" panose="020B0604020202020204" pitchFamily="34" charset="0"/>
                  </a:rPr>
                  <a:t>RTH</a:t>
                </a:r>
              </a:p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8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white">
                        <a:lumMod val="75000"/>
                      </a:prstClr>
                    </a:solidFill>
                    <a:effectLst/>
                    <a:uLnTx/>
                    <a:uFillTx/>
                    <a:latin typeface="Aptos" panose="020B0004020202020204" pitchFamily="34" charset="0"/>
                    <a:ea typeface="+mn-ea"/>
                    <a:cs typeface="Arial" panose="020B0604020202020204" pitchFamily="34" charset="0"/>
                  </a:rPr>
                  <a:t>Beijing</a:t>
                </a:r>
                <a:endParaRPr kumimoji="0" lang="en-GB" sz="700" b="0" i="0" u="none" strike="noStrike" kern="0" cap="none" spc="0" normalizeH="0" baseline="0" noProof="0" dirty="0">
                  <a:ln>
                    <a:noFill/>
                  </a:ln>
                  <a:solidFill>
                    <a:prstClr val="white">
                      <a:lumMod val="75000"/>
                    </a:prstClr>
                  </a:solidFill>
                  <a:effectLst/>
                  <a:uLnTx/>
                  <a:uFillTx/>
                  <a:latin typeface="Aptos" panose="020B0004020202020204" pitchFamily="34" charset="0"/>
                  <a:ea typeface="+mn-ea"/>
                  <a:cs typeface="Arial" panose="020B0604020202020204" pitchFamily="34" charset="0"/>
                </a:endParaRPr>
              </a:p>
            </p:txBody>
          </p:sp>
        </p:grpSp>
        <p:grpSp>
          <p:nvGrpSpPr>
            <p:cNvPr id="26" name="Group 25">
              <a:extLst>
                <a:ext uri="{FF2B5EF4-FFF2-40B4-BE49-F238E27FC236}">
                  <a16:creationId xmlns:a16="http://schemas.microsoft.com/office/drawing/2014/main" id="{2AF905C5-F1F7-6B0E-A12E-276B516F429E}"/>
                </a:ext>
              </a:extLst>
            </p:cNvPr>
            <p:cNvGrpSpPr/>
            <p:nvPr/>
          </p:nvGrpSpPr>
          <p:grpSpPr>
            <a:xfrm>
              <a:off x="6521485" y="5413675"/>
              <a:ext cx="628907" cy="628907"/>
              <a:chOff x="2867802" y="3950805"/>
              <a:chExt cx="628907" cy="628907"/>
            </a:xfrm>
          </p:grpSpPr>
          <p:sp>
            <p:nvSpPr>
              <p:cNvPr id="27" name="Oval 26">
                <a:extLst>
                  <a:ext uri="{FF2B5EF4-FFF2-40B4-BE49-F238E27FC236}">
                    <a16:creationId xmlns:a16="http://schemas.microsoft.com/office/drawing/2014/main" id="{45B0EF20-0D96-E86C-AB54-4CDF418E54F5}"/>
                  </a:ext>
                </a:extLst>
              </p:cNvPr>
              <p:cNvSpPr/>
              <p:nvPr/>
            </p:nvSpPr>
            <p:spPr>
              <a:xfrm>
                <a:off x="2867802" y="3950805"/>
                <a:ext cx="628907" cy="628907"/>
              </a:xfrm>
              <a:prstGeom prst="ellipse">
                <a:avLst/>
              </a:prstGeom>
              <a:solidFill>
                <a:schemeClr val="bg1"/>
              </a:solidFill>
              <a:ln w="28575"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>
                      <a:lumMod val="65000"/>
                    </a:prstClr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EB1FAB8C-7CA9-EF46-5CE7-6D38BFFD88EF}"/>
                  </a:ext>
                </a:extLst>
              </p:cNvPr>
              <p:cNvSpPr txBox="1"/>
              <p:nvPr/>
            </p:nvSpPr>
            <p:spPr>
              <a:xfrm>
                <a:off x="2949594" y="4126758"/>
                <a:ext cx="465322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2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white">
                        <a:lumMod val="75000"/>
                      </a:prstClr>
                    </a:solidFill>
                    <a:effectLst/>
                    <a:uLnTx/>
                    <a:uFillTx/>
                    <a:latin typeface="Aptos" panose="020B0004020202020204" pitchFamily="34" charset="0"/>
                    <a:ea typeface="+mn-ea"/>
                    <a:cs typeface="Arial" panose="020B0604020202020204" pitchFamily="34" charset="0"/>
                  </a:rPr>
                  <a:t>RTH</a:t>
                </a:r>
              </a:p>
            </p:txBody>
          </p:sp>
        </p:grpSp>
        <p:grpSp>
          <p:nvGrpSpPr>
            <p:cNvPr id="29" name="Group 28">
              <a:extLst>
                <a:ext uri="{FF2B5EF4-FFF2-40B4-BE49-F238E27FC236}">
                  <a16:creationId xmlns:a16="http://schemas.microsoft.com/office/drawing/2014/main" id="{6B89281B-842E-085D-D08A-154D92BDAE16}"/>
                </a:ext>
              </a:extLst>
            </p:cNvPr>
            <p:cNvGrpSpPr/>
            <p:nvPr/>
          </p:nvGrpSpPr>
          <p:grpSpPr>
            <a:xfrm>
              <a:off x="8862418" y="5165872"/>
              <a:ext cx="628907" cy="628907"/>
              <a:chOff x="2867802" y="3950805"/>
              <a:chExt cx="628907" cy="628907"/>
            </a:xfrm>
          </p:grpSpPr>
          <p:sp>
            <p:nvSpPr>
              <p:cNvPr id="30" name="Oval 29">
                <a:extLst>
                  <a:ext uri="{FF2B5EF4-FFF2-40B4-BE49-F238E27FC236}">
                    <a16:creationId xmlns:a16="http://schemas.microsoft.com/office/drawing/2014/main" id="{D0DE534C-0154-AEDA-735C-4F170A11BC98}"/>
                  </a:ext>
                </a:extLst>
              </p:cNvPr>
              <p:cNvSpPr/>
              <p:nvPr/>
            </p:nvSpPr>
            <p:spPr>
              <a:xfrm>
                <a:off x="2867802" y="3950805"/>
                <a:ext cx="628907" cy="628907"/>
              </a:xfrm>
              <a:prstGeom prst="ellipse">
                <a:avLst/>
              </a:prstGeom>
              <a:solidFill>
                <a:schemeClr val="bg1"/>
              </a:solidFill>
              <a:ln w="28575"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>
                      <a:lumMod val="65000"/>
                    </a:prstClr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F8D481F2-9EAE-7181-5384-1D16585EE43D}"/>
                  </a:ext>
                </a:extLst>
              </p:cNvPr>
              <p:cNvSpPr txBox="1"/>
              <p:nvPr/>
            </p:nvSpPr>
            <p:spPr>
              <a:xfrm>
                <a:off x="2949594" y="4126758"/>
                <a:ext cx="465322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2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white">
                        <a:lumMod val="75000"/>
                      </a:prstClr>
                    </a:solidFill>
                    <a:effectLst/>
                    <a:uLnTx/>
                    <a:uFillTx/>
                    <a:latin typeface="Aptos" panose="020B0004020202020204" pitchFamily="34" charset="0"/>
                    <a:ea typeface="+mn-ea"/>
                    <a:cs typeface="Arial" panose="020B0604020202020204" pitchFamily="34" charset="0"/>
                  </a:rPr>
                  <a:t>RTH</a:t>
                </a:r>
              </a:p>
            </p:txBody>
          </p:sp>
        </p:grpSp>
        <p:grpSp>
          <p:nvGrpSpPr>
            <p:cNvPr id="32" name="Group 31">
              <a:extLst>
                <a:ext uri="{FF2B5EF4-FFF2-40B4-BE49-F238E27FC236}">
                  <a16:creationId xmlns:a16="http://schemas.microsoft.com/office/drawing/2014/main" id="{0649812E-A938-15F9-A995-714263C28389}"/>
                </a:ext>
              </a:extLst>
            </p:cNvPr>
            <p:cNvGrpSpPr/>
            <p:nvPr/>
          </p:nvGrpSpPr>
          <p:grpSpPr>
            <a:xfrm>
              <a:off x="7543240" y="4536965"/>
              <a:ext cx="628907" cy="628907"/>
              <a:chOff x="2867802" y="3950805"/>
              <a:chExt cx="628907" cy="628907"/>
            </a:xfrm>
          </p:grpSpPr>
          <p:sp>
            <p:nvSpPr>
              <p:cNvPr id="33" name="Oval 32">
                <a:extLst>
                  <a:ext uri="{FF2B5EF4-FFF2-40B4-BE49-F238E27FC236}">
                    <a16:creationId xmlns:a16="http://schemas.microsoft.com/office/drawing/2014/main" id="{257DF667-CD10-52A1-6A2B-8AA27C0079D4}"/>
                  </a:ext>
                </a:extLst>
              </p:cNvPr>
              <p:cNvSpPr/>
              <p:nvPr/>
            </p:nvSpPr>
            <p:spPr>
              <a:xfrm>
                <a:off x="2867802" y="3950805"/>
                <a:ext cx="628907" cy="628907"/>
              </a:xfrm>
              <a:prstGeom prst="ellipse">
                <a:avLst/>
              </a:prstGeom>
              <a:solidFill>
                <a:schemeClr val="bg1"/>
              </a:solidFill>
              <a:ln w="28575"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>
                      <a:lumMod val="65000"/>
                    </a:prstClr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3E971131-1000-9C51-EE2C-3E11B3E497B4}"/>
                  </a:ext>
                </a:extLst>
              </p:cNvPr>
              <p:cNvSpPr txBox="1"/>
              <p:nvPr/>
            </p:nvSpPr>
            <p:spPr>
              <a:xfrm>
                <a:off x="2949594" y="4126758"/>
                <a:ext cx="465322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2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white">
                        <a:lumMod val="75000"/>
                      </a:prstClr>
                    </a:solidFill>
                    <a:effectLst/>
                    <a:uLnTx/>
                    <a:uFillTx/>
                    <a:latin typeface="Aptos" panose="020B0004020202020204" pitchFamily="34" charset="0"/>
                    <a:ea typeface="+mn-ea"/>
                    <a:cs typeface="Arial" panose="020B0604020202020204" pitchFamily="34" charset="0"/>
                  </a:rPr>
                  <a:t>RTH</a:t>
                </a:r>
              </a:p>
            </p:txBody>
          </p:sp>
        </p:grpSp>
        <p:cxnSp>
          <p:nvCxnSpPr>
            <p:cNvPr id="35" name="Straight Arrow Connector 34">
              <a:extLst>
                <a:ext uri="{FF2B5EF4-FFF2-40B4-BE49-F238E27FC236}">
                  <a16:creationId xmlns:a16="http://schemas.microsoft.com/office/drawing/2014/main" id="{BC1E7860-9325-E42A-1801-B66F4BDEAD67}"/>
                </a:ext>
              </a:extLst>
            </p:cNvPr>
            <p:cNvCxnSpPr>
              <a:cxnSpLocks/>
            </p:cNvCxnSpPr>
            <p:nvPr/>
          </p:nvCxnSpPr>
          <p:spPr>
            <a:xfrm>
              <a:off x="4975127" y="4870482"/>
              <a:ext cx="1508258" cy="709621"/>
            </a:xfrm>
            <a:prstGeom prst="straightConnector1">
              <a:avLst/>
            </a:prstGeom>
            <a:ln>
              <a:solidFill>
                <a:schemeClr val="bg1">
                  <a:lumMod val="85000"/>
                </a:schemeClr>
              </a:solidFill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Arrow Connector 35">
              <a:extLst>
                <a:ext uri="{FF2B5EF4-FFF2-40B4-BE49-F238E27FC236}">
                  <a16:creationId xmlns:a16="http://schemas.microsoft.com/office/drawing/2014/main" id="{43ACFDB5-360E-BA1E-BF22-A6C911A5EDB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948850" y="3983610"/>
              <a:ext cx="1143095" cy="575843"/>
            </a:xfrm>
            <a:prstGeom prst="straightConnector1">
              <a:avLst/>
            </a:prstGeom>
            <a:ln>
              <a:solidFill>
                <a:schemeClr val="bg1">
                  <a:lumMod val="85000"/>
                </a:schemeClr>
              </a:solidFill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Arrow Connector 36">
              <a:extLst>
                <a:ext uri="{FF2B5EF4-FFF2-40B4-BE49-F238E27FC236}">
                  <a16:creationId xmlns:a16="http://schemas.microsoft.com/office/drawing/2014/main" id="{043B3A54-5D53-3FD0-8EF3-1B624762E31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123124" y="5120144"/>
              <a:ext cx="428025" cy="331605"/>
            </a:xfrm>
            <a:prstGeom prst="straightConnector1">
              <a:avLst/>
            </a:prstGeom>
            <a:ln>
              <a:solidFill>
                <a:schemeClr val="bg1">
                  <a:lumMod val="85000"/>
                </a:schemeClr>
              </a:solidFill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Arrow Connector 37">
              <a:extLst>
                <a:ext uri="{FF2B5EF4-FFF2-40B4-BE49-F238E27FC236}">
                  <a16:creationId xmlns:a16="http://schemas.microsoft.com/office/drawing/2014/main" id="{93933CB1-53F7-112E-BE36-07BCF8CFD6B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172147" y="4092067"/>
              <a:ext cx="1121028" cy="549041"/>
            </a:xfrm>
            <a:prstGeom prst="straightConnector1">
              <a:avLst/>
            </a:prstGeom>
            <a:ln>
              <a:solidFill>
                <a:schemeClr val="bg1">
                  <a:lumMod val="85000"/>
                </a:schemeClr>
              </a:solidFill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Arrow Connector 38">
              <a:extLst>
                <a:ext uri="{FF2B5EF4-FFF2-40B4-BE49-F238E27FC236}">
                  <a16:creationId xmlns:a16="http://schemas.microsoft.com/office/drawing/2014/main" id="{A6564173-92C5-08D1-73C7-39CD54BB6B55}"/>
                </a:ext>
              </a:extLst>
            </p:cNvPr>
            <p:cNvCxnSpPr>
              <a:cxnSpLocks/>
            </p:cNvCxnSpPr>
            <p:nvPr/>
          </p:nvCxnSpPr>
          <p:spPr>
            <a:xfrm>
              <a:off x="8191197" y="5026609"/>
              <a:ext cx="652171" cy="305691"/>
            </a:xfrm>
            <a:prstGeom prst="straightConnector1">
              <a:avLst/>
            </a:prstGeom>
            <a:ln>
              <a:solidFill>
                <a:schemeClr val="bg1">
                  <a:lumMod val="85000"/>
                </a:schemeClr>
              </a:solidFill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Arrow Connector 41">
              <a:extLst>
                <a:ext uri="{FF2B5EF4-FFF2-40B4-BE49-F238E27FC236}">
                  <a16:creationId xmlns:a16="http://schemas.microsoft.com/office/drawing/2014/main" id="{6969E3CA-D95C-1C92-BF7F-6959BCAA3D05}"/>
                </a:ext>
              </a:extLst>
            </p:cNvPr>
            <p:cNvCxnSpPr>
              <a:cxnSpLocks/>
            </p:cNvCxnSpPr>
            <p:nvPr/>
          </p:nvCxnSpPr>
          <p:spPr>
            <a:xfrm>
              <a:off x="9538950" y="5570578"/>
              <a:ext cx="981544" cy="276999"/>
            </a:xfrm>
            <a:prstGeom prst="straightConnector1">
              <a:avLst/>
            </a:prstGeom>
            <a:ln>
              <a:solidFill>
                <a:schemeClr val="bg1">
                  <a:lumMod val="85000"/>
                </a:schemeClr>
              </a:solidFill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02" name="Group 201">
              <a:extLst>
                <a:ext uri="{FF2B5EF4-FFF2-40B4-BE49-F238E27FC236}">
                  <a16:creationId xmlns:a16="http://schemas.microsoft.com/office/drawing/2014/main" id="{D69B4A9D-EFB5-1DEC-2F75-B7E471A5BD48}"/>
                </a:ext>
              </a:extLst>
            </p:cNvPr>
            <p:cNvGrpSpPr/>
            <p:nvPr/>
          </p:nvGrpSpPr>
          <p:grpSpPr>
            <a:xfrm>
              <a:off x="10510969" y="5552173"/>
              <a:ext cx="751592" cy="628907"/>
              <a:chOff x="10510969" y="5552173"/>
              <a:chExt cx="751592" cy="628907"/>
            </a:xfrm>
          </p:grpSpPr>
          <p:sp>
            <p:nvSpPr>
              <p:cNvPr id="40" name="Rectangle: Rounded Corners 39">
                <a:extLst>
                  <a:ext uri="{FF2B5EF4-FFF2-40B4-BE49-F238E27FC236}">
                    <a16:creationId xmlns:a16="http://schemas.microsoft.com/office/drawing/2014/main" id="{D6D717A2-22C5-9BE1-0DC0-A2C967BBE959}"/>
                  </a:ext>
                </a:extLst>
              </p:cNvPr>
              <p:cNvSpPr/>
              <p:nvPr/>
            </p:nvSpPr>
            <p:spPr>
              <a:xfrm>
                <a:off x="10572312" y="5552173"/>
                <a:ext cx="628907" cy="628907"/>
              </a:xfrm>
              <a:prstGeom prst="roundRect">
                <a:avLst>
                  <a:gd name="adj" fmla="val 8678"/>
                </a:avLst>
              </a:prstGeom>
              <a:solidFill>
                <a:schemeClr val="bg1"/>
              </a:solidFill>
              <a:ln w="28575"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FFFEF0B8-C3DE-3675-50FA-A32AE1569E13}"/>
                  </a:ext>
                </a:extLst>
              </p:cNvPr>
              <p:cNvSpPr txBox="1"/>
              <p:nvPr/>
            </p:nvSpPr>
            <p:spPr>
              <a:xfrm>
                <a:off x="10510969" y="5728127"/>
                <a:ext cx="751592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2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white">
                        <a:lumMod val="75000"/>
                      </a:prstClr>
                    </a:solidFill>
                    <a:effectLst/>
                    <a:uLnTx/>
                    <a:uFillTx/>
                    <a:latin typeface="Aptos" panose="020B0004020202020204" pitchFamily="34" charset="0"/>
                    <a:ea typeface="+mn-ea"/>
                    <a:cs typeface="Arial" panose="020B0604020202020204" pitchFamily="34" charset="0"/>
                  </a:rPr>
                  <a:t>WDQMS</a:t>
                </a:r>
              </a:p>
            </p:txBody>
          </p:sp>
        </p:grpSp>
      </p:grpSp>
      <p:grpSp>
        <p:nvGrpSpPr>
          <p:cNvPr id="209" name="Group 208">
            <a:extLst>
              <a:ext uri="{FF2B5EF4-FFF2-40B4-BE49-F238E27FC236}">
                <a16:creationId xmlns:a16="http://schemas.microsoft.com/office/drawing/2014/main" id="{7A60BA6D-F6CA-84BE-BAC7-E04EF2801B6E}"/>
              </a:ext>
            </a:extLst>
          </p:cNvPr>
          <p:cNvGrpSpPr/>
          <p:nvPr/>
        </p:nvGrpSpPr>
        <p:grpSpPr>
          <a:xfrm>
            <a:off x="1430655" y="808440"/>
            <a:ext cx="2456202" cy="855395"/>
            <a:chOff x="1430655" y="770340"/>
            <a:chExt cx="2456202" cy="855395"/>
          </a:xfrm>
        </p:grpSpPr>
        <p:grpSp>
          <p:nvGrpSpPr>
            <p:cNvPr id="49" name="Group 48">
              <a:extLst>
                <a:ext uri="{FF2B5EF4-FFF2-40B4-BE49-F238E27FC236}">
                  <a16:creationId xmlns:a16="http://schemas.microsoft.com/office/drawing/2014/main" id="{2104181D-80B5-6834-06C8-1D674F9E2AB2}"/>
                </a:ext>
              </a:extLst>
            </p:cNvPr>
            <p:cNvGrpSpPr/>
            <p:nvPr/>
          </p:nvGrpSpPr>
          <p:grpSpPr>
            <a:xfrm>
              <a:off x="1430655" y="770340"/>
              <a:ext cx="612283" cy="855395"/>
              <a:chOff x="2425679" y="690821"/>
              <a:chExt cx="612283" cy="855395"/>
            </a:xfrm>
          </p:grpSpPr>
          <p:pic>
            <p:nvPicPr>
              <p:cNvPr id="43" name="Picture 42">
                <a:extLst>
                  <a:ext uri="{FF2B5EF4-FFF2-40B4-BE49-F238E27FC236}">
                    <a16:creationId xmlns:a16="http://schemas.microsoft.com/office/drawing/2014/main" id="{4EE7208A-21F0-C190-1C47-DA0AE4F9E8A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2425679" y="690821"/>
                <a:ext cx="612283" cy="855395"/>
              </a:xfrm>
              <a:prstGeom prst="rect">
                <a:avLst/>
              </a:prstGeom>
            </p:spPr>
          </p:pic>
          <p:sp>
            <p:nvSpPr>
              <p:cNvPr id="45" name="Rectangle 44">
                <a:extLst>
                  <a:ext uri="{FF2B5EF4-FFF2-40B4-BE49-F238E27FC236}">
                    <a16:creationId xmlns:a16="http://schemas.microsoft.com/office/drawing/2014/main" id="{C803CBC4-90A1-98C6-438D-315D439292F9}"/>
                  </a:ext>
                </a:extLst>
              </p:cNvPr>
              <p:cNvSpPr/>
              <p:nvPr/>
            </p:nvSpPr>
            <p:spPr>
              <a:xfrm>
                <a:off x="2631993" y="1000455"/>
                <a:ext cx="169804" cy="169804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A</a:t>
                </a:r>
              </a:p>
            </p:txBody>
          </p:sp>
        </p:grpSp>
        <p:grpSp>
          <p:nvGrpSpPr>
            <p:cNvPr id="50" name="Group 49">
              <a:extLst>
                <a:ext uri="{FF2B5EF4-FFF2-40B4-BE49-F238E27FC236}">
                  <a16:creationId xmlns:a16="http://schemas.microsoft.com/office/drawing/2014/main" id="{A5E9F0A7-E3A6-EB75-C078-4CBC0B03F8F9}"/>
                </a:ext>
              </a:extLst>
            </p:cNvPr>
            <p:cNvGrpSpPr/>
            <p:nvPr/>
          </p:nvGrpSpPr>
          <p:grpSpPr>
            <a:xfrm>
              <a:off x="2045295" y="770340"/>
              <a:ext cx="612283" cy="855395"/>
              <a:chOff x="2425679" y="690821"/>
              <a:chExt cx="612283" cy="855395"/>
            </a:xfrm>
          </p:grpSpPr>
          <p:pic>
            <p:nvPicPr>
              <p:cNvPr id="57" name="Picture 56">
                <a:extLst>
                  <a:ext uri="{FF2B5EF4-FFF2-40B4-BE49-F238E27FC236}">
                    <a16:creationId xmlns:a16="http://schemas.microsoft.com/office/drawing/2014/main" id="{D0FD6829-A4E1-D176-F349-78442E42A1D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2425679" y="690821"/>
                <a:ext cx="612283" cy="855395"/>
              </a:xfrm>
              <a:prstGeom prst="rect">
                <a:avLst/>
              </a:prstGeom>
            </p:spPr>
          </p:pic>
          <p:sp>
            <p:nvSpPr>
              <p:cNvPr id="59" name="Rectangle 58">
                <a:extLst>
                  <a:ext uri="{FF2B5EF4-FFF2-40B4-BE49-F238E27FC236}">
                    <a16:creationId xmlns:a16="http://schemas.microsoft.com/office/drawing/2014/main" id="{A7177720-86FB-2DEB-9E45-B4A00A3CD687}"/>
                  </a:ext>
                </a:extLst>
              </p:cNvPr>
              <p:cNvSpPr/>
              <p:nvPr/>
            </p:nvSpPr>
            <p:spPr>
              <a:xfrm>
                <a:off x="2631993" y="1000455"/>
                <a:ext cx="169804" cy="169804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B</a:t>
                </a:r>
              </a:p>
            </p:txBody>
          </p:sp>
        </p:grpSp>
        <p:grpSp>
          <p:nvGrpSpPr>
            <p:cNvPr id="60" name="Group 59">
              <a:extLst>
                <a:ext uri="{FF2B5EF4-FFF2-40B4-BE49-F238E27FC236}">
                  <a16:creationId xmlns:a16="http://schemas.microsoft.com/office/drawing/2014/main" id="{81661A2E-28C3-BD5D-381F-E9099C8D7D1E}"/>
                </a:ext>
              </a:extLst>
            </p:cNvPr>
            <p:cNvGrpSpPr/>
            <p:nvPr/>
          </p:nvGrpSpPr>
          <p:grpSpPr>
            <a:xfrm>
              <a:off x="2659935" y="770340"/>
              <a:ext cx="612283" cy="855395"/>
              <a:chOff x="2425679" y="690821"/>
              <a:chExt cx="612283" cy="855395"/>
            </a:xfrm>
          </p:grpSpPr>
          <p:pic>
            <p:nvPicPr>
              <p:cNvPr id="63" name="Picture 62">
                <a:extLst>
                  <a:ext uri="{FF2B5EF4-FFF2-40B4-BE49-F238E27FC236}">
                    <a16:creationId xmlns:a16="http://schemas.microsoft.com/office/drawing/2014/main" id="{3E55B8EA-2ABD-02EC-CE88-9830871A2D3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2425679" y="690821"/>
                <a:ext cx="612283" cy="855395"/>
              </a:xfrm>
              <a:prstGeom prst="rect">
                <a:avLst/>
              </a:prstGeom>
            </p:spPr>
          </p:pic>
          <p:sp>
            <p:nvSpPr>
              <p:cNvPr id="192" name="Rectangle 191">
                <a:extLst>
                  <a:ext uri="{FF2B5EF4-FFF2-40B4-BE49-F238E27FC236}">
                    <a16:creationId xmlns:a16="http://schemas.microsoft.com/office/drawing/2014/main" id="{3DE8205C-55EE-7EFE-554A-1989B0F0AB44}"/>
                  </a:ext>
                </a:extLst>
              </p:cNvPr>
              <p:cNvSpPr/>
              <p:nvPr/>
            </p:nvSpPr>
            <p:spPr>
              <a:xfrm>
                <a:off x="2631993" y="1000455"/>
                <a:ext cx="169804" cy="169804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C</a:t>
                </a:r>
              </a:p>
            </p:txBody>
          </p:sp>
        </p:grpSp>
        <p:grpSp>
          <p:nvGrpSpPr>
            <p:cNvPr id="193" name="Group 192">
              <a:extLst>
                <a:ext uri="{FF2B5EF4-FFF2-40B4-BE49-F238E27FC236}">
                  <a16:creationId xmlns:a16="http://schemas.microsoft.com/office/drawing/2014/main" id="{54804B69-D6DC-8BFA-E40E-4D1733815656}"/>
                </a:ext>
              </a:extLst>
            </p:cNvPr>
            <p:cNvGrpSpPr/>
            <p:nvPr/>
          </p:nvGrpSpPr>
          <p:grpSpPr>
            <a:xfrm>
              <a:off x="3274574" y="770340"/>
              <a:ext cx="612283" cy="855395"/>
              <a:chOff x="2425679" y="690821"/>
              <a:chExt cx="612283" cy="855395"/>
            </a:xfrm>
          </p:grpSpPr>
          <p:pic>
            <p:nvPicPr>
              <p:cNvPr id="194" name="Picture 193">
                <a:extLst>
                  <a:ext uri="{FF2B5EF4-FFF2-40B4-BE49-F238E27FC236}">
                    <a16:creationId xmlns:a16="http://schemas.microsoft.com/office/drawing/2014/main" id="{A994D428-A06D-DED7-A393-5DC3FC41965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2425679" y="690821"/>
                <a:ext cx="612283" cy="855395"/>
              </a:xfrm>
              <a:prstGeom prst="rect">
                <a:avLst/>
              </a:prstGeom>
            </p:spPr>
          </p:pic>
          <p:sp>
            <p:nvSpPr>
              <p:cNvPr id="201" name="Rectangle 200">
                <a:extLst>
                  <a:ext uri="{FF2B5EF4-FFF2-40B4-BE49-F238E27FC236}">
                    <a16:creationId xmlns:a16="http://schemas.microsoft.com/office/drawing/2014/main" id="{2639152B-5526-D559-4A4B-17260AA5DDD8}"/>
                  </a:ext>
                </a:extLst>
              </p:cNvPr>
              <p:cNvSpPr/>
              <p:nvPr/>
            </p:nvSpPr>
            <p:spPr>
              <a:xfrm>
                <a:off x="2631993" y="1000455"/>
                <a:ext cx="169804" cy="169804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D</a:t>
                </a:r>
              </a:p>
            </p:txBody>
          </p:sp>
        </p:grpSp>
      </p:grpSp>
      <p:grpSp>
        <p:nvGrpSpPr>
          <p:cNvPr id="214" name="Group 213">
            <a:extLst>
              <a:ext uri="{FF2B5EF4-FFF2-40B4-BE49-F238E27FC236}">
                <a16:creationId xmlns:a16="http://schemas.microsoft.com/office/drawing/2014/main" id="{7BDD9AAA-E33E-6C18-DFBE-1F5AB8FDFDE6}"/>
              </a:ext>
            </a:extLst>
          </p:cNvPr>
          <p:cNvGrpSpPr/>
          <p:nvPr/>
        </p:nvGrpSpPr>
        <p:grpSpPr>
          <a:xfrm>
            <a:off x="2963924" y="2367446"/>
            <a:ext cx="716753" cy="326665"/>
            <a:chOff x="2963924" y="2367446"/>
            <a:chExt cx="716753" cy="326665"/>
          </a:xfrm>
        </p:grpSpPr>
        <p:grpSp>
          <p:nvGrpSpPr>
            <p:cNvPr id="210" name="Group 209">
              <a:extLst>
                <a:ext uri="{FF2B5EF4-FFF2-40B4-BE49-F238E27FC236}">
                  <a16:creationId xmlns:a16="http://schemas.microsoft.com/office/drawing/2014/main" id="{37458D74-C5F5-9D5C-1400-28F109003C8D}"/>
                </a:ext>
              </a:extLst>
            </p:cNvPr>
            <p:cNvGrpSpPr/>
            <p:nvPr/>
          </p:nvGrpSpPr>
          <p:grpSpPr>
            <a:xfrm>
              <a:off x="2963924" y="2367446"/>
              <a:ext cx="534458" cy="127000"/>
              <a:chOff x="2963178" y="2725764"/>
              <a:chExt cx="534458" cy="127000"/>
            </a:xfrm>
          </p:grpSpPr>
          <p:cxnSp>
            <p:nvCxnSpPr>
              <p:cNvPr id="211" name="Straight Connector 210">
                <a:extLst>
                  <a:ext uri="{FF2B5EF4-FFF2-40B4-BE49-F238E27FC236}">
                    <a16:creationId xmlns:a16="http://schemas.microsoft.com/office/drawing/2014/main" id="{4CF7CCBE-7310-2FD6-79A5-4E29F09808D1}"/>
                  </a:ext>
                </a:extLst>
              </p:cNvPr>
              <p:cNvCxnSpPr/>
              <p:nvPr/>
            </p:nvCxnSpPr>
            <p:spPr>
              <a:xfrm flipV="1">
                <a:off x="2963178" y="2789264"/>
                <a:ext cx="400050" cy="1"/>
              </a:xfrm>
              <a:prstGeom prst="line">
                <a:avLst/>
              </a:prstGeom>
              <a:noFill/>
              <a:ln w="19050" cap="flat" cmpd="sng" algn="ctr">
                <a:solidFill>
                  <a:schemeClr val="accent2">
                    <a:lumMod val="75000"/>
                  </a:schemeClr>
                </a:solidFill>
                <a:prstDash val="solid"/>
                <a:miter lim="800000"/>
              </a:ln>
              <a:effectLst/>
            </p:spPr>
          </p:cxnSp>
          <p:sp>
            <p:nvSpPr>
              <p:cNvPr id="212" name="Oval 211">
                <a:extLst>
                  <a:ext uri="{FF2B5EF4-FFF2-40B4-BE49-F238E27FC236}">
                    <a16:creationId xmlns:a16="http://schemas.microsoft.com/office/drawing/2014/main" id="{057A708A-E0CB-CF2D-9B0C-0C860E21967C}"/>
                  </a:ext>
                </a:extLst>
              </p:cNvPr>
              <p:cNvSpPr/>
              <p:nvPr/>
            </p:nvSpPr>
            <p:spPr>
              <a:xfrm>
                <a:off x="3370636" y="2725764"/>
                <a:ext cx="127000" cy="127000"/>
              </a:xfrm>
              <a:prstGeom prst="ellipse">
                <a:avLst/>
              </a:prstGeom>
              <a:solidFill>
                <a:sysClr val="window" lastClr="FFFFFF"/>
              </a:solidFill>
              <a:ln w="19050" cap="flat" cmpd="sng" algn="ctr">
                <a:solidFill>
                  <a:schemeClr val="accent2">
                    <a:lumMod val="75000"/>
                  </a:schemeClr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sp>
          <p:nvSpPr>
            <p:cNvPr id="213" name="TextBox 212">
              <a:extLst>
                <a:ext uri="{FF2B5EF4-FFF2-40B4-BE49-F238E27FC236}">
                  <a16:creationId xmlns:a16="http://schemas.microsoft.com/office/drawing/2014/main" id="{06BD5765-4C36-101D-907D-B75C6406F0E6}"/>
                </a:ext>
              </a:extLst>
            </p:cNvPr>
            <p:cNvSpPr txBox="1"/>
            <p:nvPr/>
          </p:nvSpPr>
          <p:spPr>
            <a:xfrm>
              <a:off x="3194968" y="2440195"/>
              <a:ext cx="485709" cy="2539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50" b="0" i="0" u="none" strike="noStrike" kern="0" cap="none" spc="0" normalizeH="0" baseline="0" noProof="0" dirty="0">
                  <a:ln>
                    <a:noFill/>
                  </a:ln>
                  <a:solidFill>
                    <a:srgbClr val="E97132">
                      <a:lumMod val="75000"/>
                    </a:srgbClr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https</a:t>
              </a:r>
              <a:endParaRPr kumimoji="0" lang="en-GB" sz="1200" b="0" i="0" u="none" strike="noStrike" kern="0" cap="none" spc="0" normalizeH="0" baseline="0" noProof="0" dirty="0">
                <a:ln>
                  <a:noFill/>
                </a:ln>
                <a:solidFill>
                  <a:srgbClr val="E97132">
                    <a:lumMod val="75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1364024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0375D7-4E7D-34AD-44C0-2CFB582520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9" name="Group 228">
            <a:extLst>
              <a:ext uri="{FF2B5EF4-FFF2-40B4-BE49-F238E27FC236}">
                <a16:creationId xmlns:a16="http://schemas.microsoft.com/office/drawing/2014/main" id="{B3C54B4F-866B-A4AD-C289-0EA5D1281A9E}"/>
              </a:ext>
            </a:extLst>
          </p:cNvPr>
          <p:cNvGrpSpPr/>
          <p:nvPr/>
        </p:nvGrpSpPr>
        <p:grpSpPr>
          <a:xfrm>
            <a:off x="1715333" y="622374"/>
            <a:ext cx="1850457" cy="672547"/>
            <a:chOff x="1715333" y="622374"/>
            <a:chExt cx="1850457" cy="672547"/>
          </a:xfrm>
        </p:grpSpPr>
        <p:cxnSp>
          <p:nvCxnSpPr>
            <p:cNvPr id="215" name="Straight Connector 214">
              <a:extLst>
                <a:ext uri="{FF2B5EF4-FFF2-40B4-BE49-F238E27FC236}">
                  <a16:creationId xmlns:a16="http://schemas.microsoft.com/office/drawing/2014/main" id="{39087D83-785B-7F5C-ABE4-A839653C8468}"/>
                </a:ext>
              </a:extLst>
            </p:cNvPr>
            <p:cNvCxnSpPr/>
            <p:nvPr/>
          </p:nvCxnSpPr>
          <p:spPr>
            <a:xfrm>
              <a:off x="1715333" y="622374"/>
              <a:ext cx="0" cy="661357"/>
            </a:xfrm>
            <a:prstGeom prst="line">
              <a:avLst/>
            </a:prstGeom>
            <a:ln w="12700">
              <a:solidFill>
                <a:schemeClr val="tx1"/>
              </a:solidFill>
              <a:prstDash val="sysDot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6" name="Straight Connector 215">
              <a:extLst>
                <a:ext uri="{FF2B5EF4-FFF2-40B4-BE49-F238E27FC236}">
                  <a16:creationId xmlns:a16="http://schemas.microsoft.com/office/drawing/2014/main" id="{A4F6635E-3A8E-E4CE-DF35-E6D57D14A33B}"/>
                </a:ext>
              </a:extLst>
            </p:cNvPr>
            <p:cNvCxnSpPr/>
            <p:nvPr/>
          </p:nvCxnSpPr>
          <p:spPr>
            <a:xfrm>
              <a:off x="2341276" y="622375"/>
              <a:ext cx="0" cy="661357"/>
            </a:xfrm>
            <a:prstGeom prst="line">
              <a:avLst/>
            </a:prstGeom>
            <a:ln w="12700">
              <a:solidFill>
                <a:schemeClr val="tx1"/>
              </a:solidFill>
              <a:prstDash val="sysDot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7" name="Straight Connector 216">
              <a:extLst>
                <a:ext uri="{FF2B5EF4-FFF2-40B4-BE49-F238E27FC236}">
                  <a16:creationId xmlns:a16="http://schemas.microsoft.com/office/drawing/2014/main" id="{9B92302D-D8BF-ACBB-0F13-3EB0F7925361}"/>
                </a:ext>
              </a:extLst>
            </p:cNvPr>
            <p:cNvCxnSpPr/>
            <p:nvPr/>
          </p:nvCxnSpPr>
          <p:spPr>
            <a:xfrm>
              <a:off x="2956921" y="633564"/>
              <a:ext cx="0" cy="661357"/>
            </a:xfrm>
            <a:prstGeom prst="line">
              <a:avLst/>
            </a:prstGeom>
            <a:ln w="12700">
              <a:solidFill>
                <a:schemeClr val="tx1"/>
              </a:solidFill>
              <a:prstDash val="sysDot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9" name="Straight Connector 218">
              <a:extLst>
                <a:ext uri="{FF2B5EF4-FFF2-40B4-BE49-F238E27FC236}">
                  <a16:creationId xmlns:a16="http://schemas.microsoft.com/office/drawing/2014/main" id="{E7F1B9F7-D871-D7F3-39C8-CE03904FCD65}"/>
                </a:ext>
              </a:extLst>
            </p:cNvPr>
            <p:cNvCxnSpPr/>
            <p:nvPr/>
          </p:nvCxnSpPr>
          <p:spPr>
            <a:xfrm>
              <a:off x="3565790" y="626521"/>
              <a:ext cx="0" cy="661357"/>
            </a:xfrm>
            <a:prstGeom prst="line">
              <a:avLst/>
            </a:prstGeom>
            <a:ln w="12700">
              <a:solidFill>
                <a:schemeClr val="tx1"/>
              </a:solidFill>
              <a:prstDash val="sysDot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222" name="Picture 221">
            <a:extLst>
              <a:ext uri="{FF2B5EF4-FFF2-40B4-BE49-F238E27FC236}">
                <a16:creationId xmlns:a16="http://schemas.microsoft.com/office/drawing/2014/main" id="{2FE47267-4B4B-2F9F-F9C6-0DEB8CCF9E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418180"/>
            <a:ext cx="5197907" cy="1439820"/>
          </a:xfrm>
          <a:prstGeom prst="rect">
            <a:avLst/>
          </a:prstGeom>
        </p:spPr>
      </p:pic>
      <p:grpSp>
        <p:nvGrpSpPr>
          <p:cNvPr id="13" name="Group 12">
            <a:extLst>
              <a:ext uri="{FF2B5EF4-FFF2-40B4-BE49-F238E27FC236}">
                <a16:creationId xmlns:a16="http://schemas.microsoft.com/office/drawing/2014/main" id="{9F54594F-EC41-78F0-4894-396E9CADCD4A}"/>
              </a:ext>
            </a:extLst>
          </p:cNvPr>
          <p:cNvGrpSpPr/>
          <p:nvPr/>
        </p:nvGrpSpPr>
        <p:grpSpPr>
          <a:xfrm>
            <a:off x="2588900" y="323658"/>
            <a:ext cx="8879200" cy="6210684"/>
            <a:chOff x="1942544" y="1301750"/>
            <a:chExt cx="6082512" cy="4254500"/>
          </a:xfrm>
        </p:grpSpPr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E500B5B0-E873-ABED-0FEB-898532A35626}"/>
                </a:ext>
              </a:extLst>
            </p:cNvPr>
            <p:cNvGrpSpPr/>
            <p:nvPr/>
          </p:nvGrpSpPr>
          <p:grpSpPr>
            <a:xfrm>
              <a:off x="1942544" y="1301750"/>
              <a:ext cx="6082512" cy="4254500"/>
              <a:chOff x="1942544" y="1301750"/>
              <a:chExt cx="6082512" cy="4254500"/>
            </a:xfrm>
          </p:grpSpPr>
          <p:sp>
            <p:nvSpPr>
              <p:cNvPr id="7" name="Cloud 6">
                <a:extLst>
                  <a:ext uri="{FF2B5EF4-FFF2-40B4-BE49-F238E27FC236}">
                    <a16:creationId xmlns:a16="http://schemas.microsoft.com/office/drawing/2014/main" id="{C513CD9F-F211-BC3D-B8B1-C106C85B157F}"/>
                  </a:ext>
                </a:extLst>
              </p:cNvPr>
              <p:cNvSpPr/>
              <p:nvPr/>
            </p:nvSpPr>
            <p:spPr>
              <a:xfrm rot="401311">
                <a:off x="1948500" y="1301750"/>
                <a:ext cx="6070600" cy="4254500"/>
              </a:xfrm>
              <a:prstGeom prst="cloud">
                <a:avLst/>
              </a:prstGeom>
              <a:solidFill>
                <a:schemeClr val="bg1"/>
              </a:solidFill>
              <a:ln w="38100">
                <a:solidFill>
                  <a:schemeClr val="bg1">
                    <a:lumMod val="75000"/>
                  </a:schemeClr>
                </a:solidFill>
                <a:prstDash val="sysDash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8" name="Cloud 7">
                <a:extLst>
                  <a:ext uri="{FF2B5EF4-FFF2-40B4-BE49-F238E27FC236}">
                    <a16:creationId xmlns:a16="http://schemas.microsoft.com/office/drawing/2014/main" id="{03494441-E54C-DD46-536D-11905C5275CA}"/>
                  </a:ext>
                </a:extLst>
              </p:cNvPr>
              <p:cNvSpPr/>
              <p:nvPr/>
            </p:nvSpPr>
            <p:spPr>
              <a:xfrm rot="401311">
                <a:off x="1942544" y="1382575"/>
                <a:ext cx="6082512" cy="4118248"/>
              </a:xfrm>
              <a:prstGeom prst="cloud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</p:grp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8A274E2D-9F7D-97F4-EF37-10DE3A7A1BA2}"/>
                </a:ext>
              </a:extLst>
            </p:cNvPr>
            <p:cNvCxnSpPr>
              <a:cxnSpLocks/>
            </p:cNvCxnSpPr>
            <p:nvPr/>
          </p:nvCxnSpPr>
          <p:spPr>
            <a:xfrm>
              <a:off x="2133600" y="3429000"/>
              <a:ext cx="5867400" cy="0"/>
            </a:xfrm>
            <a:prstGeom prst="line">
              <a:avLst/>
            </a:prstGeom>
            <a:solidFill>
              <a:schemeClr val="bg1"/>
            </a:solidFill>
            <a:ln w="38100">
              <a:solidFill>
                <a:schemeClr val="bg1">
                  <a:lumMod val="75000"/>
                </a:schemeClr>
              </a:solidFill>
              <a:prstDash val="sys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sp>
        <p:nvSpPr>
          <p:cNvPr id="14" name="TextBox 13">
            <a:extLst>
              <a:ext uri="{FF2B5EF4-FFF2-40B4-BE49-F238E27FC236}">
                <a16:creationId xmlns:a16="http://schemas.microsoft.com/office/drawing/2014/main" id="{5CD8175B-61C9-FE11-92CF-83F3117A416D}"/>
              </a:ext>
            </a:extLst>
          </p:cNvPr>
          <p:cNvSpPr txBox="1"/>
          <p:nvPr/>
        </p:nvSpPr>
        <p:spPr>
          <a:xfrm>
            <a:off x="6238875" y="314003"/>
            <a:ext cx="818636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WIS2</a:t>
            </a:r>
          </a:p>
        </p:txBody>
      </p:sp>
      <p:grpSp>
        <p:nvGrpSpPr>
          <p:cNvPr id="225" name="Group 224">
            <a:extLst>
              <a:ext uri="{FF2B5EF4-FFF2-40B4-BE49-F238E27FC236}">
                <a16:creationId xmlns:a16="http://schemas.microsoft.com/office/drawing/2014/main" id="{B5C9987A-5113-4BCB-83C0-5544997836C9}"/>
              </a:ext>
            </a:extLst>
          </p:cNvPr>
          <p:cNvGrpSpPr/>
          <p:nvPr/>
        </p:nvGrpSpPr>
        <p:grpSpPr>
          <a:xfrm>
            <a:off x="350689" y="4160355"/>
            <a:ext cx="466050" cy="669682"/>
            <a:chOff x="1159011" y="4934512"/>
            <a:chExt cx="466050" cy="669682"/>
          </a:xfrm>
        </p:grpSpPr>
        <p:sp>
          <p:nvSpPr>
            <p:cNvPr id="224" name="Rectangle: Rounded Corners 223">
              <a:extLst>
                <a:ext uri="{FF2B5EF4-FFF2-40B4-BE49-F238E27FC236}">
                  <a16:creationId xmlns:a16="http://schemas.microsoft.com/office/drawing/2014/main" id="{95F51153-F216-82AF-C9B2-DB487C1D260D}"/>
                </a:ext>
              </a:extLst>
            </p:cNvPr>
            <p:cNvSpPr/>
            <p:nvPr/>
          </p:nvSpPr>
          <p:spPr>
            <a:xfrm>
              <a:off x="1159011" y="4934512"/>
              <a:ext cx="466050" cy="669682"/>
            </a:xfrm>
            <a:prstGeom prst="roundRect">
              <a:avLst>
                <a:gd name="adj" fmla="val 8535"/>
              </a:avLst>
            </a:prstGeom>
            <a:solidFill>
              <a:schemeClr val="bg1"/>
            </a:solidFill>
            <a:ln w="12700">
              <a:prstDash val="sys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218" name="Rectangle 217">
              <a:extLst>
                <a:ext uri="{FF2B5EF4-FFF2-40B4-BE49-F238E27FC236}">
                  <a16:creationId xmlns:a16="http://schemas.microsoft.com/office/drawing/2014/main" id="{37DBEBFC-AD1B-B6A7-3F17-0BCF92BAC84B}"/>
                </a:ext>
              </a:extLst>
            </p:cNvPr>
            <p:cNvSpPr/>
            <p:nvPr/>
          </p:nvSpPr>
          <p:spPr>
            <a:xfrm>
              <a:off x="1307134" y="5356687"/>
              <a:ext cx="169804" cy="169804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A</a:t>
              </a:r>
            </a:p>
          </p:txBody>
        </p:sp>
        <p:pic>
          <p:nvPicPr>
            <p:cNvPr id="223" name="Picture 222" descr="A black and white symbol&#10;&#10;Description automatically generated">
              <a:extLst>
                <a:ext uri="{FF2B5EF4-FFF2-40B4-BE49-F238E27FC236}">
                  <a16:creationId xmlns:a16="http://schemas.microsoft.com/office/drawing/2014/main" id="{32236062-DD38-56B2-C7F1-FC8D86D943B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216187" y="4970684"/>
              <a:ext cx="351698" cy="351696"/>
            </a:xfrm>
            <a:prstGeom prst="rect">
              <a:avLst/>
            </a:prstGeom>
          </p:spPr>
        </p:pic>
      </p:grpSp>
      <p:grpSp>
        <p:nvGrpSpPr>
          <p:cNvPr id="234" name="Group 233">
            <a:extLst>
              <a:ext uri="{FF2B5EF4-FFF2-40B4-BE49-F238E27FC236}">
                <a16:creationId xmlns:a16="http://schemas.microsoft.com/office/drawing/2014/main" id="{ACC4B28C-EFF2-0FAF-AAF7-73EEE313A87B}"/>
              </a:ext>
            </a:extLst>
          </p:cNvPr>
          <p:cNvGrpSpPr/>
          <p:nvPr/>
        </p:nvGrpSpPr>
        <p:grpSpPr>
          <a:xfrm>
            <a:off x="858066" y="4163562"/>
            <a:ext cx="466050" cy="669682"/>
            <a:chOff x="1159011" y="4934512"/>
            <a:chExt cx="466050" cy="669682"/>
          </a:xfrm>
        </p:grpSpPr>
        <p:sp>
          <p:nvSpPr>
            <p:cNvPr id="235" name="Rectangle: Rounded Corners 234">
              <a:extLst>
                <a:ext uri="{FF2B5EF4-FFF2-40B4-BE49-F238E27FC236}">
                  <a16:creationId xmlns:a16="http://schemas.microsoft.com/office/drawing/2014/main" id="{4291405A-3887-65BA-9034-6C2E162692E4}"/>
                </a:ext>
              </a:extLst>
            </p:cNvPr>
            <p:cNvSpPr/>
            <p:nvPr/>
          </p:nvSpPr>
          <p:spPr>
            <a:xfrm>
              <a:off x="1159011" y="4934512"/>
              <a:ext cx="466050" cy="669682"/>
            </a:xfrm>
            <a:prstGeom prst="roundRect">
              <a:avLst>
                <a:gd name="adj" fmla="val 8535"/>
              </a:avLst>
            </a:prstGeom>
            <a:solidFill>
              <a:schemeClr val="bg1"/>
            </a:solidFill>
            <a:ln w="12700">
              <a:prstDash val="sys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236" name="Rectangle 235">
              <a:extLst>
                <a:ext uri="{FF2B5EF4-FFF2-40B4-BE49-F238E27FC236}">
                  <a16:creationId xmlns:a16="http://schemas.microsoft.com/office/drawing/2014/main" id="{A182D990-6208-396D-EA76-BB1527E58CE1}"/>
                </a:ext>
              </a:extLst>
            </p:cNvPr>
            <p:cNvSpPr/>
            <p:nvPr/>
          </p:nvSpPr>
          <p:spPr>
            <a:xfrm>
              <a:off x="1307134" y="5356687"/>
              <a:ext cx="169804" cy="169804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B</a:t>
              </a:r>
            </a:p>
          </p:txBody>
        </p:sp>
        <p:pic>
          <p:nvPicPr>
            <p:cNvPr id="237" name="Picture 236" descr="A black and white symbol&#10;&#10;Description automatically generated">
              <a:extLst>
                <a:ext uri="{FF2B5EF4-FFF2-40B4-BE49-F238E27FC236}">
                  <a16:creationId xmlns:a16="http://schemas.microsoft.com/office/drawing/2014/main" id="{D41A4DCC-AD0D-842A-14D7-59671189E831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216187" y="4970684"/>
              <a:ext cx="351698" cy="351696"/>
            </a:xfrm>
            <a:prstGeom prst="rect">
              <a:avLst/>
            </a:prstGeom>
          </p:spPr>
        </p:pic>
      </p:grpSp>
      <p:grpSp>
        <p:nvGrpSpPr>
          <p:cNvPr id="238" name="Group 237">
            <a:extLst>
              <a:ext uri="{FF2B5EF4-FFF2-40B4-BE49-F238E27FC236}">
                <a16:creationId xmlns:a16="http://schemas.microsoft.com/office/drawing/2014/main" id="{B3D3DF4C-41B9-01AE-BB7A-B365E50A2603}"/>
              </a:ext>
            </a:extLst>
          </p:cNvPr>
          <p:cNvGrpSpPr/>
          <p:nvPr/>
        </p:nvGrpSpPr>
        <p:grpSpPr>
          <a:xfrm>
            <a:off x="856832" y="4869695"/>
            <a:ext cx="466050" cy="669682"/>
            <a:chOff x="1159011" y="4934512"/>
            <a:chExt cx="466050" cy="669682"/>
          </a:xfrm>
        </p:grpSpPr>
        <p:sp>
          <p:nvSpPr>
            <p:cNvPr id="239" name="Rectangle: Rounded Corners 238">
              <a:extLst>
                <a:ext uri="{FF2B5EF4-FFF2-40B4-BE49-F238E27FC236}">
                  <a16:creationId xmlns:a16="http://schemas.microsoft.com/office/drawing/2014/main" id="{E9CCED6E-DAC7-4F1C-9E4A-3A1AD52CB246}"/>
                </a:ext>
              </a:extLst>
            </p:cNvPr>
            <p:cNvSpPr/>
            <p:nvPr/>
          </p:nvSpPr>
          <p:spPr>
            <a:xfrm>
              <a:off x="1159011" y="4934512"/>
              <a:ext cx="466050" cy="669682"/>
            </a:xfrm>
            <a:prstGeom prst="roundRect">
              <a:avLst>
                <a:gd name="adj" fmla="val 8535"/>
              </a:avLst>
            </a:prstGeom>
            <a:solidFill>
              <a:schemeClr val="bg1"/>
            </a:solidFill>
            <a:ln w="12700">
              <a:prstDash val="sys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240" name="Rectangle 239">
              <a:extLst>
                <a:ext uri="{FF2B5EF4-FFF2-40B4-BE49-F238E27FC236}">
                  <a16:creationId xmlns:a16="http://schemas.microsoft.com/office/drawing/2014/main" id="{165B033F-9E54-0D74-243F-2461BA675065}"/>
                </a:ext>
              </a:extLst>
            </p:cNvPr>
            <p:cNvSpPr/>
            <p:nvPr/>
          </p:nvSpPr>
          <p:spPr>
            <a:xfrm>
              <a:off x="1307134" y="5356687"/>
              <a:ext cx="169804" cy="169804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D</a:t>
              </a:r>
            </a:p>
          </p:txBody>
        </p:sp>
        <p:pic>
          <p:nvPicPr>
            <p:cNvPr id="241" name="Picture 240" descr="A black and white symbol&#10;&#10;Description automatically generated">
              <a:extLst>
                <a:ext uri="{FF2B5EF4-FFF2-40B4-BE49-F238E27FC236}">
                  <a16:creationId xmlns:a16="http://schemas.microsoft.com/office/drawing/2014/main" id="{7E5F478B-2380-2BC5-EF1F-F3652541F486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216187" y="4970684"/>
              <a:ext cx="351698" cy="351696"/>
            </a:xfrm>
            <a:prstGeom prst="rect">
              <a:avLst/>
            </a:prstGeom>
          </p:spPr>
        </p:pic>
      </p:grpSp>
      <p:grpSp>
        <p:nvGrpSpPr>
          <p:cNvPr id="242" name="Group 241">
            <a:extLst>
              <a:ext uri="{FF2B5EF4-FFF2-40B4-BE49-F238E27FC236}">
                <a16:creationId xmlns:a16="http://schemas.microsoft.com/office/drawing/2014/main" id="{76EEC442-FC7C-3436-C7C3-C3599146E199}"/>
              </a:ext>
            </a:extLst>
          </p:cNvPr>
          <p:cNvGrpSpPr/>
          <p:nvPr/>
        </p:nvGrpSpPr>
        <p:grpSpPr>
          <a:xfrm>
            <a:off x="349454" y="4869695"/>
            <a:ext cx="466050" cy="669682"/>
            <a:chOff x="1159011" y="4934512"/>
            <a:chExt cx="466050" cy="669682"/>
          </a:xfrm>
        </p:grpSpPr>
        <p:sp>
          <p:nvSpPr>
            <p:cNvPr id="243" name="Rectangle: Rounded Corners 242">
              <a:extLst>
                <a:ext uri="{FF2B5EF4-FFF2-40B4-BE49-F238E27FC236}">
                  <a16:creationId xmlns:a16="http://schemas.microsoft.com/office/drawing/2014/main" id="{29E88E53-ADD9-4621-DA39-906932C6962E}"/>
                </a:ext>
              </a:extLst>
            </p:cNvPr>
            <p:cNvSpPr/>
            <p:nvPr/>
          </p:nvSpPr>
          <p:spPr>
            <a:xfrm>
              <a:off x="1159011" y="4934512"/>
              <a:ext cx="466050" cy="669682"/>
            </a:xfrm>
            <a:prstGeom prst="roundRect">
              <a:avLst>
                <a:gd name="adj" fmla="val 8535"/>
              </a:avLst>
            </a:prstGeom>
            <a:solidFill>
              <a:schemeClr val="bg1"/>
            </a:solidFill>
            <a:ln w="12700">
              <a:prstDash val="sys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244" name="Rectangle 243">
              <a:extLst>
                <a:ext uri="{FF2B5EF4-FFF2-40B4-BE49-F238E27FC236}">
                  <a16:creationId xmlns:a16="http://schemas.microsoft.com/office/drawing/2014/main" id="{2480B43A-B281-1F7F-7A1F-C8725967BD6E}"/>
                </a:ext>
              </a:extLst>
            </p:cNvPr>
            <p:cNvSpPr/>
            <p:nvPr/>
          </p:nvSpPr>
          <p:spPr>
            <a:xfrm>
              <a:off x="1307134" y="5356687"/>
              <a:ext cx="169804" cy="169804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C</a:t>
              </a:r>
            </a:p>
          </p:txBody>
        </p:sp>
        <p:pic>
          <p:nvPicPr>
            <p:cNvPr id="245" name="Picture 244" descr="A black and white symbol&#10;&#10;Description automatically generated">
              <a:extLst>
                <a:ext uri="{FF2B5EF4-FFF2-40B4-BE49-F238E27FC236}">
                  <a16:creationId xmlns:a16="http://schemas.microsoft.com/office/drawing/2014/main" id="{6122A300-78F9-852C-928F-052B696BAED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216187" y="4970684"/>
              <a:ext cx="351698" cy="351696"/>
            </a:xfrm>
            <a:prstGeom prst="rect">
              <a:avLst/>
            </a:prstGeom>
          </p:spPr>
        </p:pic>
      </p:grpSp>
      <p:grpSp>
        <p:nvGrpSpPr>
          <p:cNvPr id="249" name="Group 248">
            <a:extLst>
              <a:ext uri="{FF2B5EF4-FFF2-40B4-BE49-F238E27FC236}">
                <a16:creationId xmlns:a16="http://schemas.microsoft.com/office/drawing/2014/main" id="{28D9E8A7-DDE6-1EEB-4419-7CD61C240CD1}"/>
              </a:ext>
            </a:extLst>
          </p:cNvPr>
          <p:cNvGrpSpPr/>
          <p:nvPr/>
        </p:nvGrpSpPr>
        <p:grpSpPr>
          <a:xfrm>
            <a:off x="1633202" y="1621248"/>
            <a:ext cx="1960897" cy="3158269"/>
            <a:chOff x="1633202" y="1621248"/>
            <a:chExt cx="1960897" cy="3158269"/>
          </a:xfrm>
        </p:grpSpPr>
        <p:sp>
          <p:nvSpPr>
            <p:cNvPr id="247" name="Rectangle: Rounded Corners 246">
              <a:extLst>
                <a:ext uri="{FF2B5EF4-FFF2-40B4-BE49-F238E27FC236}">
                  <a16:creationId xmlns:a16="http://schemas.microsoft.com/office/drawing/2014/main" id="{C1A0FF2E-7E28-DC7C-86B8-04581773E2A4}"/>
                </a:ext>
              </a:extLst>
            </p:cNvPr>
            <p:cNvSpPr/>
            <p:nvPr/>
          </p:nvSpPr>
          <p:spPr>
            <a:xfrm>
              <a:off x="1633202" y="1858519"/>
              <a:ext cx="1960897" cy="2920998"/>
            </a:xfrm>
            <a:prstGeom prst="roundRect">
              <a:avLst>
                <a:gd name="adj" fmla="val 3624"/>
              </a:avLst>
            </a:prstGeom>
            <a:solidFill>
              <a:schemeClr val="bg1">
                <a:lumMod val="95000"/>
                <a:alpha val="50196"/>
              </a:schemeClr>
            </a:solidFill>
            <a:ln w="12700">
              <a:solidFill>
                <a:schemeClr val="tx1">
                  <a:lumMod val="50000"/>
                  <a:lumOff val="50000"/>
                </a:schemeClr>
              </a:solidFill>
              <a:prstDash val="sysDot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248" name="TextBox 247">
              <a:extLst>
                <a:ext uri="{FF2B5EF4-FFF2-40B4-BE49-F238E27FC236}">
                  <a16:creationId xmlns:a16="http://schemas.microsoft.com/office/drawing/2014/main" id="{76DB4B53-B697-57C4-0C83-72AA51A7B7C4}"/>
                </a:ext>
              </a:extLst>
            </p:cNvPr>
            <p:cNvSpPr txBox="1"/>
            <p:nvPr/>
          </p:nvSpPr>
          <p:spPr>
            <a:xfrm>
              <a:off x="2059127" y="1621248"/>
              <a:ext cx="1179193" cy="2539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5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WIS Centre</a:t>
              </a:r>
              <a:endParaRPr kumimoji="0" lang="en-GB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246" name="Group 245">
            <a:extLst>
              <a:ext uri="{FF2B5EF4-FFF2-40B4-BE49-F238E27FC236}">
                <a16:creationId xmlns:a16="http://schemas.microsoft.com/office/drawing/2014/main" id="{BAFC290C-1598-0366-B87C-D4617B7167A2}"/>
              </a:ext>
            </a:extLst>
          </p:cNvPr>
          <p:cNvGrpSpPr/>
          <p:nvPr/>
        </p:nvGrpSpPr>
        <p:grpSpPr>
          <a:xfrm>
            <a:off x="238558" y="2004858"/>
            <a:ext cx="2724621" cy="2574854"/>
            <a:chOff x="238558" y="2004858"/>
            <a:chExt cx="2724621" cy="2574854"/>
          </a:xfrm>
        </p:grpSpPr>
        <p:pic>
          <p:nvPicPr>
            <p:cNvPr id="52" name="Picture 51">
              <a:extLst>
                <a:ext uri="{FF2B5EF4-FFF2-40B4-BE49-F238E27FC236}">
                  <a16:creationId xmlns:a16="http://schemas.microsoft.com/office/drawing/2014/main" id="{D239CE35-65CD-38C5-E4C0-E5CE64BA94BE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256121" y="3053461"/>
              <a:ext cx="1338982" cy="751078"/>
            </a:xfrm>
            <a:prstGeom prst="rect">
              <a:avLst/>
            </a:prstGeom>
          </p:spPr>
        </p:pic>
        <p:grpSp>
          <p:nvGrpSpPr>
            <p:cNvPr id="53" name="Group 52">
              <a:extLst>
                <a:ext uri="{FF2B5EF4-FFF2-40B4-BE49-F238E27FC236}">
                  <a16:creationId xmlns:a16="http://schemas.microsoft.com/office/drawing/2014/main" id="{1E44BB71-E240-D040-3CE7-B313DB7B586C}"/>
                </a:ext>
              </a:extLst>
            </p:cNvPr>
            <p:cNvGrpSpPr/>
            <p:nvPr/>
          </p:nvGrpSpPr>
          <p:grpSpPr>
            <a:xfrm>
              <a:off x="2334271" y="2004858"/>
              <a:ext cx="628907" cy="910662"/>
              <a:chOff x="6648193" y="889820"/>
              <a:chExt cx="628907" cy="910662"/>
            </a:xfrm>
          </p:grpSpPr>
          <p:sp>
            <p:nvSpPr>
              <p:cNvPr id="54" name="Rectangle: Rounded Corners 53">
                <a:extLst>
                  <a:ext uri="{FF2B5EF4-FFF2-40B4-BE49-F238E27FC236}">
                    <a16:creationId xmlns:a16="http://schemas.microsoft.com/office/drawing/2014/main" id="{A452FEE9-16E8-7DA0-37F2-9CAD5355D550}"/>
                  </a:ext>
                </a:extLst>
              </p:cNvPr>
              <p:cNvSpPr/>
              <p:nvPr/>
            </p:nvSpPr>
            <p:spPr>
              <a:xfrm>
                <a:off x="6648193" y="1171575"/>
                <a:ext cx="628907" cy="628907"/>
              </a:xfrm>
              <a:prstGeom prst="roundRect">
                <a:avLst>
                  <a:gd name="adj" fmla="val 8678"/>
                </a:avLst>
              </a:prstGeom>
              <a:solidFill>
                <a:schemeClr val="bg1"/>
              </a:solidFill>
              <a:ln w="28575">
                <a:solidFill>
                  <a:srgbClr val="3963DA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3963DA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3963DA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WIS2 Node</a:t>
                </a:r>
              </a:p>
            </p:txBody>
          </p:sp>
          <p:pic>
            <p:nvPicPr>
              <p:cNvPr id="55" name="Picture 54">
                <a:extLst>
                  <a:ext uri="{FF2B5EF4-FFF2-40B4-BE49-F238E27FC236}">
                    <a16:creationId xmlns:a16="http://schemas.microsoft.com/office/drawing/2014/main" id="{BB9F249B-1AE7-F43A-3381-BFFD8D68482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6701185" y="889820"/>
                <a:ext cx="522922" cy="532516"/>
              </a:xfrm>
              <a:prstGeom prst="rect">
                <a:avLst/>
              </a:prstGeom>
            </p:spPr>
          </p:pic>
        </p:grpSp>
        <p:sp>
          <p:nvSpPr>
            <p:cNvPr id="56" name="Rectangle: Rounded Corners 55">
              <a:extLst>
                <a:ext uri="{FF2B5EF4-FFF2-40B4-BE49-F238E27FC236}">
                  <a16:creationId xmlns:a16="http://schemas.microsoft.com/office/drawing/2014/main" id="{F4ECE86C-999E-A93B-D99E-67379D291A8C}"/>
                </a:ext>
              </a:extLst>
            </p:cNvPr>
            <p:cNvSpPr/>
            <p:nvPr/>
          </p:nvSpPr>
          <p:spPr>
            <a:xfrm>
              <a:off x="2334272" y="3950805"/>
              <a:ext cx="628907" cy="628907"/>
            </a:xfrm>
            <a:prstGeom prst="roundRect">
              <a:avLst>
                <a:gd name="adj" fmla="val 8678"/>
              </a:avLst>
            </a:pr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MSS</a:t>
              </a:r>
            </a:p>
          </p:txBody>
        </p:sp>
        <p:cxnSp>
          <p:nvCxnSpPr>
            <p:cNvPr id="58" name="Straight Arrow Connector 57">
              <a:extLst>
                <a:ext uri="{FF2B5EF4-FFF2-40B4-BE49-F238E27FC236}">
                  <a16:creationId xmlns:a16="http://schemas.microsoft.com/office/drawing/2014/main" id="{67433116-AEBE-307B-062C-5FB586C5C0F5}"/>
                </a:ext>
              </a:extLst>
            </p:cNvPr>
            <p:cNvCxnSpPr/>
            <p:nvPr/>
          </p:nvCxnSpPr>
          <p:spPr>
            <a:xfrm flipV="1">
              <a:off x="1476375" y="2733675"/>
              <a:ext cx="751592" cy="419100"/>
            </a:xfrm>
            <a:prstGeom prst="straightConnector1">
              <a:avLst/>
            </a:prstGeom>
            <a:ln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Straight Arrow Connector 60">
              <a:extLst>
                <a:ext uri="{FF2B5EF4-FFF2-40B4-BE49-F238E27FC236}">
                  <a16:creationId xmlns:a16="http://schemas.microsoft.com/office/drawing/2014/main" id="{60CE0730-FFD7-0051-535A-90F24A50D40E}"/>
                </a:ext>
              </a:extLst>
            </p:cNvPr>
            <p:cNvCxnSpPr>
              <a:cxnSpLocks/>
            </p:cNvCxnSpPr>
            <p:nvPr/>
          </p:nvCxnSpPr>
          <p:spPr>
            <a:xfrm>
              <a:off x="1476375" y="3741255"/>
              <a:ext cx="751592" cy="419100"/>
            </a:xfrm>
            <a:prstGeom prst="straightConnector1">
              <a:avLst/>
            </a:prstGeom>
            <a:ln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62" name="TextBox 61">
              <a:extLst>
                <a:ext uri="{FF2B5EF4-FFF2-40B4-BE49-F238E27FC236}">
                  <a16:creationId xmlns:a16="http://schemas.microsoft.com/office/drawing/2014/main" id="{42572F63-DA44-F728-0C9E-7C0CF859B86E}"/>
                </a:ext>
              </a:extLst>
            </p:cNvPr>
            <p:cNvSpPr txBox="1"/>
            <p:nvPr/>
          </p:nvSpPr>
          <p:spPr>
            <a:xfrm>
              <a:off x="238558" y="3676872"/>
              <a:ext cx="1179193" cy="43858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5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data management system</a:t>
              </a: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</a:t>
              </a:r>
            </a:p>
          </p:txBody>
        </p:sp>
      </p:grpSp>
      <p:sp>
        <p:nvSpPr>
          <p:cNvPr id="250" name="TextBox 249">
            <a:extLst>
              <a:ext uri="{FF2B5EF4-FFF2-40B4-BE49-F238E27FC236}">
                <a16:creationId xmlns:a16="http://schemas.microsoft.com/office/drawing/2014/main" id="{F92BA6E8-3230-0879-B4CD-428226B67ECD}"/>
              </a:ext>
            </a:extLst>
          </p:cNvPr>
          <p:cNvSpPr txBox="1"/>
          <p:nvPr/>
        </p:nvSpPr>
        <p:spPr>
          <a:xfrm>
            <a:off x="6619182" y="6359331"/>
            <a:ext cx="818636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GTS</a:t>
            </a:r>
          </a:p>
        </p:txBody>
      </p:sp>
      <p:sp>
        <p:nvSpPr>
          <p:cNvPr id="251" name="TextBox 250">
            <a:extLst>
              <a:ext uri="{FF2B5EF4-FFF2-40B4-BE49-F238E27FC236}">
                <a16:creationId xmlns:a16="http://schemas.microsoft.com/office/drawing/2014/main" id="{9190D3DA-B40E-1DD3-3F20-1101D07D7555}"/>
              </a:ext>
            </a:extLst>
          </p:cNvPr>
          <p:cNvSpPr txBox="1"/>
          <p:nvPr/>
        </p:nvSpPr>
        <p:spPr>
          <a:xfrm>
            <a:off x="1558820" y="5324359"/>
            <a:ext cx="4111696" cy="1200329"/>
          </a:xfrm>
          <a:prstGeom prst="rect">
            <a:avLst/>
          </a:prstGeom>
          <a:solidFill>
            <a:srgbClr val="FFFFFF">
              <a:alpha val="69804"/>
            </a:srgbClr>
          </a:solidFill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WIS2 distribution example</a:t>
            </a: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WIS2 Notification Messages (WNM) are generated for each data-object and published via the </a:t>
            </a:r>
            <a:r>
              <a:rPr kumimoji="0" lang="en-GB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4EA72E">
                    <a:lumMod val="75000"/>
                  </a:srgbClr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mqtts</a:t>
            </a: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rgbClr val="4EA72E">
                    <a:lumMod val="75000"/>
                  </a:srgbClr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broker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3225BFB-EFF8-2B3D-5A22-F6F5A2FC0FB2}"/>
              </a:ext>
            </a:extLst>
          </p:cNvPr>
          <p:cNvSpPr txBox="1"/>
          <p:nvPr/>
        </p:nvSpPr>
        <p:spPr>
          <a:xfrm>
            <a:off x="2074853" y="3688682"/>
            <a:ext cx="117919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CCCC = </a:t>
            </a:r>
            <a:r>
              <a:rPr kumimoji="0" lang="en-GB" sz="12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TEST</a:t>
            </a:r>
            <a:endParaRPr kumimoji="0" lang="en-GB" sz="16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+mn-cs"/>
            </a:endParaRPr>
          </a:p>
        </p:txBody>
      </p:sp>
      <p:grpSp>
        <p:nvGrpSpPr>
          <p:cNvPr id="203" name="Group 202">
            <a:extLst>
              <a:ext uri="{FF2B5EF4-FFF2-40B4-BE49-F238E27FC236}">
                <a16:creationId xmlns:a16="http://schemas.microsoft.com/office/drawing/2014/main" id="{EE47D5D5-BB1D-5A00-1ADE-EFAB01012470}"/>
              </a:ext>
            </a:extLst>
          </p:cNvPr>
          <p:cNvGrpSpPr/>
          <p:nvPr/>
        </p:nvGrpSpPr>
        <p:grpSpPr>
          <a:xfrm>
            <a:off x="3037962" y="3577971"/>
            <a:ext cx="8224599" cy="2603109"/>
            <a:chOff x="3037962" y="3577971"/>
            <a:chExt cx="8224599" cy="2603109"/>
          </a:xfrm>
        </p:grpSpPr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53D4A3DC-60D0-797A-1B38-C80C71DCCCB1}"/>
                </a:ext>
              </a:extLst>
            </p:cNvPr>
            <p:cNvGrpSpPr/>
            <p:nvPr/>
          </p:nvGrpSpPr>
          <p:grpSpPr>
            <a:xfrm>
              <a:off x="4281843" y="4427055"/>
              <a:ext cx="628907" cy="628907"/>
              <a:chOff x="2867802" y="3950805"/>
              <a:chExt cx="628907" cy="628907"/>
            </a:xfrm>
          </p:grpSpPr>
          <p:sp>
            <p:nvSpPr>
              <p:cNvPr id="4" name="Oval 3">
                <a:extLst>
                  <a:ext uri="{FF2B5EF4-FFF2-40B4-BE49-F238E27FC236}">
                    <a16:creationId xmlns:a16="http://schemas.microsoft.com/office/drawing/2014/main" id="{9EBA0BA6-DF74-B6E5-54C1-473463FE5D32}"/>
                  </a:ext>
                </a:extLst>
              </p:cNvPr>
              <p:cNvSpPr/>
              <p:nvPr/>
            </p:nvSpPr>
            <p:spPr>
              <a:xfrm>
                <a:off x="2867802" y="3950805"/>
                <a:ext cx="628907" cy="628907"/>
              </a:xfrm>
              <a:prstGeom prst="ellipse">
                <a:avLst/>
              </a:prstGeom>
              <a:solidFill>
                <a:schemeClr val="bg1"/>
              </a:solidFill>
              <a:ln w="28575"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62661978-31BE-A956-2A9B-1C889509969A}"/>
                  </a:ext>
                </a:extLst>
              </p:cNvPr>
              <p:cNvSpPr txBox="1"/>
              <p:nvPr/>
            </p:nvSpPr>
            <p:spPr>
              <a:xfrm>
                <a:off x="2949594" y="4126758"/>
                <a:ext cx="465322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2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white">
                        <a:lumMod val="75000"/>
                      </a:prstClr>
                    </a:solidFill>
                    <a:effectLst/>
                    <a:uLnTx/>
                    <a:uFillTx/>
                    <a:latin typeface="Aptos" panose="020B0004020202020204" pitchFamily="34" charset="0"/>
                    <a:ea typeface="+mn-ea"/>
                    <a:cs typeface="Arial" panose="020B0604020202020204" pitchFamily="34" charset="0"/>
                  </a:rPr>
                  <a:t>RTH</a:t>
                </a:r>
              </a:p>
            </p:txBody>
          </p:sp>
        </p:grpSp>
        <p:cxnSp>
          <p:nvCxnSpPr>
            <p:cNvPr id="6" name="Straight Arrow Connector 5">
              <a:extLst>
                <a:ext uri="{FF2B5EF4-FFF2-40B4-BE49-F238E27FC236}">
                  <a16:creationId xmlns:a16="http://schemas.microsoft.com/office/drawing/2014/main" id="{383F2689-5C15-7F7C-FC13-03D8D088EA4B}"/>
                </a:ext>
              </a:extLst>
            </p:cNvPr>
            <p:cNvCxnSpPr>
              <a:cxnSpLocks/>
            </p:cNvCxnSpPr>
            <p:nvPr/>
          </p:nvCxnSpPr>
          <p:spPr>
            <a:xfrm>
              <a:off x="3037962" y="4315266"/>
              <a:ext cx="1175587" cy="306792"/>
            </a:xfrm>
            <a:prstGeom prst="straightConnector1">
              <a:avLst/>
            </a:prstGeom>
            <a:ln>
              <a:solidFill>
                <a:schemeClr val="bg1">
                  <a:lumMod val="85000"/>
                </a:schemeClr>
              </a:solidFill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332955EF-4D8B-8769-F501-1B7B8CB814FE}"/>
                </a:ext>
              </a:extLst>
            </p:cNvPr>
            <p:cNvGrpSpPr/>
            <p:nvPr/>
          </p:nvGrpSpPr>
          <p:grpSpPr>
            <a:xfrm>
              <a:off x="6188224" y="3577971"/>
              <a:ext cx="628907" cy="628907"/>
              <a:chOff x="2867802" y="3950805"/>
              <a:chExt cx="628907" cy="628907"/>
            </a:xfrm>
          </p:grpSpPr>
          <p:sp>
            <p:nvSpPr>
              <p:cNvPr id="12" name="Oval 11">
                <a:extLst>
                  <a:ext uri="{FF2B5EF4-FFF2-40B4-BE49-F238E27FC236}">
                    <a16:creationId xmlns:a16="http://schemas.microsoft.com/office/drawing/2014/main" id="{A55D7BD4-D076-86D5-5522-7F27171926BB}"/>
                  </a:ext>
                </a:extLst>
              </p:cNvPr>
              <p:cNvSpPr/>
              <p:nvPr/>
            </p:nvSpPr>
            <p:spPr>
              <a:xfrm>
                <a:off x="2867802" y="3950805"/>
                <a:ext cx="628907" cy="628907"/>
              </a:xfrm>
              <a:prstGeom prst="ellipse">
                <a:avLst/>
              </a:prstGeom>
              <a:solidFill>
                <a:schemeClr val="bg1"/>
              </a:solidFill>
              <a:ln w="28575"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160DBF90-B0D2-4ED2-39AD-D54417381232}"/>
                  </a:ext>
                </a:extLst>
              </p:cNvPr>
              <p:cNvSpPr txBox="1"/>
              <p:nvPr/>
            </p:nvSpPr>
            <p:spPr>
              <a:xfrm>
                <a:off x="2949594" y="4068702"/>
                <a:ext cx="465322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2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white">
                        <a:lumMod val="75000"/>
                      </a:prstClr>
                    </a:solidFill>
                    <a:effectLst/>
                    <a:uLnTx/>
                    <a:uFillTx/>
                    <a:latin typeface="Aptos" panose="020B0004020202020204" pitchFamily="34" charset="0"/>
                    <a:ea typeface="+mn-ea"/>
                    <a:cs typeface="Arial" panose="020B0604020202020204" pitchFamily="34" charset="0"/>
                  </a:rPr>
                  <a:t>RTH</a:t>
                </a:r>
              </a:p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8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white">
                        <a:lumMod val="75000"/>
                      </a:prstClr>
                    </a:solidFill>
                    <a:effectLst/>
                    <a:uLnTx/>
                    <a:uFillTx/>
                    <a:latin typeface="Aptos" panose="020B0004020202020204" pitchFamily="34" charset="0"/>
                    <a:ea typeface="+mn-ea"/>
                    <a:cs typeface="Arial" panose="020B0604020202020204" pitchFamily="34" charset="0"/>
                  </a:rPr>
                  <a:t>Exeter</a:t>
                </a:r>
              </a:p>
            </p:txBody>
          </p:sp>
        </p:grp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607AC40B-16EE-B024-18C7-2E69083D88C2}"/>
                </a:ext>
              </a:extLst>
            </p:cNvPr>
            <p:cNvGrpSpPr/>
            <p:nvPr/>
          </p:nvGrpSpPr>
          <p:grpSpPr>
            <a:xfrm>
              <a:off x="9293175" y="3577971"/>
              <a:ext cx="628907" cy="628907"/>
              <a:chOff x="2867802" y="3950805"/>
              <a:chExt cx="628907" cy="628907"/>
            </a:xfrm>
          </p:grpSpPr>
          <p:sp>
            <p:nvSpPr>
              <p:cNvPr id="23" name="Oval 22">
                <a:extLst>
                  <a:ext uri="{FF2B5EF4-FFF2-40B4-BE49-F238E27FC236}">
                    <a16:creationId xmlns:a16="http://schemas.microsoft.com/office/drawing/2014/main" id="{BB27093D-91C1-3023-4E23-347E78710779}"/>
                  </a:ext>
                </a:extLst>
              </p:cNvPr>
              <p:cNvSpPr/>
              <p:nvPr/>
            </p:nvSpPr>
            <p:spPr>
              <a:xfrm>
                <a:off x="2867802" y="3950805"/>
                <a:ext cx="628907" cy="628907"/>
              </a:xfrm>
              <a:prstGeom prst="ellipse">
                <a:avLst/>
              </a:prstGeom>
              <a:solidFill>
                <a:schemeClr val="bg1"/>
              </a:solidFill>
              <a:ln w="28575"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6F81FF75-353B-88EE-8300-C035C54FFAD0}"/>
                  </a:ext>
                </a:extLst>
              </p:cNvPr>
              <p:cNvSpPr txBox="1"/>
              <p:nvPr/>
            </p:nvSpPr>
            <p:spPr>
              <a:xfrm>
                <a:off x="2932200" y="4068702"/>
                <a:ext cx="500110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2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white">
                        <a:lumMod val="75000"/>
                      </a:prstClr>
                    </a:solidFill>
                    <a:effectLst/>
                    <a:uLnTx/>
                    <a:uFillTx/>
                    <a:latin typeface="Aptos" panose="020B0004020202020204" pitchFamily="34" charset="0"/>
                    <a:ea typeface="+mn-ea"/>
                    <a:cs typeface="Arial" panose="020B0604020202020204" pitchFamily="34" charset="0"/>
                  </a:rPr>
                  <a:t>RTH</a:t>
                </a:r>
              </a:p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8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white">
                        <a:lumMod val="75000"/>
                      </a:prstClr>
                    </a:solidFill>
                    <a:effectLst/>
                    <a:uLnTx/>
                    <a:uFillTx/>
                    <a:latin typeface="Aptos" panose="020B0004020202020204" pitchFamily="34" charset="0"/>
                    <a:ea typeface="+mn-ea"/>
                    <a:cs typeface="Arial" panose="020B0604020202020204" pitchFamily="34" charset="0"/>
                  </a:rPr>
                  <a:t>Beijing</a:t>
                </a:r>
                <a:endParaRPr kumimoji="0" lang="en-GB" sz="700" b="0" i="0" u="none" strike="noStrike" kern="0" cap="none" spc="0" normalizeH="0" baseline="0" noProof="0" dirty="0">
                  <a:ln>
                    <a:noFill/>
                  </a:ln>
                  <a:solidFill>
                    <a:prstClr val="white">
                      <a:lumMod val="75000"/>
                    </a:prstClr>
                  </a:solidFill>
                  <a:effectLst/>
                  <a:uLnTx/>
                  <a:uFillTx/>
                  <a:latin typeface="Aptos" panose="020B0004020202020204" pitchFamily="34" charset="0"/>
                  <a:ea typeface="+mn-ea"/>
                  <a:cs typeface="Arial" panose="020B0604020202020204" pitchFamily="34" charset="0"/>
                </a:endParaRPr>
              </a:p>
            </p:txBody>
          </p:sp>
        </p:grpSp>
        <p:grpSp>
          <p:nvGrpSpPr>
            <p:cNvPr id="26" name="Group 25">
              <a:extLst>
                <a:ext uri="{FF2B5EF4-FFF2-40B4-BE49-F238E27FC236}">
                  <a16:creationId xmlns:a16="http://schemas.microsoft.com/office/drawing/2014/main" id="{66AA0FDB-026E-7891-1451-4FE8094B1B68}"/>
                </a:ext>
              </a:extLst>
            </p:cNvPr>
            <p:cNvGrpSpPr/>
            <p:nvPr/>
          </p:nvGrpSpPr>
          <p:grpSpPr>
            <a:xfrm>
              <a:off x="6521485" y="5413675"/>
              <a:ext cx="628907" cy="628907"/>
              <a:chOff x="2867802" y="3950805"/>
              <a:chExt cx="628907" cy="628907"/>
            </a:xfrm>
          </p:grpSpPr>
          <p:sp>
            <p:nvSpPr>
              <p:cNvPr id="27" name="Oval 26">
                <a:extLst>
                  <a:ext uri="{FF2B5EF4-FFF2-40B4-BE49-F238E27FC236}">
                    <a16:creationId xmlns:a16="http://schemas.microsoft.com/office/drawing/2014/main" id="{2ADC7795-0DFC-4CBD-741A-A6C1CF4A4578}"/>
                  </a:ext>
                </a:extLst>
              </p:cNvPr>
              <p:cNvSpPr/>
              <p:nvPr/>
            </p:nvSpPr>
            <p:spPr>
              <a:xfrm>
                <a:off x="2867802" y="3950805"/>
                <a:ext cx="628907" cy="628907"/>
              </a:xfrm>
              <a:prstGeom prst="ellipse">
                <a:avLst/>
              </a:prstGeom>
              <a:solidFill>
                <a:schemeClr val="bg1"/>
              </a:solidFill>
              <a:ln w="28575"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>
                      <a:lumMod val="65000"/>
                    </a:prstClr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76300DA5-584D-444F-A233-F1B58C7283B7}"/>
                  </a:ext>
                </a:extLst>
              </p:cNvPr>
              <p:cNvSpPr txBox="1"/>
              <p:nvPr/>
            </p:nvSpPr>
            <p:spPr>
              <a:xfrm>
                <a:off x="2949594" y="4126758"/>
                <a:ext cx="465322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2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white">
                        <a:lumMod val="75000"/>
                      </a:prstClr>
                    </a:solidFill>
                    <a:effectLst/>
                    <a:uLnTx/>
                    <a:uFillTx/>
                    <a:latin typeface="Aptos" panose="020B0004020202020204" pitchFamily="34" charset="0"/>
                    <a:ea typeface="+mn-ea"/>
                    <a:cs typeface="Arial" panose="020B0604020202020204" pitchFamily="34" charset="0"/>
                  </a:rPr>
                  <a:t>RTH</a:t>
                </a:r>
              </a:p>
            </p:txBody>
          </p:sp>
        </p:grpSp>
        <p:grpSp>
          <p:nvGrpSpPr>
            <p:cNvPr id="29" name="Group 28">
              <a:extLst>
                <a:ext uri="{FF2B5EF4-FFF2-40B4-BE49-F238E27FC236}">
                  <a16:creationId xmlns:a16="http://schemas.microsoft.com/office/drawing/2014/main" id="{1FD7F0E1-35C8-1CAC-EB6F-3574A8A00D52}"/>
                </a:ext>
              </a:extLst>
            </p:cNvPr>
            <p:cNvGrpSpPr/>
            <p:nvPr/>
          </p:nvGrpSpPr>
          <p:grpSpPr>
            <a:xfrm>
              <a:off x="8862418" y="5165872"/>
              <a:ext cx="628907" cy="628907"/>
              <a:chOff x="2867802" y="3950805"/>
              <a:chExt cx="628907" cy="628907"/>
            </a:xfrm>
          </p:grpSpPr>
          <p:sp>
            <p:nvSpPr>
              <p:cNvPr id="30" name="Oval 29">
                <a:extLst>
                  <a:ext uri="{FF2B5EF4-FFF2-40B4-BE49-F238E27FC236}">
                    <a16:creationId xmlns:a16="http://schemas.microsoft.com/office/drawing/2014/main" id="{F4714F11-9458-1D01-E474-B9E52F3F24C8}"/>
                  </a:ext>
                </a:extLst>
              </p:cNvPr>
              <p:cNvSpPr/>
              <p:nvPr/>
            </p:nvSpPr>
            <p:spPr>
              <a:xfrm>
                <a:off x="2867802" y="3950805"/>
                <a:ext cx="628907" cy="628907"/>
              </a:xfrm>
              <a:prstGeom prst="ellipse">
                <a:avLst/>
              </a:prstGeom>
              <a:solidFill>
                <a:schemeClr val="bg1"/>
              </a:solidFill>
              <a:ln w="28575"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>
                      <a:lumMod val="65000"/>
                    </a:prstClr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8AD40C3F-D4B1-E167-2CC7-20E4718DE68D}"/>
                  </a:ext>
                </a:extLst>
              </p:cNvPr>
              <p:cNvSpPr txBox="1"/>
              <p:nvPr/>
            </p:nvSpPr>
            <p:spPr>
              <a:xfrm>
                <a:off x="2949594" y="4126758"/>
                <a:ext cx="465322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2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white">
                        <a:lumMod val="75000"/>
                      </a:prstClr>
                    </a:solidFill>
                    <a:effectLst/>
                    <a:uLnTx/>
                    <a:uFillTx/>
                    <a:latin typeface="Aptos" panose="020B0004020202020204" pitchFamily="34" charset="0"/>
                    <a:ea typeface="+mn-ea"/>
                    <a:cs typeface="Arial" panose="020B0604020202020204" pitchFamily="34" charset="0"/>
                  </a:rPr>
                  <a:t>RTH</a:t>
                </a:r>
              </a:p>
            </p:txBody>
          </p:sp>
        </p:grpSp>
        <p:grpSp>
          <p:nvGrpSpPr>
            <p:cNvPr id="32" name="Group 31">
              <a:extLst>
                <a:ext uri="{FF2B5EF4-FFF2-40B4-BE49-F238E27FC236}">
                  <a16:creationId xmlns:a16="http://schemas.microsoft.com/office/drawing/2014/main" id="{D364F98D-EFB4-70BD-EABA-0117057A46CB}"/>
                </a:ext>
              </a:extLst>
            </p:cNvPr>
            <p:cNvGrpSpPr/>
            <p:nvPr/>
          </p:nvGrpSpPr>
          <p:grpSpPr>
            <a:xfrm>
              <a:off x="7543240" y="4536965"/>
              <a:ext cx="628907" cy="628907"/>
              <a:chOff x="2867802" y="3950805"/>
              <a:chExt cx="628907" cy="628907"/>
            </a:xfrm>
          </p:grpSpPr>
          <p:sp>
            <p:nvSpPr>
              <p:cNvPr id="33" name="Oval 32">
                <a:extLst>
                  <a:ext uri="{FF2B5EF4-FFF2-40B4-BE49-F238E27FC236}">
                    <a16:creationId xmlns:a16="http://schemas.microsoft.com/office/drawing/2014/main" id="{815BD1D2-1A82-1C64-E2F2-C1958F4B3C23}"/>
                  </a:ext>
                </a:extLst>
              </p:cNvPr>
              <p:cNvSpPr/>
              <p:nvPr/>
            </p:nvSpPr>
            <p:spPr>
              <a:xfrm>
                <a:off x="2867802" y="3950805"/>
                <a:ext cx="628907" cy="628907"/>
              </a:xfrm>
              <a:prstGeom prst="ellipse">
                <a:avLst/>
              </a:prstGeom>
              <a:solidFill>
                <a:schemeClr val="bg1"/>
              </a:solidFill>
              <a:ln w="28575"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>
                      <a:lumMod val="65000"/>
                    </a:prstClr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A5E500A2-E3BA-ED32-5851-85ABFCCE954B}"/>
                  </a:ext>
                </a:extLst>
              </p:cNvPr>
              <p:cNvSpPr txBox="1"/>
              <p:nvPr/>
            </p:nvSpPr>
            <p:spPr>
              <a:xfrm>
                <a:off x="2949594" y="4126758"/>
                <a:ext cx="465322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2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white">
                        <a:lumMod val="75000"/>
                      </a:prstClr>
                    </a:solidFill>
                    <a:effectLst/>
                    <a:uLnTx/>
                    <a:uFillTx/>
                    <a:latin typeface="Aptos" panose="020B0004020202020204" pitchFamily="34" charset="0"/>
                    <a:ea typeface="+mn-ea"/>
                    <a:cs typeface="Arial" panose="020B0604020202020204" pitchFamily="34" charset="0"/>
                  </a:rPr>
                  <a:t>RTH</a:t>
                </a:r>
              </a:p>
            </p:txBody>
          </p:sp>
        </p:grpSp>
        <p:cxnSp>
          <p:nvCxnSpPr>
            <p:cNvPr id="35" name="Straight Arrow Connector 34">
              <a:extLst>
                <a:ext uri="{FF2B5EF4-FFF2-40B4-BE49-F238E27FC236}">
                  <a16:creationId xmlns:a16="http://schemas.microsoft.com/office/drawing/2014/main" id="{81494D4E-FAF5-C256-E4FD-4BD036744F70}"/>
                </a:ext>
              </a:extLst>
            </p:cNvPr>
            <p:cNvCxnSpPr>
              <a:cxnSpLocks/>
            </p:cNvCxnSpPr>
            <p:nvPr/>
          </p:nvCxnSpPr>
          <p:spPr>
            <a:xfrm>
              <a:off x="4975127" y="4870482"/>
              <a:ext cx="1508258" cy="709621"/>
            </a:xfrm>
            <a:prstGeom prst="straightConnector1">
              <a:avLst/>
            </a:prstGeom>
            <a:ln>
              <a:solidFill>
                <a:schemeClr val="bg1">
                  <a:lumMod val="85000"/>
                </a:schemeClr>
              </a:solidFill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Arrow Connector 35">
              <a:extLst>
                <a:ext uri="{FF2B5EF4-FFF2-40B4-BE49-F238E27FC236}">
                  <a16:creationId xmlns:a16="http://schemas.microsoft.com/office/drawing/2014/main" id="{38ED46A4-6267-2662-862C-C73436B0617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948850" y="3983610"/>
              <a:ext cx="1143095" cy="575843"/>
            </a:xfrm>
            <a:prstGeom prst="straightConnector1">
              <a:avLst/>
            </a:prstGeom>
            <a:ln>
              <a:solidFill>
                <a:schemeClr val="bg1">
                  <a:lumMod val="85000"/>
                </a:schemeClr>
              </a:solidFill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Arrow Connector 36">
              <a:extLst>
                <a:ext uri="{FF2B5EF4-FFF2-40B4-BE49-F238E27FC236}">
                  <a16:creationId xmlns:a16="http://schemas.microsoft.com/office/drawing/2014/main" id="{C9207DAE-FADA-1A90-1307-8C23A10D09C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123124" y="5120144"/>
              <a:ext cx="428025" cy="331605"/>
            </a:xfrm>
            <a:prstGeom prst="straightConnector1">
              <a:avLst/>
            </a:prstGeom>
            <a:ln>
              <a:solidFill>
                <a:schemeClr val="bg1">
                  <a:lumMod val="85000"/>
                </a:schemeClr>
              </a:solidFill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Arrow Connector 37">
              <a:extLst>
                <a:ext uri="{FF2B5EF4-FFF2-40B4-BE49-F238E27FC236}">
                  <a16:creationId xmlns:a16="http://schemas.microsoft.com/office/drawing/2014/main" id="{52EDA61B-BF16-559E-1392-D63D4C3DFE9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172147" y="4092067"/>
              <a:ext cx="1121028" cy="549041"/>
            </a:xfrm>
            <a:prstGeom prst="straightConnector1">
              <a:avLst/>
            </a:prstGeom>
            <a:ln>
              <a:solidFill>
                <a:schemeClr val="bg1">
                  <a:lumMod val="85000"/>
                </a:schemeClr>
              </a:solidFill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Arrow Connector 38">
              <a:extLst>
                <a:ext uri="{FF2B5EF4-FFF2-40B4-BE49-F238E27FC236}">
                  <a16:creationId xmlns:a16="http://schemas.microsoft.com/office/drawing/2014/main" id="{CCD7CFC3-319F-5D1E-5698-66B18FDF7BEC}"/>
                </a:ext>
              </a:extLst>
            </p:cNvPr>
            <p:cNvCxnSpPr>
              <a:cxnSpLocks/>
            </p:cNvCxnSpPr>
            <p:nvPr/>
          </p:nvCxnSpPr>
          <p:spPr>
            <a:xfrm>
              <a:off x="8191197" y="5026609"/>
              <a:ext cx="652171" cy="305691"/>
            </a:xfrm>
            <a:prstGeom prst="straightConnector1">
              <a:avLst/>
            </a:prstGeom>
            <a:ln>
              <a:solidFill>
                <a:schemeClr val="bg1">
                  <a:lumMod val="85000"/>
                </a:schemeClr>
              </a:solidFill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Arrow Connector 41">
              <a:extLst>
                <a:ext uri="{FF2B5EF4-FFF2-40B4-BE49-F238E27FC236}">
                  <a16:creationId xmlns:a16="http://schemas.microsoft.com/office/drawing/2014/main" id="{D87B6EED-0D50-B7C2-E9D8-3910A4B095EC}"/>
                </a:ext>
              </a:extLst>
            </p:cNvPr>
            <p:cNvCxnSpPr>
              <a:cxnSpLocks/>
            </p:cNvCxnSpPr>
            <p:nvPr/>
          </p:nvCxnSpPr>
          <p:spPr>
            <a:xfrm>
              <a:off x="9538950" y="5570578"/>
              <a:ext cx="981544" cy="276999"/>
            </a:xfrm>
            <a:prstGeom prst="straightConnector1">
              <a:avLst/>
            </a:prstGeom>
            <a:ln>
              <a:solidFill>
                <a:schemeClr val="bg1">
                  <a:lumMod val="85000"/>
                </a:schemeClr>
              </a:solidFill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02" name="Group 201">
              <a:extLst>
                <a:ext uri="{FF2B5EF4-FFF2-40B4-BE49-F238E27FC236}">
                  <a16:creationId xmlns:a16="http://schemas.microsoft.com/office/drawing/2014/main" id="{00ADEB2E-45D0-EAA5-D296-BB3ED74287F1}"/>
                </a:ext>
              </a:extLst>
            </p:cNvPr>
            <p:cNvGrpSpPr/>
            <p:nvPr/>
          </p:nvGrpSpPr>
          <p:grpSpPr>
            <a:xfrm>
              <a:off x="10510969" y="5552173"/>
              <a:ext cx="751592" cy="628907"/>
              <a:chOff x="10510969" y="5552173"/>
              <a:chExt cx="751592" cy="628907"/>
            </a:xfrm>
          </p:grpSpPr>
          <p:sp>
            <p:nvSpPr>
              <p:cNvPr id="40" name="Rectangle: Rounded Corners 39">
                <a:extLst>
                  <a:ext uri="{FF2B5EF4-FFF2-40B4-BE49-F238E27FC236}">
                    <a16:creationId xmlns:a16="http://schemas.microsoft.com/office/drawing/2014/main" id="{51FBA54B-F805-78BB-1D81-2F5CE29E329F}"/>
                  </a:ext>
                </a:extLst>
              </p:cNvPr>
              <p:cNvSpPr/>
              <p:nvPr/>
            </p:nvSpPr>
            <p:spPr>
              <a:xfrm>
                <a:off x="10572312" y="5552173"/>
                <a:ext cx="628907" cy="628907"/>
              </a:xfrm>
              <a:prstGeom prst="roundRect">
                <a:avLst>
                  <a:gd name="adj" fmla="val 8678"/>
                </a:avLst>
              </a:prstGeom>
              <a:solidFill>
                <a:schemeClr val="bg1"/>
              </a:solidFill>
              <a:ln w="28575"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CEC655CB-D247-A924-2D0D-FB2D45663B5D}"/>
                  </a:ext>
                </a:extLst>
              </p:cNvPr>
              <p:cNvSpPr txBox="1"/>
              <p:nvPr/>
            </p:nvSpPr>
            <p:spPr>
              <a:xfrm>
                <a:off x="10510969" y="5728127"/>
                <a:ext cx="751592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2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white">
                        <a:lumMod val="75000"/>
                      </a:prstClr>
                    </a:solidFill>
                    <a:effectLst/>
                    <a:uLnTx/>
                    <a:uFillTx/>
                    <a:latin typeface="Aptos" panose="020B0004020202020204" pitchFamily="34" charset="0"/>
                    <a:ea typeface="+mn-ea"/>
                    <a:cs typeface="Arial" panose="020B0604020202020204" pitchFamily="34" charset="0"/>
                  </a:rPr>
                  <a:t>WDQMS</a:t>
                </a:r>
              </a:p>
            </p:txBody>
          </p:sp>
        </p:grpSp>
      </p:grpSp>
      <p:grpSp>
        <p:nvGrpSpPr>
          <p:cNvPr id="209" name="Group 208">
            <a:extLst>
              <a:ext uri="{FF2B5EF4-FFF2-40B4-BE49-F238E27FC236}">
                <a16:creationId xmlns:a16="http://schemas.microsoft.com/office/drawing/2014/main" id="{A07D80BC-0E0E-B77C-D068-476DEA93FD33}"/>
              </a:ext>
            </a:extLst>
          </p:cNvPr>
          <p:cNvGrpSpPr/>
          <p:nvPr/>
        </p:nvGrpSpPr>
        <p:grpSpPr>
          <a:xfrm>
            <a:off x="1430655" y="808440"/>
            <a:ext cx="2456202" cy="855395"/>
            <a:chOff x="1430655" y="770340"/>
            <a:chExt cx="2456202" cy="855395"/>
          </a:xfrm>
        </p:grpSpPr>
        <p:grpSp>
          <p:nvGrpSpPr>
            <p:cNvPr id="49" name="Group 48">
              <a:extLst>
                <a:ext uri="{FF2B5EF4-FFF2-40B4-BE49-F238E27FC236}">
                  <a16:creationId xmlns:a16="http://schemas.microsoft.com/office/drawing/2014/main" id="{88AB311C-18CE-8DAB-B1EA-135E06C0ECF6}"/>
                </a:ext>
              </a:extLst>
            </p:cNvPr>
            <p:cNvGrpSpPr/>
            <p:nvPr/>
          </p:nvGrpSpPr>
          <p:grpSpPr>
            <a:xfrm>
              <a:off x="1430655" y="770340"/>
              <a:ext cx="612283" cy="855395"/>
              <a:chOff x="2425679" y="690821"/>
              <a:chExt cx="612283" cy="855395"/>
            </a:xfrm>
          </p:grpSpPr>
          <p:pic>
            <p:nvPicPr>
              <p:cNvPr id="43" name="Picture 42">
                <a:extLst>
                  <a:ext uri="{FF2B5EF4-FFF2-40B4-BE49-F238E27FC236}">
                    <a16:creationId xmlns:a16="http://schemas.microsoft.com/office/drawing/2014/main" id="{E45AC0A9-A2B0-1CF8-A9F1-7608367F083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2425679" y="690821"/>
                <a:ext cx="612283" cy="855395"/>
              </a:xfrm>
              <a:prstGeom prst="rect">
                <a:avLst/>
              </a:prstGeom>
            </p:spPr>
          </p:pic>
          <p:sp>
            <p:nvSpPr>
              <p:cNvPr id="45" name="Rectangle 44">
                <a:extLst>
                  <a:ext uri="{FF2B5EF4-FFF2-40B4-BE49-F238E27FC236}">
                    <a16:creationId xmlns:a16="http://schemas.microsoft.com/office/drawing/2014/main" id="{E000D08F-9E33-BC98-5B12-66035A96461F}"/>
                  </a:ext>
                </a:extLst>
              </p:cNvPr>
              <p:cNvSpPr/>
              <p:nvPr/>
            </p:nvSpPr>
            <p:spPr>
              <a:xfrm>
                <a:off x="2631993" y="1000455"/>
                <a:ext cx="169804" cy="169804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A</a:t>
                </a:r>
              </a:p>
            </p:txBody>
          </p:sp>
        </p:grpSp>
        <p:grpSp>
          <p:nvGrpSpPr>
            <p:cNvPr id="50" name="Group 49">
              <a:extLst>
                <a:ext uri="{FF2B5EF4-FFF2-40B4-BE49-F238E27FC236}">
                  <a16:creationId xmlns:a16="http://schemas.microsoft.com/office/drawing/2014/main" id="{7042A099-241C-5F2D-E67B-9CE85C880FC0}"/>
                </a:ext>
              </a:extLst>
            </p:cNvPr>
            <p:cNvGrpSpPr/>
            <p:nvPr/>
          </p:nvGrpSpPr>
          <p:grpSpPr>
            <a:xfrm>
              <a:off x="2045295" y="770340"/>
              <a:ext cx="612283" cy="855395"/>
              <a:chOff x="2425679" y="690821"/>
              <a:chExt cx="612283" cy="855395"/>
            </a:xfrm>
          </p:grpSpPr>
          <p:pic>
            <p:nvPicPr>
              <p:cNvPr id="57" name="Picture 56">
                <a:extLst>
                  <a:ext uri="{FF2B5EF4-FFF2-40B4-BE49-F238E27FC236}">
                    <a16:creationId xmlns:a16="http://schemas.microsoft.com/office/drawing/2014/main" id="{8F54101B-D2DF-81A9-197B-15949B8A8D5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2425679" y="690821"/>
                <a:ext cx="612283" cy="855395"/>
              </a:xfrm>
              <a:prstGeom prst="rect">
                <a:avLst/>
              </a:prstGeom>
            </p:spPr>
          </p:pic>
          <p:sp>
            <p:nvSpPr>
              <p:cNvPr id="59" name="Rectangle 58">
                <a:extLst>
                  <a:ext uri="{FF2B5EF4-FFF2-40B4-BE49-F238E27FC236}">
                    <a16:creationId xmlns:a16="http://schemas.microsoft.com/office/drawing/2014/main" id="{649DF39D-B272-104F-A8B3-C47953E18747}"/>
                  </a:ext>
                </a:extLst>
              </p:cNvPr>
              <p:cNvSpPr/>
              <p:nvPr/>
            </p:nvSpPr>
            <p:spPr>
              <a:xfrm>
                <a:off x="2631993" y="1000455"/>
                <a:ext cx="169804" cy="169804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B</a:t>
                </a:r>
              </a:p>
            </p:txBody>
          </p:sp>
        </p:grpSp>
        <p:grpSp>
          <p:nvGrpSpPr>
            <p:cNvPr id="60" name="Group 59">
              <a:extLst>
                <a:ext uri="{FF2B5EF4-FFF2-40B4-BE49-F238E27FC236}">
                  <a16:creationId xmlns:a16="http://schemas.microsoft.com/office/drawing/2014/main" id="{6DBB17DC-8E98-A40B-8B57-457430F31034}"/>
                </a:ext>
              </a:extLst>
            </p:cNvPr>
            <p:cNvGrpSpPr/>
            <p:nvPr/>
          </p:nvGrpSpPr>
          <p:grpSpPr>
            <a:xfrm>
              <a:off x="2659935" y="770340"/>
              <a:ext cx="612283" cy="855395"/>
              <a:chOff x="2425679" y="690821"/>
              <a:chExt cx="612283" cy="855395"/>
            </a:xfrm>
          </p:grpSpPr>
          <p:pic>
            <p:nvPicPr>
              <p:cNvPr id="63" name="Picture 62">
                <a:extLst>
                  <a:ext uri="{FF2B5EF4-FFF2-40B4-BE49-F238E27FC236}">
                    <a16:creationId xmlns:a16="http://schemas.microsoft.com/office/drawing/2014/main" id="{A4572F1D-5F84-B428-3472-FC96DA4FF6B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2425679" y="690821"/>
                <a:ext cx="612283" cy="855395"/>
              </a:xfrm>
              <a:prstGeom prst="rect">
                <a:avLst/>
              </a:prstGeom>
            </p:spPr>
          </p:pic>
          <p:sp>
            <p:nvSpPr>
              <p:cNvPr id="192" name="Rectangle 191">
                <a:extLst>
                  <a:ext uri="{FF2B5EF4-FFF2-40B4-BE49-F238E27FC236}">
                    <a16:creationId xmlns:a16="http://schemas.microsoft.com/office/drawing/2014/main" id="{D90EDFA8-6FE9-974E-5DDF-4E9102D5DECF}"/>
                  </a:ext>
                </a:extLst>
              </p:cNvPr>
              <p:cNvSpPr/>
              <p:nvPr/>
            </p:nvSpPr>
            <p:spPr>
              <a:xfrm>
                <a:off x="2631993" y="1000455"/>
                <a:ext cx="169804" cy="169804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C</a:t>
                </a:r>
              </a:p>
            </p:txBody>
          </p:sp>
        </p:grpSp>
        <p:grpSp>
          <p:nvGrpSpPr>
            <p:cNvPr id="193" name="Group 192">
              <a:extLst>
                <a:ext uri="{FF2B5EF4-FFF2-40B4-BE49-F238E27FC236}">
                  <a16:creationId xmlns:a16="http://schemas.microsoft.com/office/drawing/2014/main" id="{7B0930AB-8AA4-A8AE-1EB9-BFB0B399946B}"/>
                </a:ext>
              </a:extLst>
            </p:cNvPr>
            <p:cNvGrpSpPr/>
            <p:nvPr/>
          </p:nvGrpSpPr>
          <p:grpSpPr>
            <a:xfrm>
              <a:off x="3274574" y="770340"/>
              <a:ext cx="612283" cy="855395"/>
              <a:chOff x="2425679" y="690821"/>
              <a:chExt cx="612283" cy="855395"/>
            </a:xfrm>
          </p:grpSpPr>
          <p:pic>
            <p:nvPicPr>
              <p:cNvPr id="194" name="Picture 193">
                <a:extLst>
                  <a:ext uri="{FF2B5EF4-FFF2-40B4-BE49-F238E27FC236}">
                    <a16:creationId xmlns:a16="http://schemas.microsoft.com/office/drawing/2014/main" id="{09DCFD4E-C88D-370A-8E28-06E42B6C5A9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2425679" y="690821"/>
                <a:ext cx="612283" cy="855395"/>
              </a:xfrm>
              <a:prstGeom prst="rect">
                <a:avLst/>
              </a:prstGeom>
            </p:spPr>
          </p:pic>
          <p:sp>
            <p:nvSpPr>
              <p:cNvPr id="201" name="Rectangle 200">
                <a:extLst>
                  <a:ext uri="{FF2B5EF4-FFF2-40B4-BE49-F238E27FC236}">
                    <a16:creationId xmlns:a16="http://schemas.microsoft.com/office/drawing/2014/main" id="{EEB9D27F-A870-006A-EC78-EC4A4C2AAAA3}"/>
                  </a:ext>
                </a:extLst>
              </p:cNvPr>
              <p:cNvSpPr/>
              <p:nvPr/>
            </p:nvSpPr>
            <p:spPr>
              <a:xfrm>
                <a:off x="2631993" y="1000455"/>
                <a:ext cx="169804" cy="169804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D</a:t>
                </a:r>
              </a:p>
            </p:txBody>
          </p:sp>
        </p:grpSp>
      </p:grpSp>
      <p:grpSp>
        <p:nvGrpSpPr>
          <p:cNvPr id="214" name="Group 213">
            <a:extLst>
              <a:ext uri="{FF2B5EF4-FFF2-40B4-BE49-F238E27FC236}">
                <a16:creationId xmlns:a16="http://schemas.microsoft.com/office/drawing/2014/main" id="{1A01E096-FFC5-72BC-C74E-755E3ADEFE6D}"/>
              </a:ext>
            </a:extLst>
          </p:cNvPr>
          <p:cNvGrpSpPr/>
          <p:nvPr/>
        </p:nvGrpSpPr>
        <p:grpSpPr>
          <a:xfrm>
            <a:off x="2963924" y="2367446"/>
            <a:ext cx="716753" cy="326665"/>
            <a:chOff x="2963924" y="2367446"/>
            <a:chExt cx="716753" cy="326665"/>
          </a:xfrm>
        </p:grpSpPr>
        <p:grpSp>
          <p:nvGrpSpPr>
            <p:cNvPr id="210" name="Group 209">
              <a:extLst>
                <a:ext uri="{FF2B5EF4-FFF2-40B4-BE49-F238E27FC236}">
                  <a16:creationId xmlns:a16="http://schemas.microsoft.com/office/drawing/2014/main" id="{BDF831A6-D4F8-1987-A4DE-D34C9485CCE9}"/>
                </a:ext>
              </a:extLst>
            </p:cNvPr>
            <p:cNvGrpSpPr/>
            <p:nvPr/>
          </p:nvGrpSpPr>
          <p:grpSpPr>
            <a:xfrm>
              <a:off x="2963924" y="2367446"/>
              <a:ext cx="534458" cy="127000"/>
              <a:chOff x="2963178" y="2725764"/>
              <a:chExt cx="534458" cy="127000"/>
            </a:xfrm>
          </p:grpSpPr>
          <p:cxnSp>
            <p:nvCxnSpPr>
              <p:cNvPr id="211" name="Straight Connector 210">
                <a:extLst>
                  <a:ext uri="{FF2B5EF4-FFF2-40B4-BE49-F238E27FC236}">
                    <a16:creationId xmlns:a16="http://schemas.microsoft.com/office/drawing/2014/main" id="{FE34B7CC-B8D8-7517-3D0B-A7979B7CE619}"/>
                  </a:ext>
                </a:extLst>
              </p:cNvPr>
              <p:cNvCxnSpPr/>
              <p:nvPr/>
            </p:nvCxnSpPr>
            <p:spPr>
              <a:xfrm flipV="1">
                <a:off x="2963178" y="2789264"/>
                <a:ext cx="400050" cy="1"/>
              </a:xfrm>
              <a:prstGeom prst="line">
                <a:avLst/>
              </a:prstGeom>
              <a:noFill/>
              <a:ln w="19050" cap="flat" cmpd="sng" algn="ctr">
                <a:solidFill>
                  <a:schemeClr val="accent2">
                    <a:lumMod val="75000"/>
                  </a:schemeClr>
                </a:solidFill>
                <a:prstDash val="solid"/>
                <a:miter lim="800000"/>
              </a:ln>
              <a:effectLst/>
            </p:spPr>
          </p:cxnSp>
          <p:sp>
            <p:nvSpPr>
              <p:cNvPr id="212" name="Oval 211">
                <a:extLst>
                  <a:ext uri="{FF2B5EF4-FFF2-40B4-BE49-F238E27FC236}">
                    <a16:creationId xmlns:a16="http://schemas.microsoft.com/office/drawing/2014/main" id="{6CB6BD97-A51C-A82E-46FD-C78B1A4703AE}"/>
                  </a:ext>
                </a:extLst>
              </p:cNvPr>
              <p:cNvSpPr/>
              <p:nvPr/>
            </p:nvSpPr>
            <p:spPr>
              <a:xfrm>
                <a:off x="3370636" y="2725764"/>
                <a:ext cx="127000" cy="127000"/>
              </a:xfrm>
              <a:prstGeom prst="ellipse">
                <a:avLst/>
              </a:prstGeom>
              <a:solidFill>
                <a:sysClr val="window" lastClr="FFFFFF"/>
              </a:solidFill>
              <a:ln w="19050" cap="flat" cmpd="sng" algn="ctr">
                <a:solidFill>
                  <a:schemeClr val="accent2">
                    <a:lumMod val="75000"/>
                  </a:schemeClr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sp>
          <p:nvSpPr>
            <p:cNvPr id="213" name="TextBox 212">
              <a:extLst>
                <a:ext uri="{FF2B5EF4-FFF2-40B4-BE49-F238E27FC236}">
                  <a16:creationId xmlns:a16="http://schemas.microsoft.com/office/drawing/2014/main" id="{7C589EA1-E985-3890-8783-731C3BF441A5}"/>
                </a:ext>
              </a:extLst>
            </p:cNvPr>
            <p:cNvSpPr txBox="1"/>
            <p:nvPr/>
          </p:nvSpPr>
          <p:spPr>
            <a:xfrm>
              <a:off x="3194968" y="2440195"/>
              <a:ext cx="485709" cy="2539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50" b="0" i="0" u="none" strike="noStrike" kern="0" cap="none" spc="0" normalizeH="0" baseline="0" noProof="0" dirty="0">
                  <a:ln>
                    <a:noFill/>
                  </a:ln>
                  <a:solidFill>
                    <a:srgbClr val="E97132">
                      <a:lumMod val="75000"/>
                    </a:srgbClr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https</a:t>
              </a:r>
              <a:endParaRPr kumimoji="0" lang="en-GB" sz="1200" b="0" i="0" u="none" strike="noStrike" kern="0" cap="none" spc="0" normalizeH="0" baseline="0" noProof="0" dirty="0">
                <a:ln>
                  <a:noFill/>
                </a:ln>
                <a:solidFill>
                  <a:srgbClr val="E97132">
                    <a:lumMod val="75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pic>
        <p:nvPicPr>
          <p:cNvPr id="47" name="Picture 46">
            <a:extLst>
              <a:ext uri="{FF2B5EF4-FFF2-40B4-BE49-F238E27FC236}">
                <a16:creationId xmlns:a16="http://schemas.microsoft.com/office/drawing/2014/main" id="{268B72AD-8A7C-C56F-72D2-1C4E1D734A2B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504409" y="107790"/>
            <a:ext cx="444034" cy="620341"/>
          </a:xfrm>
          <a:prstGeom prst="rect">
            <a:avLst/>
          </a:prstGeom>
        </p:spPr>
      </p:pic>
      <p:pic>
        <p:nvPicPr>
          <p:cNvPr id="205" name="Picture 204">
            <a:extLst>
              <a:ext uri="{FF2B5EF4-FFF2-40B4-BE49-F238E27FC236}">
                <a16:creationId xmlns:a16="http://schemas.microsoft.com/office/drawing/2014/main" id="{61C2EEE0-F9AA-140F-4D55-9150EC65C915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122688" y="107539"/>
            <a:ext cx="444034" cy="620341"/>
          </a:xfrm>
          <a:prstGeom prst="rect">
            <a:avLst/>
          </a:prstGeom>
        </p:spPr>
      </p:pic>
      <p:pic>
        <p:nvPicPr>
          <p:cNvPr id="206" name="Picture 205">
            <a:extLst>
              <a:ext uri="{FF2B5EF4-FFF2-40B4-BE49-F238E27FC236}">
                <a16:creationId xmlns:a16="http://schemas.microsoft.com/office/drawing/2014/main" id="{BA0D4047-AE33-1273-FDC6-9180B1610971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738968" y="107539"/>
            <a:ext cx="444034" cy="620341"/>
          </a:xfrm>
          <a:prstGeom prst="rect">
            <a:avLst/>
          </a:prstGeom>
        </p:spPr>
      </p:pic>
      <p:pic>
        <p:nvPicPr>
          <p:cNvPr id="207" name="Picture 206">
            <a:extLst>
              <a:ext uri="{FF2B5EF4-FFF2-40B4-BE49-F238E27FC236}">
                <a16:creationId xmlns:a16="http://schemas.microsoft.com/office/drawing/2014/main" id="{0C3D6109-0CF7-1E2D-0CDD-63968C6C223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353933" y="108876"/>
            <a:ext cx="444034" cy="620341"/>
          </a:xfrm>
          <a:prstGeom prst="rect">
            <a:avLst/>
          </a:prstGeom>
        </p:spPr>
      </p:pic>
      <p:grpSp>
        <p:nvGrpSpPr>
          <p:cNvPr id="228" name="Group 227">
            <a:extLst>
              <a:ext uri="{FF2B5EF4-FFF2-40B4-BE49-F238E27FC236}">
                <a16:creationId xmlns:a16="http://schemas.microsoft.com/office/drawing/2014/main" id="{E728190E-B79E-144A-CA15-C719A782C627}"/>
              </a:ext>
            </a:extLst>
          </p:cNvPr>
          <p:cNvGrpSpPr/>
          <p:nvPr/>
        </p:nvGrpSpPr>
        <p:grpSpPr>
          <a:xfrm>
            <a:off x="2963178" y="2725764"/>
            <a:ext cx="786853" cy="316693"/>
            <a:chOff x="2963178" y="2725764"/>
            <a:chExt cx="786853" cy="316693"/>
          </a:xfrm>
        </p:grpSpPr>
        <p:grpSp>
          <p:nvGrpSpPr>
            <p:cNvPr id="220" name="Group 219">
              <a:extLst>
                <a:ext uri="{FF2B5EF4-FFF2-40B4-BE49-F238E27FC236}">
                  <a16:creationId xmlns:a16="http://schemas.microsoft.com/office/drawing/2014/main" id="{5D6072A7-0257-4D70-A8A9-F5BCD8F9244F}"/>
                </a:ext>
              </a:extLst>
            </p:cNvPr>
            <p:cNvGrpSpPr/>
            <p:nvPr/>
          </p:nvGrpSpPr>
          <p:grpSpPr>
            <a:xfrm>
              <a:off x="2963178" y="2725764"/>
              <a:ext cx="534458" cy="127000"/>
              <a:chOff x="2963178" y="2725764"/>
              <a:chExt cx="534458" cy="127000"/>
            </a:xfrm>
          </p:grpSpPr>
          <p:cxnSp>
            <p:nvCxnSpPr>
              <p:cNvPr id="221" name="Straight Connector 220">
                <a:extLst>
                  <a:ext uri="{FF2B5EF4-FFF2-40B4-BE49-F238E27FC236}">
                    <a16:creationId xmlns:a16="http://schemas.microsoft.com/office/drawing/2014/main" id="{A926334F-1297-2473-2E6D-01EB105ADD9F}"/>
                  </a:ext>
                </a:extLst>
              </p:cNvPr>
              <p:cNvCxnSpPr/>
              <p:nvPr/>
            </p:nvCxnSpPr>
            <p:spPr>
              <a:xfrm flipV="1">
                <a:off x="2963178" y="2789264"/>
                <a:ext cx="400050" cy="1"/>
              </a:xfrm>
              <a:prstGeom prst="line">
                <a:avLst/>
              </a:prstGeom>
              <a:noFill/>
              <a:ln w="19050" cap="flat" cmpd="sng" algn="ctr">
                <a:solidFill>
                  <a:schemeClr val="accent6">
                    <a:lumMod val="75000"/>
                  </a:schemeClr>
                </a:solidFill>
                <a:prstDash val="solid"/>
                <a:miter lim="800000"/>
              </a:ln>
              <a:effectLst/>
            </p:spPr>
          </p:cxnSp>
          <p:sp>
            <p:nvSpPr>
              <p:cNvPr id="226" name="Oval 225">
                <a:extLst>
                  <a:ext uri="{FF2B5EF4-FFF2-40B4-BE49-F238E27FC236}">
                    <a16:creationId xmlns:a16="http://schemas.microsoft.com/office/drawing/2014/main" id="{654A9557-C3FE-D200-5C74-723ECEDCC183}"/>
                  </a:ext>
                </a:extLst>
              </p:cNvPr>
              <p:cNvSpPr/>
              <p:nvPr/>
            </p:nvSpPr>
            <p:spPr>
              <a:xfrm>
                <a:off x="3370636" y="2725764"/>
                <a:ext cx="127000" cy="127000"/>
              </a:xfrm>
              <a:prstGeom prst="ellipse">
                <a:avLst/>
              </a:prstGeom>
              <a:solidFill>
                <a:sysClr val="window" lastClr="FFFFFF"/>
              </a:solidFill>
              <a:ln w="19050" cap="flat" cmpd="sng" algn="ctr">
                <a:solidFill>
                  <a:schemeClr val="accent6">
                    <a:lumMod val="75000"/>
                  </a:schemeClr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sp>
          <p:nvSpPr>
            <p:cNvPr id="227" name="TextBox 226">
              <a:extLst>
                <a:ext uri="{FF2B5EF4-FFF2-40B4-BE49-F238E27FC236}">
                  <a16:creationId xmlns:a16="http://schemas.microsoft.com/office/drawing/2014/main" id="{63725C2D-3F52-1A26-9FF9-E7A426EF0517}"/>
                </a:ext>
              </a:extLst>
            </p:cNvPr>
            <p:cNvSpPr txBox="1"/>
            <p:nvPr/>
          </p:nvSpPr>
          <p:spPr>
            <a:xfrm>
              <a:off x="3118241" y="2788541"/>
              <a:ext cx="631790" cy="2539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50" b="0" i="0" u="none" strike="noStrike" kern="0" cap="none" spc="0" normalizeH="0" baseline="0" noProof="0" dirty="0" err="1">
                  <a:ln>
                    <a:noFill/>
                  </a:ln>
                  <a:solidFill>
                    <a:srgbClr val="4EA72E">
                      <a:lumMod val="75000"/>
                    </a:srgbClr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mqtts</a:t>
              </a:r>
              <a:endParaRPr kumimoji="0" lang="en-GB" sz="1200" b="0" i="0" u="none" strike="noStrike" kern="0" cap="none" spc="0" normalizeH="0" baseline="0" noProof="0" dirty="0">
                <a:ln>
                  <a:noFill/>
                </a:ln>
                <a:solidFill>
                  <a:srgbClr val="4EA72E">
                    <a:lumMod val="75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1891868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entr" presetSubtype="0" fill="hold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250"/>
                            </p:stCondLst>
                            <p:childTnLst>
                              <p:par>
                                <p:cTn id="11" presetID="1" presetClass="entr" presetSubtype="0" fill="hold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1" presetClass="entr" presetSubtype="0" fill="hold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1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750"/>
                            </p:stCondLst>
                            <p:childTnLst>
                              <p:par>
                                <p:cTn id="1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2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D9CB2D-745A-E5D6-92EC-58EBD3E444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9" name="Group 228">
            <a:extLst>
              <a:ext uri="{FF2B5EF4-FFF2-40B4-BE49-F238E27FC236}">
                <a16:creationId xmlns:a16="http://schemas.microsoft.com/office/drawing/2014/main" id="{308B6139-C2AE-DB9F-CD37-A2FB03F89BA4}"/>
              </a:ext>
            </a:extLst>
          </p:cNvPr>
          <p:cNvGrpSpPr/>
          <p:nvPr/>
        </p:nvGrpSpPr>
        <p:grpSpPr>
          <a:xfrm>
            <a:off x="1715333" y="622374"/>
            <a:ext cx="1850457" cy="672547"/>
            <a:chOff x="1715333" y="622374"/>
            <a:chExt cx="1850457" cy="672547"/>
          </a:xfrm>
        </p:grpSpPr>
        <p:cxnSp>
          <p:nvCxnSpPr>
            <p:cNvPr id="215" name="Straight Connector 214">
              <a:extLst>
                <a:ext uri="{FF2B5EF4-FFF2-40B4-BE49-F238E27FC236}">
                  <a16:creationId xmlns:a16="http://schemas.microsoft.com/office/drawing/2014/main" id="{1B712788-A956-B131-C005-7F3F720491AA}"/>
                </a:ext>
              </a:extLst>
            </p:cNvPr>
            <p:cNvCxnSpPr/>
            <p:nvPr/>
          </p:nvCxnSpPr>
          <p:spPr>
            <a:xfrm>
              <a:off x="1715333" y="622374"/>
              <a:ext cx="0" cy="661357"/>
            </a:xfrm>
            <a:prstGeom prst="line">
              <a:avLst/>
            </a:prstGeom>
            <a:ln w="12700">
              <a:solidFill>
                <a:schemeClr val="tx1"/>
              </a:solidFill>
              <a:prstDash val="sysDot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6" name="Straight Connector 215">
              <a:extLst>
                <a:ext uri="{FF2B5EF4-FFF2-40B4-BE49-F238E27FC236}">
                  <a16:creationId xmlns:a16="http://schemas.microsoft.com/office/drawing/2014/main" id="{6115DA5D-3AF2-A92A-C18B-4EEA31391295}"/>
                </a:ext>
              </a:extLst>
            </p:cNvPr>
            <p:cNvCxnSpPr/>
            <p:nvPr/>
          </p:nvCxnSpPr>
          <p:spPr>
            <a:xfrm>
              <a:off x="2341276" y="622375"/>
              <a:ext cx="0" cy="661357"/>
            </a:xfrm>
            <a:prstGeom prst="line">
              <a:avLst/>
            </a:prstGeom>
            <a:ln w="12700">
              <a:solidFill>
                <a:schemeClr val="tx1"/>
              </a:solidFill>
              <a:prstDash val="sysDot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7" name="Straight Connector 216">
              <a:extLst>
                <a:ext uri="{FF2B5EF4-FFF2-40B4-BE49-F238E27FC236}">
                  <a16:creationId xmlns:a16="http://schemas.microsoft.com/office/drawing/2014/main" id="{29713583-9E74-7D99-05B0-B6A8FB3A10AF}"/>
                </a:ext>
              </a:extLst>
            </p:cNvPr>
            <p:cNvCxnSpPr/>
            <p:nvPr/>
          </p:nvCxnSpPr>
          <p:spPr>
            <a:xfrm>
              <a:off x="2956921" y="633564"/>
              <a:ext cx="0" cy="661357"/>
            </a:xfrm>
            <a:prstGeom prst="line">
              <a:avLst/>
            </a:prstGeom>
            <a:ln w="12700">
              <a:solidFill>
                <a:schemeClr val="tx1"/>
              </a:solidFill>
              <a:prstDash val="sysDot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9" name="Straight Connector 218">
              <a:extLst>
                <a:ext uri="{FF2B5EF4-FFF2-40B4-BE49-F238E27FC236}">
                  <a16:creationId xmlns:a16="http://schemas.microsoft.com/office/drawing/2014/main" id="{8ED1DA70-DF28-B2A1-7AE5-DA14321B2055}"/>
                </a:ext>
              </a:extLst>
            </p:cNvPr>
            <p:cNvCxnSpPr/>
            <p:nvPr/>
          </p:nvCxnSpPr>
          <p:spPr>
            <a:xfrm>
              <a:off x="3565790" y="626521"/>
              <a:ext cx="0" cy="661357"/>
            </a:xfrm>
            <a:prstGeom prst="line">
              <a:avLst/>
            </a:prstGeom>
            <a:ln w="12700">
              <a:solidFill>
                <a:schemeClr val="tx1"/>
              </a:solidFill>
              <a:prstDash val="sysDot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222" name="Picture 221">
            <a:extLst>
              <a:ext uri="{FF2B5EF4-FFF2-40B4-BE49-F238E27FC236}">
                <a16:creationId xmlns:a16="http://schemas.microsoft.com/office/drawing/2014/main" id="{26D6C6B9-1885-B37B-DF25-61010B9BCB9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418180"/>
            <a:ext cx="5197907" cy="1439820"/>
          </a:xfrm>
          <a:prstGeom prst="rect">
            <a:avLst/>
          </a:prstGeom>
        </p:spPr>
      </p:pic>
      <p:grpSp>
        <p:nvGrpSpPr>
          <p:cNvPr id="13" name="Group 12">
            <a:extLst>
              <a:ext uri="{FF2B5EF4-FFF2-40B4-BE49-F238E27FC236}">
                <a16:creationId xmlns:a16="http://schemas.microsoft.com/office/drawing/2014/main" id="{C92C86BC-AE3C-5049-ED82-91DDD218C24A}"/>
              </a:ext>
            </a:extLst>
          </p:cNvPr>
          <p:cNvGrpSpPr/>
          <p:nvPr/>
        </p:nvGrpSpPr>
        <p:grpSpPr>
          <a:xfrm>
            <a:off x="2588900" y="323658"/>
            <a:ext cx="8879200" cy="6210684"/>
            <a:chOff x="1942544" y="1301750"/>
            <a:chExt cx="6082512" cy="4254500"/>
          </a:xfrm>
        </p:grpSpPr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A7FF3F3B-F3A5-A23B-8743-70B6C563F53F}"/>
                </a:ext>
              </a:extLst>
            </p:cNvPr>
            <p:cNvGrpSpPr/>
            <p:nvPr/>
          </p:nvGrpSpPr>
          <p:grpSpPr>
            <a:xfrm>
              <a:off x="1942544" y="1301750"/>
              <a:ext cx="6082512" cy="4254500"/>
              <a:chOff x="1942544" y="1301750"/>
              <a:chExt cx="6082512" cy="4254500"/>
            </a:xfrm>
          </p:grpSpPr>
          <p:sp>
            <p:nvSpPr>
              <p:cNvPr id="7" name="Cloud 6">
                <a:extLst>
                  <a:ext uri="{FF2B5EF4-FFF2-40B4-BE49-F238E27FC236}">
                    <a16:creationId xmlns:a16="http://schemas.microsoft.com/office/drawing/2014/main" id="{8BA55237-F45B-5862-BC4B-E73B3433D367}"/>
                  </a:ext>
                </a:extLst>
              </p:cNvPr>
              <p:cNvSpPr/>
              <p:nvPr/>
            </p:nvSpPr>
            <p:spPr>
              <a:xfrm rot="401311">
                <a:off x="1948500" y="1301750"/>
                <a:ext cx="6070600" cy="4254500"/>
              </a:xfrm>
              <a:prstGeom prst="cloud">
                <a:avLst/>
              </a:prstGeom>
              <a:solidFill>
                <a:schemeClr val="bg1"/>
              </a:solidFill>
              <a:ln w="38100">
                <a:solidFill>
                  <a:schemeClr val="bg1">
                    <a:lumMod val="75000"/>
                  </a:schemeClr>
                </a:solidFill>
                <a:prstDash val="sysDash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8" name="Cloud 7">
                <a:extLst>
                  <a:ext uri="{FF2B5EF4-FFF2-40B4-BE49-F238E27FC236}">
                    <a16:creationId xmlns:a16="http://schemas.microsoft.com/office/drawing/2014/main" id="{EFD380DC-D341-4E62-47B6-0628F0FC30B0}"/>
                  </a:ext>
                </a:extLst>
              </p:cNvPr>
              <p:cNvSpPr/>
              <p:nvPr/>
            </p:nvSpPr>
            <p:spPr>
              <a:xfrm rot="401311">
                <a:off x="1942544" y="1382575"/>
                <a:ext cx="6082512" cy="4118248"/>
              </a:xfrm>
              <a:prstGeom prst="cloud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</p:grp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AE31C686-01E0-19A0-349B-49E9FBC2D58F}"/>
                </a:ext>
              </a:extLst>
            </p:cNvPr>
            <p:cNvCxnSpPr>
              <a:cxnSpLocks/>
            </p:cNvCxnSpPr>
            <p:nvPr/>
          </p:nvCxnSpPr>
          <p:spPr>
            <a:xfrm>
              <a:off x="2133600" y="3429000"/>
              <a:ext cx="5867400" cy="0"/>
            </a:xfrm>
            <a:prstGeom prst="line">
              <a:avLst/>
            </a:prstGeom>
            <a:solidFill>
              <a:schemeClr val="bg1"/>
            </a:solidFill>
            <a:ln w="38100">
              <a:solidFill>
                <a:schemeClr val="bg1">
                  <a:lumMod val="75000"/>
                </a:schemeClr>
              </a:solidFill>
              <a:prstDash val="sys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sp>
        <p:nvSpPr>
          <p:cNvPr id="14" name="TextBox 13">
            <a:extLst>
              <a:ext uri="{FF2B5EF4-FFF2-40B4-BE49-F238E27FC236}">
                <a16:creationId xmlns:a16="http://schemas.microsoft.com/office/drawing/2014/main" id="{0CFB60AB-3B28-3574-FA9D-287D2B7EEF93}"/>
              </a:ext>
            </a:extLst>
          </p:cNvPr>
          <p:cNvSpPr txBox="1"/>
          <p:nvPr/>
        </p:nvSpPr>
        <p:spPr>
          <a:xfrm>
            <a:off x="6238875" y="314003"/>
            <a:ext cx="818636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WIS2</a:t>
            </a:r>
          </a:p>
        </p:txBody>
      </p:sp>
      <p:grpSp>
        <p:nvGrpSpPr>
          <p:cNvPr id="225" name="Group 224">
            <a:extLst>
              <a:ext uri="{FF2B5EF4-FFF2-40B4-BE49-F238E27FC236}">
                <a16:creationId xmlns:a16="http://schemas.microsoft.com/office/drawing/2014/main" id="{4D0B64FD-CD4A-9474-F600-862BB8947FA5}"/>
              </a:ext>
            </a:extLst>
          </p:cNvPr>
          <p:cNvGrpSpPr/>
          <p:nvPr/>
        </p:nvGrpSpPr>
        <p:grpSpPr>
          <a:xfrm>
            <a:off x="350689" y="4160355"/>
            <a:ext cx="466050" cy="669682"/>
            <a:chOff x="1159011" y="4934512"/>
            <a:chExt cx="466050" cy="669682"/>
          </a:xfrm>
        </p:grpSpPr>
        <p:sp>
          <p:nvSpPr>
            <p:cNvPr id="224" name="Rectangle: Rounded Corners 223">
              <a:extLst>
                <a:ext uri="{FF2B5EF4-FFF2-40B4-BE49-F238E27FC236}">
                  <a16:creationId xmlns:a16="http://schemas.microsoft.com/office/drawing/2014/main" id="{1A81B9DD-48B3-8668-E1BD-3E668A4D1C97}"/>
                </a:ext>
              </a:extLst>
            </p:cNvPr>
            <p:cNvSpPr/>
            <p:nvPr/>
          </p:nvSpPr>
          <p:spPr>
            <a:xfrm>
              <a:off x="1159011" y="4934512"/>
              <a:ext cx="466050" cy="669682"/>
            </a:xfrm>
            <a:prstGeom prst="roundRect">
              <a:avLst>
                <a:gd name="adj" fmla="val 8535"/>
              </a:avLst>
            </a:prstGeom>
            <a:solidFill>
              <a:schemeClr val="bg1"/>
            </a:solidFill>
            <a:ln w="12700">
              <a:prstDash val="sys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218" name="Rectangle 217">
              <a:extLst>
                <a:ext uri="{FF2B5EF4-FFF2-40B4-BE49-F238E27FC236}">
                  <a16:creationId xmlns:a16="http://schemas.microsoft.com/office/drawing/2014/main" id="{982A2AFA-5050-D62A-4559-D2ABB087828D}"/>
                </a:ext>
              </a:extLst>
            </p:cNvPr>
            <p:cNvSpPr/>
            <p:nvPr/>
          </p:nvSpPr>
          <p:spPr>
            <a:xfrm>
              <a:off x="1307134" y="5356687"/>
              <a:ext cx="169804" cy="169804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A</a:t>
              </a:r>
            </a:p>
          </p:txBody>
        </p:sp>
        <p:pic>
          <p:nvPicPr>
            <p:cNvPr id="223" name="Picture 222" descr="A black and white symbol&#10;&#10;Description automatically generated">
              <a:extLst>
                <a:ext uri="{FF2B5EF4-FFF2-40B4-BE49-F238E27FC236}">
                  <a16:creationId xmlns:a16="http://schemas.microsoft.com/office/drawing/2014/main" id="{85E10011-E69F-4901-80FE-DF62FBD47FF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216187" y="4970684"/>
              <a:ext cx="351698" cy="351696"/>
            </a:xfrm>
            <a:prstGeom prst="rect">
              <a:avLst/>
            </a:prstGeom>
          </p:spPr>
        </p:pic>
      </p:grpSp>
      <p:grpSp>
        <p:nvGrpSpPr>
          <p:cNvPr id="234" name="Group 233">
            <a:extLst>
              <a:ext uri="{FF2B5EF4-FFF2-40B4-BE49-F238E27FC236}">
                <a16:creationId xmlns:a16="http://schemas.microsoft.com/office/drawing/2014/main" id="{D1B78524-281B-F36E-0C95-795865CE0101}"/>
              </a:ext>
            </a:extLst>
          </p:cNvPr>
          <p:cNvGrpSpPr/>
          <p:nvPr/>
        </p:nvGrpSpPr>
        <p:grpSpPr>
          <a:xfrm>
            <a:off x="858066" y="4163562"/>
            <a:ext cx="466050" cy="669682"/>
            <a:chOff x="1159011" y="4934512"/>
            <a:chExt cx="466050" cy="669682"/>
          </a:xfrm>
        </p:grpSpPr>
        <p:sp>
          <p:nvSpPr>
            <p:cNvPr id="235" name="Rectangle: Rounded Corners 234">
              <a:extLst>
                <a:ext uri="{FF2B5EF4-FFF2-40B4-BE49-F238E27FC236}">
                  <a16:creationId xmlns:a16="http://schemas.microsoft.com/office/drawing/2014/main" id="{0DCA81F4-D423-FFEE-9807-155EC10C577F}"/>
                </a:ext>
              </a:extLst>
            </p:cNvPr>
            <p:cNvSpPr/>
            <p:nvPr/>
          </p:nvSpPr>
          <p:spPr>
            <a:xfrm>
              <a:off x="1159011" y="4934512"/>
              <a:ext cx="466050" cy="669682"/>
            </a:xfrm>
            <a:prstGeom prst="roundRect">
              <a:avLst>
                <a:gd name="adj" fmla="val 8535"/>
              </a:avLst>
            </a:prstGeom>
            <a:solidFill>
              <a:schemeClr val="bg1"/>
            </a:solidFill>
            <a:ln w="12700">
              <a:prstDash val="sys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236" name="Rectangle 235">
              <a:extLst>
                <a:ext uri="{FF2B5EF4-FFF2-40B4-BE49-F238E27FC236}">
                  <a16:creationId xmlns:a16="http://schemas.microsoft.com/office/drawing/2014/main" id="{C1A75503-6B5E-0D97-62CF-344DB6CC31AB}"/>
                </a:ext>
              </a:extLst>
            </p:cNvPr>
            <p:cNvSpPr/>
            <p:nvPr/>
          </p:nvSpPr>
          <p:spPr>
            <a:xfrm>
              <a:off x="1307134" y="5356687"/>
              <a:ext cx="169804" cy="169804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B</a:t>
              </a:r>
            </a:p>
          </p:txBody>
        </p:sp>
        <p:pic>
          <p:nvPicPr>
            <p:cNvPr id="237" name="Picture 236" descr="A black and white symbol&#10;&#10;Description automatically generated">
              <a:extLst>
                <a:ext uri="{FF2B5EF4-FFF2-40B4-BE49-F238E27FC236}">
                  <a16:creationId xmlns:a16="http://schemas.microsoft.com/office/drawing/2014/main" id="{70F27E87-9EF2-A11E-872A-061CDF20A0E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216187" y="4970684"/>
              <a:ext cx="351698" cy="351696"/>
            </a:xfrm>
            <a:prstGeom prst="rect">
              <a:avLst/>
            </a:prstGeom>
          </p:spPr>
        </p:pic>
      </p:grpSp>
      <p:grpSp>
        <p:nvGrpSpPr>
          <p:cNvPr id="238" name="Group 237">
            <a:extLst>
              <a:ext uri="{FF2B5EF4-FFF2-40B4-BE49-F238E27FC236}">
                <a16:creationId xmlns:a16="http://schemas.microsoft.com/office/drawing/2014/main" id="{28ED357D-BB2C-9CFC-06FC-236ABBFDA53F}"/>
              </a:ext>
            </a:extLst>
          </p:cNvPr>
          <p:cNvGrpSpPr/>
          <p:nvPr/>
        </p:nvGrpSpPr>
        <p:grpSpPr>
          <a:xfrm>
            <a:off x="856832" y="4869695"/>
            <a:ext cx="466050" cy="669682"/>
            <a:chOff x="1159011" y="4934512"/>
            <a:chExt cx="466050" cy="669682"/>
          </a:xfrm>
        </p:grpSpPr>
        <p:sp>
          <p:nvSpPr>
            <p:cNvPr id="239" name="Rectangle: Rounded Corners 238">
              <a:extLst>
                <a:ext uri="{FF2B5EF4-FFF2-40B4-BE49-F238E27FC236}">
                  <a16:creationId xmlns:a16="http://schemas.microsoft.com/office/drawing/2014/main" id="{C6FB7B4C-C3C4-C7B2-2BF7-1A14B0480D59}"/>
                </a:ext>
              </a:extLst>
            </p:cNvPr>
            <p:cNvSpPr/>
            <p:nvPr/>
          </p:nvSpPr>
          <p:spPr>
            <a:xfrm>
              <a:off x="1159011" y="4934512"/>
              <a:ext cx="466050" cy="669682"/>
            </a:xfrm>
            <a:prstGeom prst="roundRect">
              <a:avLst>
                <a:gd name="adj" fmla="val 8535"/>
              </a:avLst>
            </a:prstGeom>
            <a:solidFill>
              <a:schemeClr val="bg1"/>
            </a:solidFill>
            <a:ln w="12700">
              <a:prstDash val="sys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240" name="Rectangle 239">
              <a:extLst>
                <a:ext uri="{FF2B5EF4-FFF2-40B4-BE49-F238E27FC236}">
                  <a16:creationId xmlns:a16="http://schemas.microsoft.com/office/drawing/2014/main" id="{85589C6B-D63D-D723-AC35-7B2EFD11194F}"/>
                </a:ext>
              </a:extLst>
            </p:cNvPr>
            <p:cNvSpPr/>
            <p:nvPr/>
          </p:nvSpPr>
          <p:spPr>
            <a:xfrm>
              <a:off x="1307134" y="5356687"/>
              <a:ext cx="169804" cy="169804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D</a:t>
              </a:r>
            </a:p>
          </p:txBody>
        </p:sp>
        <p:pic>
          <p:nvPicPr>
            <p:cNvPr id="241" name="Picture 240" descr="A black and white symbol&#10;&#10;Description automatically generated">
              <a:extLst>
                <a:ext uri="{FF2B5EF4-FFF2-40B4-BE49-F238E27FC236}">
                  <a16:creationId xmlns:a16="http://schemas.microsoft.com/office/drawing/2014/main" id="{937CC6AB-8B6E-AE52-68A5-5089D7C94F4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216187" y="4970684"/>
              <a:ext cx="351698" cy="351696"/>
            </a:xfrm>
            <a:prstGeom prst="rect">
              <a:avLst/>
            </a:prstGeom>
          </p:spPr>
        </p:pic>
      </p:grpSp>
      <p:grpSp>
        <p:nvGrpSpPr>
          <p:cNvPr id="242" name="Group 241">
            <a:extLst>
              <a:ext uri="{FF2B5EF4-FFF2-40B4-BE49-F238E27FC236}">
                <a16:creationId xmlns:a16="http://schemas.microsoft.com/office/drawing/2014/main" id="{E73A6FC0-3787-05C6-08F7-95EC34906283}"/>
              </a:ext>
            </a:extLst>
          </p:cNvPr>
          <p:cNvGrpSpPr/>
          <p:nvPr/>
        </p:nvGrpSpPr>
        <p:grpSpPr>
          <a:xfrm>
            <a:off x="349454" y="4869695"/>
            <a:ext cx="466050" cy="669682"/>
            <a:chOff x="1159011" y="4934512"/>
            <a:chExt cx="466050" cy="669682"/>
          </a:xfrm>
        </p:grpSpPr>
        <p:sp>
          <p:nvSpPr>
            <p:cNvPr id="243" name="Rectangle: Rounded Corners 242">
              <a:extLst>
                <a:ext uri="{FF2B5EF4-FFF2-40B4-BE49-F238E27FC236}">
                  <a16:creationId xmlns:a16="http://schemas.microsoft.com/office/drawing/2014/main" id="{8F6F2EB2-2D49-6DD7-4EFB-DA46C3DCC425}"/>
                </a:ext>
              </a:extLst>
            </p:cNvPr>
            <p:cNvSpPr/>
            <p:nvPr/>
          </p:nvSpPr>
          <p:spPr>
            <a:xfrm>
              <a:off x="1159011" y="4934512"/>
              <a:ext cx="466050" cy="669682"/>
            </a:xfrm>
            <a:prstGeom prst="roundRect">
              <a:avLst>
                <a:gd name="adj" fmla="val 8535"/>
              </a:avLst>
            </a:prstGeom>
            <a:solidFill>
              <a:schemeClr val="bg1"/>
            </a:solidFill>
            <a:ln w="12700">
              <a:prstDash val="sys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244" name="Rectangle 243">
              <a:extLst>
                <a:ext uri="{FF2B5EF4-FFF2-40B4-BE49-F238E27FC236}">
                  <a16:creationId xmlns:a16="http://schemas.microsoft.com/office/drawing/2014/main" id="{E6AFA8C1-3EC6-42AD-3838-11EF444F6863}"/>
                </a:ext>
              </a:extLst>
            </p:cNvPr>
            <p:cNvSpPr/>
            <p:nvPr/>
          </p:nvSpPr>
          <p:spPr>
            <a:xfrm>
              <a:off x="1307134" y="5356687"/>
              <a:ext cx="169804" cy="169804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C</a:t>
              </a:r>
            </a:p>
          </p:txBody>
        </p:sp>
        <p:pic>
          <p:nvPicPr>
            <p:cNvPr id="245" name="Picture 244" descr="A black and white symbol&#10;&#10;Description automatically generated">
              <a:extLst>
                <a:ext uri="{FF2B5EF4-FFF2-40B4-BE49-F238E27FC236}">
                  <a16:creationId xmlns:a16="http://schemas.microsoft.com/office/drawing/2014/main" id="{D3DA8611-A14E-73E1-1A82-5B34E401355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216187" y="4970684"/>
              <a:ext cx="351698" cy="351696"/>
            </a:xfrm>
            <a:prstGeom prst="rect">
              <a:avLst/>
            </a:prstGeom>
          </p:spPr>
        </p:pic>
      </p:grpSp>
      <p:grpSp>
        <p:nvGrpSpPr>
          <p:cNvPr id="249" name="Group 248">
            <a:extLst>
              <a:ext uri="{FF2B5EF4-FFF2-40B4-BE49-F238E27FC236}">
                <a16:creationId xmlns:a16="http://schemas.microsoft.com/office/drawing/2014/main" id="{0963C113-3929-4C53-9887-9B00F8BAB93B}"/>
              </a:ext>
            </a:extLst>
          </p:cNvPr>
          <p:cNvGrpSpPr/>
          <p:nvPr/>
        </p:nvGrpSpPr>
        <p:grpSpPr>
          <a:xfrm>
            <a:off x="1633202" y="1621248"/>
            <a:ext cx="1960897" cy="3158269"/>
            <a:chOff x="1633202" y="1621248"/>
            <a:chExt cx="1960897" cy="3158269"/>
          </a:xfrm>
        </p:grpSpPr>
        <p:sp>
          <p:nvSpPr>
            <p:cNvPr id="247" name="Rectangle: Rounded Corners 246">
              <a:extLst>
                <a:ext uri="{FF2B5EF4-FFF2-40B4-BE49-F238E27FC236}">
                  <a16:creationId xmlns:a16="http://schemas.microsoft.com/office/drawing/2014/main" id="{578F2558-38A7-A666-4FBC-E70BE37521BF}"/>
                </a:ext>
              </a:extLst>
            </p:cNvPr>
            <p:cNvSpPr/>
            <p:nvPr/>
          </p:nvSpPr>
          <p:spPr>
            <a:xfrm>
              <a:off x="1633202" y="1858519"/>
              <a:ext cx="1960897" cy="2920998"/>
            </a:xfrm>
            <a:prstGeom prst="roundRect">
              <a:avLst>
                <a:gd name="adj" fmla="val 3624"/>
              </a:avLst>
            </a:prstGeom>
            <a:solidFill>
              <a:schemeClr val="bg1">
                <a:lumMod val="95000"/>
                <a:alpha val="50196"/>
              </a:schemeClr>
            </a:solidFill>
            <a:ln w="12700">
              <a:solidFill>
                <a:schemeClr val="tx1">
                  <a:lumMod val="50000"/>
                  <a:lumOff val="50000"/>
                </a:schemeClr>
              </a:solidFill>
              <a:prstDash val="sysDot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248" name="TextBox 247">
              <a:extLst>
                <a:ext uri="{FF2B5EF4-FFF2-40B4-BE49-F238E27FC236}">
                  <a16:creationId xmlns:a16="http://schemas.microsoft.com/office/drawing/2014/main" id="{C7A509A9-B284-5A68-CDDE-51B8F2714987}"/>
                </a:ext>
              </a:extLst>
            </p:cNvPr>
            <p:cNvSpPr txBox="1"/>
            <p:nvPr/>
          </p:nvSpPr>
          <p:spPr>
            <a:xfrm>
              <a:off x="2059127" y="1621248"/>
              <a:ext cx="1179193" cy="2539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5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WIS Centre</a:t>
              </a:r>
              <a:endParaRPr kumimoji="0" lang="en-GB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246" name="Group 245">
            <a:extLst>
              <a:ext uri="{FF2B5EF4-FFF2-40B4-BE49-F238E27FC236}">
                <a16:creationId xmlns:a16="http://schemas.microsoft.com/office/drawing/2014/main" id="{19FC81BE-14F9-0908-9B72-453DF440089D}"/>
              </a:ext>
            </a:extLst>
          </p:cNvPr>
          <p:cNvGrpSpPr/>
          <p:nvPr/>
        </p:nvGrpSpPr>
        <p:grpSpPr>
          <a:xfrm>
            <a:off x="238558" y="2004858"/>
            <a:ext cx="2724621" cy="2574854"/>
            <a:chOff x="238558" y="2004858"/>
            <a:chExt cx="2724621" cy="2574854"/>
          </a:xfrm>
        </p:grpSpPr>
        <p:pic>
          <p:nvPicPr>
            <p:cNvPr id="52" name="Picture 51">
              <a:extLst>
                <a:ext uri="{FF2B5EF4-FFF2-40B4-BE49-F238E27FC236}">
                  <a16:creationId xmlns:a16="http://schemas.microsoft.com/office/drawing/2014/main" id="{A716CABA-86C9-05F0-F0DE-2D272C5C070F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256121" y="3053461"/>
              <a:ext cx="1338982" cy="751078"/>
            </a:xfrm>
            <a:prstGeom prst="rect">
              <a:avLst/>
            </a:prstGeom>
          </p:spPr>
        </p:pic>
        <p:grpSp>
          <p:nvGrpSpPr>
            <p:cNvPr id="53" name="Group 52">
              <a:extLst>
                <a:ext uri="{FF2B5EF4-FFF2-40B4-BE49-F238E27FC236}">
                  <a16:creationId xmlns:a16="http://schemas.microsoft.com/office/drawing/2014/main" id="{2F41FAAA-561D-5569-F747-4F97BAD947AF}"/>
                </a:ext>
              </a:extLst>
            </p:cNvPr>
            <p:cNvGrpSpPr/>
            <p:nvPr/>
          </p:nvGrpSpPr>
          <p:grpSpPr>
            <a:xfrm>
              <a:off x="2334271" y="2004858"/>
              <a:ext cx="628907" cy="910662"/>
              <a:chOff x="6648193" y="889820"/>
              <a:chExt cx="628907" cy="910662"/>
            </a:xfrm>
          </p:grpSpPr>
          <p:sp>
            <p:nvSpPr>
              <p:cNvPr id="54" name="Rectangle: Rounded Corners 53">
                <a:extLst>
                  <a:ext uri="{FF2B5EF4-FFF2-40B4-BE49-F238E27FC236}">
                    <a16:creationId xmlns:a16="http://schemas.microsoft.com/office/drawing/2014/main" id="{CAC23B8B-6449-97A6-C7BD-87E0B653B61E}"/>
                  </a:ext>
                </a:extLst>
              </p:cNvPr>
              <p:cNvSpPr/>
              <p:nvPr/>
            </p:nvSpPr>
            <p:spPr>
              <a:xfrm>
                <a:off x="6648193" y="1171575"/>
                <a:ext cx="628907" cy="628907"/>
              </a:xfrm>
              <a:prstGeom prst="roundRect">
                <a:avLst>
                  <a:gd name="adj" fmla="val 8678"/>
                </a:avLst>
              </a:prstGeom>
              <a:solidFill>
                <a:schemeClr val="bg1"/>
              </a:solidFill>
              <a:ln w="28575">
                <a:solidFill>
                  <a:srgbClr val="3963DA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3963DA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3963DA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WIS2 Node</a:t>
                </a:r>
              </a:p>
            </p:txBody>
          </p:sp>
          <p:pic>
            <p:nvPicPr>
              <p:cNvPr id="55" name="Picture 54">
                <a:extLst>
                  <a:ext uri="{FF2B5EF4-FFF2-40B4-BE49-F238E27FC236}">
                    <a16:creationId xmlns:a16="http://schemas.microsoft.com/office/drawing/2014/main" id="{A168DAEC-14AF-84EE-6517-D48838C42AB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6701185" y="889820"/>
                <a:ext cx="522922" cy="532516"/>
              </a:xfrm>
              <a:prstGeom prst="rect">
                <a:avLst/>
              </a:prstGeom>
            </p:spPr>
          </p:pic>
        </p:grpSp>
        <p:sp>
          <p:nvSpPr>
            <p:cNvPr id="56" name="Rectangle: Rounded Corners 55">
              <a:extLst>
                <a:ext uri="{FF2B5EF4-FFF2-40B4-BE49-F238E27FC236}">
                  <a16:creationId xmlns:a16="http://schemas.microsoft.com/office/drawing/2014/main" id="{223880EE-7FD7-9E43-BF34-8DDF7F424B23}"/>
                </a:ext>
              </a:extLst>
            </p:cNvPr>
            <p:cNvSpPr/>
            <p:nvPr/>
          </p:nvSpPr>
          <p:spPr>
            <a:xfrm>
              <a:off x="2334272" y="3950805"/>
              <a:ext cx="628907" cy="628907"/>
            </a:xfrm>
            <a:prstGeom prst="roundRect">
              <a:avLst>
                <a:gd name="adj" fmla="val 8678"/>
              </a:avLst>
            </a:pr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MSS</a:t>
              </a:r>
            </a:p>
          </p:txBody>
        </p:sp>
        <p:cxnSp>
          <p:nvCxnSpPr>
            <p:cNvPr id="58" name="Straight Arrow Connector 57">
              <a:extLst>
                <a:ext uri="{FF2B5EF4-FFF2-40B4-BE49-F238E27FC236}">
                  <a16:creationId xmlns:a16="http://schemas.microsoft.com/office/drawing/2014/main" id="{FBBF64DA-71FC-FA52-89F7-69E489F1DF4C}"/>
                </a:ext>
              </a:extLst>
            </p:cNvPr>
            <p:cNvCxnSpPr/>
            <p:nvPr/>
          </p:nvCxnSpPr>
          <p:spPr>
            <a:xfrm flipV="1">
              <a:off x="1476375" y="2733675"/>
              <a:ext cx="751592" cy="419100"/>
            </a:xfrm>
            <a:prstGeom prst="straightConnector1">
              <a:avLst/>
            </a:prstGeom>
            <a:ln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Straight Arrow Connector 60">
              <a:extLst>
                <a:ext uri="{FF2B5EF4-FFF2-40B4-BE49-F238E27FC236}">
                  <a16:creationId xmlns:a16="http://schemas.microsoft.com/office/drawing/2014/main" id="{03088FC2-92BE-C995-95E0-19D1FC474A91}"/>
                </a:ext>
              </a:extLst>
            </p:cNvPr>
            <p:cNvCxnSpPr>
              <a:cxnSpLocks/>
            </p:cNvCxnSpPr>
            <p:nvPr/>
          </p:nvCxnSpPr>
          <p:spPr>
            <a:xfrm>
              <a:off x="1476375" y="3741255"/>
              <a:ext cx="751592" cy="419100"/>
            </a:xfrm>
            <a:prstGeom prst="straightConnector1">
              <a:avLst/>
            </a:prstGeom>
            <a:ln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62" name="TextBox 61">
              <a:extLst>
                <a:ext uri="{FF2B5EF4-FFF2-40B4-BE49-F238E27FC236}">
                  <a16:creationId xmlns:a16="http://schemas.microsoft.com/office/drawing/2014/main" id="{1217CC2F-21D1-4229-5332-49791DE4B981}"/>
                </a:ext>
              </a:extLst>
            </p:cNvPr>
            <p:cNvSpPr txBox="1"/>
            <p:nvPr/>
          </p:nvSpPr>
          <p:spPr>
            <a:xfrm>
              <a:off x="238558" y="3676872"/>
              <a:ext cx="1179193" cy="43858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5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data management system</a:t>
              </a: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</a:t>
              </a:r>
            </a:p>
          </p:txBody>
        </p:sp>
      </p:grpSp>
      <p:sp>
        <p:nvSpPr>
          <p:cNvPr id="250" name="TextBox 249">
            <a:extLst>
              <a:ext uri="{FF2B5EF4-FFF2-40B4-BE49-F238E27FC236}">
                <a16:creationId xmlns:a16="http://schemas.microsoft.com/office/drawing/2014/main" id="{3F32AD27-2C9F-290B-2A1C-BB37C38ED6A4}"/>
              </a:ext>
            </a:extLst>
          </p:cNvPr>
          <p:cNvSpPr txBox="1"/>
          <p:nvPr/>
        </p:nvSpPr>
        <p:spPr>
          <a:xfrm>
            <a:off x="6619182" y="6359331"/>
            <a:ext cx="818636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GTS</a:t>
            </a:r>
          </a:p>
        </p:txBody>
      </p:sp>
      <p:sp>
        <p:nvSpPr>
          <p:cNvPr id="251" name="TextBox 250">
            <a:extLst>
              <a:ext uri="{FF2B5EF4-FFF2-40B4-BE49-F238E27FC236}">
                <a16:creationId xmlns:a16="http://schemas.microsoft.com/office/drawing/2014/main" id="{E5450D9C-6485-55C2-D10A-3EEDCEF299EB}"/>
              </a:ext>
            </a:extLst>
          </p:cNvPr>
          <p:cNvSpPr txBox="1"/>
          <p:nvPr/>
        </p:nvSpPr>
        <p:spPr>
          <a:xfrm>
            <a:off x="1558820" y="5324359"/>
            <a:ext cx="4111696" cy="1200329"/>
          </a:xfrm>
          <a:prstGeom prst="rect">
            <a:avLst/>
          </a:prstGeom>
          <a:solidFill>
            <a:srgbClr val="FFFFFF">
              <a:alpha val="69804"/>
            </a:srgbClr>
          </a:solidFill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WIS2 distribution example</a:t>
            </a: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Because these data-objects relate to reports distributed on GTS extra information is needed in the WNM …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A3A3ED8-2D3E-4F4F-D22B-A6307D7C909D}"/>
              </a:ext>
            </a:extLst>
          </p:cNvPr>
          <p:cNvSpPr txBox="1"/>
          <p:nvPr/>
        </p:nvSpPr>
        <p:spPr>
          <a:xfrm>
            <a:off x="2074853" y="3688682"/>
            <a:ext cx="117919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CCCC = </a:t>
            </a:r>
            <a:r>
              <a:rPr kumimoji="0" lang="en-GB" sz="12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TEST</a:t>
            </a:r>
            <a:endParaRPr kumimoji="0" lang="en-GB" sz="16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+mn-cs"/>
            </a:endParaRPr>
          </a:p>
        </p:txBody>
      </p:sp>
      <p:grpSp>
        <p:nvGrpSpPr>
          <p:cNvPr id="203" name="Group 202">
            <a:extLst>
              <a:ext uri="{FF2B5EF4-FFF2-40B4-BE49-F238E27FC236}">
                <a16:creationId xmlns:a16="http://schemas.microsoft.com/office/drawing/2014/main" id="{05F34C66-D175-BC11-2EDF-52C1124A2C85}"/>
              </a:ext>
            </a:extLst>
          </p:cNvPr>
          <p:cNvGrpSpPr/>
          <p:nvPr/>
        </p:nvGrpSpPr>
        <p:grpSpPr>
          <a:xfrm>
            <a:off x="3037962" y="3577971"/>
            <a:ext cx="8224599" cy="2603109"/>
            <a:chOff x="3037962" y="3577971"/>
            <a:chExt cx="8224599" cy="2603109"/>
          </a:xfrm>
        </p:grpSpPr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06469674-5CDF-DB70-60C2-5263DC54489F}"/>
                </a:ext>
              </a:extLst>
            </p:cNvPr>
            <p:cNvGrpSpPr/>
            <p:nvPr/>
          </p:nvGrpSpPr>
          <p:grpSpPr>
            <a:xfrm>
              <a:off x="4281843" y="4427055"/>
              <a:ext cx="628907" cy="628907"/>
              <a:chOff x="2867802" y="3950805"/>
              <a:chExt cx="628907" cy="628907"/>
            </a:xfrm>
          </p:grpSpPr>
          <p:sp>
            <p:nvSpPr>
              <p:cNvPr id="4" name="Oval 3">
                <a:extLst>
                  <a:ext uri="{FF2B5EF4-FFF2-40B4-BE49-F238E27FC236}">
                    <a16:creationId xmlns:a16="http://schemas.microsoft.com/office/drawing/2014/main" id="{03C5AE89-5FCF-A404-11C5-871C3F449BD8}"/>
                  </a:ext>
                </a:extLst>
              </p:cNvPr>
              <p:cNvSpPr/>
              <p:nvPr/>
            </p:nvSpPr>
            <p:spPr>
              <a:xfrm>
                <a:off x="2867802" y="3950805"/>
                <a:ext cx="628907" cy="628907"/>
              </a:xfrm>
              <a:prstGeom prst="ellipse">
                <a:avLst/>
              </a:prstGeom>
              <a:solidFill>
                <a:schemeClr val="bg1"/>
              </a:solidFill>
              <a:ln w="28575"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33275887-B30A-D6F1-E7D9-178DA5B7F819}"/>
                  </a:ext>
                </a:extLst>
              </p:cNvPr>
              <p:cNvSpPr txBox="1"/>
              <p:nvPr/>
            </p:nvSpPr>
            <p:spPr>
              <a:xfrm>
                <a:off x="2949594" y="4126758"/>
                <a:ext cx="465322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2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white">
                        <a:lumMod val="75000"/>
                      </a:prstClr>
                    </a:solidFill>
                    <a:effectLst/>
                    <a:uLnTx/>
                    <a:uFillTx/>
                    <a:latin typeface="Aptos" panose="020B0004020202020204" pitchFamily="34" charset="0"/>
                    <a:ea typeface="+mn-ea"/>
                    <a:cs typeface="Arial" panose="020B0604020202020204" pitchFamily="34" charset="0"/>
                  </a:rPr>
                  <a:t>RTH</a:t>
                </a:r>
              </a:p>
            </p:txBody>
          </p:sp>
        </p:grpSp>
        <p:cxnSp>
          <p:nvCxnSpPr>
            <p:cNvPr id="6" name="Straight Arrow Connector 5">
              <a:extLst>
                <a:ext uri="{FF2B5EF4-FFF2-40B4-BE49-F238E27FC236}">
                  <a16:creationId xmlns:a16="http://schemas.microsoft.com/office/drawing/2014/main" id="{06C34AC3-A3B1-BDF0-8666-D3ED74F826FE}"/>
                </a:ext>
              </a:extLst>
            </p:cNvPr>
            <p:cNvCxnSpPr>
              <a:cxnSpLocks/>
            </p:cNvCxnSpPr>
            <p:nvPr/>
          </p:nvCxnSpPr>
          <p:spPr>
            <a:xfrm>
              <a:off x="3037962" y="4315266"/>
              <a:ext cx="1175587" cy="306792"/>
            </a:xfrm>
            <a:prstGeom prst="straightConnector1">
              <a:avLst/>
            </a:prstGeom>
            <a:ln>
              <a:solidFill>
                <a:schemeClr val="bg1">
                  <a:lumMod val="85000"/>
                </a:schemeClr>
              </a:solidFill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B6E5C0ED-CBD1-FA4B-92A6-6B98271EDF84}"/>
                </a:ext>
              </a:extLst>
            </p:cNvPr>
            <p:cNvGrpSpPr/>
            <p:nvPr/>
          </p:nvGrpSpPr>
          <p:grpSpPr>
            <a:xfrm>
              <a:off x="6188224" y="3577971"/>
              <a:ext cx="628907" cy="628907"/>
              <a:chOff x="2867802" y="3950805"/>
              <a:chExt cx="628907" cy="628907"/>
            </a:xfrm>
          </p:grpSpPr>
          <p:sp>
            <p:nvSpPr>
              <p:cNvPr id="12" name="Oval 11">
                <a:extLst>
                  <a:ext uri="{FF2B5EF4-FFF2-40B4-BE49-F238E27FC236}">
                    <a16:creationId xmlns:a16="http://schemas.microsoft.com/office/drawing/2014/main" id="{772C820D-5927-6413-DE5A-5B570516E271}"/>
                  </a:ext>
                </a:extLst>
              </p:cNvPr>
              <p:cNvSpPr/>
              <p:nvPr/>
            </p:nvSpPr>
            <p:spPr>
              <a:xfrm>
                <a:off x="2867802" y="3950805"/>
                <a:ext cx="628907" cy="628907"/>
              </a:xfrm>
              <a:prstGeom prst="ellipse">
                <a:avLst/>
              </a:prstGeom>
              <a:solidFill>
                <a:schemeClr val="bg1"/>
              </a:solidFill>
              <a:ln w="28575"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E44FFA38-3DE9-1003-AD24-FF3EF2C74EFF}"/>
                  </a:ext>
                </a:extLst>
              </p:cNvPr>
              <p:cNvSpPr txBox="1"/>
              <p:nvPr/>
            </p:nvSpPr>
            <p:spPr>
              <a:xfrm>
                <a:off x="2949594" y="4068702"/>
                <a:ext cx="465322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2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white">
                        <a:lumMod val="75000"/>
                      </a:prstClr>
                    </a:solidFill>
                    <a:effectLst/>
                    <a:uLnTx/>
                    <a:uFillTx/>
                    <a:latin typeface="Aptos" panose="020B0004020202020204" pitchFamily="34" charset="0"/>
                    <a:ea typeface="+mn-ea"/>
                    <a:cs typeface="Arial" panose="020B0604020202020204" pitchFamily="34" charset="0"/>
                  </a:rPr>
                  <a:t>RTH</a:t>
                </a:r>
              </a:p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8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white">
                        <a:lumMod val="75000"/>
                      </a:prstClr>
                    </a:solidFill>
                    <a:effectLst/>
                    <a:uLnTx/>
                    <a:uFillTx/>
                    <a:latin typeface="Aptos" panose="020B0004020202020204" pitchFamily="34" charset="0"/>
                    <a:ea typeface="+mn-ea"/>
                    <a:cs typeface="Arial" panose="020B0604020202020204" pitchFamily="34" charset="0"/>
                  </a:rPr>
                  <a:t>Exeter</a:t>
                </a:r>
              </a:p>
            </p:txBody>
          </p:sp>
        </p:grp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0F1599EE-3A91-8079-A211-05494B2AD1D0}"/>
                </a:ext>
              </a:extLst>
            </p:cNvPr>
            <p:cNvGrpSpPr/>
            <p:nvPr/>
          </p:nvGrpSpPr>
          <p:grpSpPr>
            <a:xfrm>
              <a:off x="9293175" y="3577971"/>
              <a:ext cx="628907" cy="628907"/>
              <a:chOff x="2867802" y="3950805"/>
              <a:chExt cx="628907" cy="628907"/>
            </a:xfrm>
          </p:grpSpPr>
          <p:sp>
            <p:nvSpPr>
              <p:cNvPr id="23" name="Oval 22">
                <a:extLst>
                  <a:ext uri="{FF2B5EF4-FFF2-40B4-BE49-F238E27FC236}">
                    <a16:creationId xmlns:a16="http://schemas.microsoft.com/office/drawing/2014/main" id="{BD9F801B-726B-70C2-5EB9-DB07BC94062D}"/>
                  </a:ext>
                </a:extLst>
              </p:cNvPr>
              <p:cNvSpPr/>
              <p:nvPr/>
            </p:nvSpPr>
            <p:spPr>
              <a:xfrm>
                <a:off x="2867802" y="3950805"/>
                <a:ext cx="628907" cy="628907"/>
              </a:xfrm>
              <a:prstGeom prst="ellipse">
                <a:avLst/>
              </a:prstGeom>
              <a:solidFill>
                <a:schemeClr val="bg1"/>
              </a:solidFill>
              <a:ln w="28575"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6593C0F2-3971-DB4E-CF94-476ACB917313}"/>
                  </a:ext>
                </a:extLst>
              </p:cNvPr>
              <p:cNvSpPr txBox="1"/>
              <p:nvPr/>
            </p:nvSpPr>
            <p:spPr>
              <a:xfrm>
                <a:off x="2932200" y="4068702"/>
                <a:ext cx="500110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2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white">
                        <a:lumMod val="75000"/>
                      </a:prstClr>
                    </a:solidFill>
                    <a:effectLst/>
                    <a:uLnTx/>
                    <a:uFillTx/>
                    <a:latin typeface="Aptos" panose="020B0004020202020204" pitchFamily="34" charset="0"/>
                    <a:ea typeface="+mn-ea"/>
                    <a:cs typeface="Arial" panose="020B0604020202020204" pitchFamily="34" charset="0"/>
                  </a:rPr>
                  <a:t>RTH</a:t>
                </a:r>
              </a:p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8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white">
                        <a:lumMod val="75000"/>
                      </a:prstClr>
                    </a:solidFill>
                    <a:effectLst/>
                    <a:uLnTx/>
                    <a:uFillTx/>
                    <a:latin typeface="Aptos" panose="020B0004020202020204" pitchFamily="34" charset="0"/>
                    <a:ea typeface="+mn-ea"/>
                    <a:cs typeface="Arial" panose="020B0604020202020204" pitchFamily="34" charset="0"/>
                  </a:rPr>
                  <a:t>Beijing</a:t>
                </a:r>
                <a:endParaRPr kumimoji="0" lang="en-GB" sz="700" b="0" i="0" u="none" strike="noStrike" kern="0" cap="none" spc="0" normalizeH="0" baseline="0" noProof="0" dirty="0">
                  <a:ln>
                    <a:noFill/>
                  </a:ln>
                  <a:solidFill>
                    <a:prstClr val="white">
                      <a:lumMod val="75000"/>
                    </a:prstClr>
                  </a:solidFill>
                  <a:effectLst/>
                  <a:uLnTx/>
                  <a:uFillTx/>
                  <a:latin typeface="Aptos" panose="020B0004020202020204" pitchFamily="34" charset="0"/>
                  <a:ea typeface="+mn-ea"/>
                  <a:cs typeface="Arial" panose="020B0604020202020204" pitchFamily="34" charset="0"/>
                </a:endParaRPr>
              </a:p>
            </p:txBody>
          </p:sp>
        </p:grpSp>
        <p:grpSp>
          <p:nvGrpSpPr>
            <p:cNvPr id="26" name="Group 25">
              <a:extLst>
                <a:ext uri="{FF2B5EF4-FFF2-40B4-BE49-F238E27FC236}">
                  <a16:creationId xmlns:a16="http://schemas.microsoft.com/office/drawing/2014/main" id="{31E4D48F-A898-AF54-FC6D-18104C2D9ED2}"/>
                </a:ext>
              </a:extLst>
            </p:cNvPr>
            <p:cNvGrpSpPr/>
            <p:nvPr/>
          </p:nvGrpSpPr>
          <p:grpSpPr>
            <a:xfrm>
              <a:off x="6521485" y="5413675"/>
              <a:ext cx="628907" cy="628907"/>
              <a:chOff x="2867802" y="3950805"/>
              <a:chExt cx="628907" cy="628907"/>
            </a:xfrm>
          </p:grpSpPr>
          <p:sp>
            <p:nvSpPr>
              <p:cNvPr id="27" name="Oval 26">
                <a:extLst>
                  <a:ext uri="{FF2B5EF4-FFF2-40B4-BE49-F238E27FC236}">
                    <a16:creationId xmlns:a16="http://schemas.microsoft.com/office/drawing/2014/main" id="{4093EA41-7395-93B6-BDFD-41923BA285E5}"/>
                  </a:ext>
                </a:extLst>
              </p:cNvPr>
              <p:cNvSpPr/>
              <p:nvPr/>
            </p:nvSpPr>
            <p:spPr>
              <a:xfrm>
                <a:off x="2867802" y="3950805"/>
                <a:ext cx="628907" cy="628907"/>
              </a:xfrm>
              <a:prstGeom prst="ellipse">
                <a:avLst/>
              </a:prstGeom>
              <a:solidFill>
                <a:schemeClr val="bg1"/>
              </a:solidFill>
              <a:ln w="28575"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>
                      <a:lumMod val="65000"/>
                    </a:prstClr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F87B2E94-02DA-E210-AAC6-7386ED09E3D7}"/>
                  </a:ext>
                </a:extLst>
              </p:cNvPr>
              <p:cNvSpPr txBox="1"/>
              <p:nvPr/>
            </p:nvSpPr>
            <p:spPr>
              <a:xfrm>
                <a:off x="2949594" y="4126758"/>
                <a:ext cx="465322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2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white">
                        <a:lumMod val="75000"/>
                      </a:prstClr>
                    </a:solidFill>
                    <a:effectLst/>
                    <a:uLnTx/>
                    <a:uFillTx/>
                    <a:latin typeface="Aptos" panose="020B0004020202020204" pitchFamily="34" charset="0"/>
                    <a:ea typeface="+mn-ea"/>
                    <a:cs typeface="Arial" panose="020B0604020202020204" pitchFamily="34" charset="0"/>
                  </a:rPr>
                  <a:t>RTH</a:t>
                </a:r>
              </a:p>
            </p:txBody>
          </p:sp>
        </p:grpSp>
        <p:grpSp>
          <p:nvGrpSpPr>
            <p:cNvPr id="29" name="Group 28">
              <a:extLst>
                <a:ext uri="{FF2B5EF4-FFF2-40B4-BE49-F238E27FC236}">
                  <a16:creationId xmlns:a16="http://schemas.microsoft.com/office/drawing/2014/main" id="{ADAFA6C6-5253-913D-6071-6A75278E8759}"/>
                </a:ext>
              </a:extLst>
            </p:cNvPr>
            <p:cNvGrpSpPr/>
            <p:nvPr/>
          </p:nvGrpSpPr>
          <p:grpSpPr>
            <a:xfrm>
              <a:off x="8862418" y="5165872"/>
              <a:ext cx="628907" cy="628907"/>
              <a:chOff x="2867802" y="3950805"/>
              <a:chExt cx="628907" cy="628907"/>
            </a:xfrm>
          </p:grpSpPr>
          <p:sp>
            <p:nvSpPr>
              <p:cNvPr id="30" name="Oval 29">
                <a:extLst>
                  <a:ext uri="{FF2B5EF4-FFF2-40B4-BE49-F238E27FC236}">
                    <a16:creationId xmlns:a16="http://schemas.microsoft.com/office/drawing/2014/main" id="{903C0B31-EB4F-77E7-6595-91E368A51971}"/>
                  </a:ext>
                </a:extLst>
              </p:cNvPr>
              <p:cNvSpPr/>
              <p:nvPr/>
            </p:nvSpPr>
            <p:spPr>
              <a:xfrm>
                <a:off x="2867802" y="3950805"/>
                <a:ext cx="628907" cy="628907"/>
              </a:xfrm>
              <a:prstGeom prst="ellipse">
                <a:avLst/>
              </a:prstGeom>
              <a:solidFill>
                <a:schemeClr val="bg1"/>
              </a:solidFill>
              <a:ln w="28575"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>
                      <a:lumMod val="65000"/>
                    </a:prstClr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2CA5F000-C4CB-19F4-9A9F-A9CBC9A17AD7}"/>
                  </a:ext>
                </a:extLst>
              </p:cNvPr>
              <p:cNvSpPr txBox="1"/>
              <p:nvPr/>
            </p:nvSpPr>
            <p:spPr>
              <a:xfrm>
                <a:off x="2949594" y="4126758"/>
                <a:ext cx="465322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2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white">
                        <a:lumMod val="75000"/>
                      </a:prstClr>
                    </a:solidFill>
                    <a:effectLst/>
                    <a:uLnTx/>
                    <a:uFillTx/>
                    <a:latin typeface="Aptos" panose="020B0004020202020204" pitchFamily="34" charset="0"/>
                    <a:ea typeface="+mn-ea"/>
                    <a:cs typeface="Arial" panose="020B0604020202020204" pitchFamily="34" charset="0"/>
                  </a:rPr>
                  <a:t>RTH</a:t>
                </a:r>
              </a:p>
            </p:txBody>
          </p:sp>
        </p:grpSp>
        <p:grpSp>
          <p:nvGrpSpPr>
            <p:cNvPr id="32" name="Group 31">
              <a:extLst>
                <a:ext uri="{FF2B5EF4-FFF2-40B4-BE49-F238E27FC236}">
                  <a16:creationId xmlns:a16="http://schemas.microsoft.com/office/drawing/2014/main" id="{9823D548-A1AA-2DAD-31C2-5460ACB45981}"/>
                </a:ext>
              </a:extLst>
            </p:cNvPr>
            <p:cNvGrpSpPr/>
            <p:nvPr/>
          </p:nvGrpSpPr>
          <p:grpSpPr>
            <a:xfrm>
              <a:off x="7543240" y="4536965"/>
              <a:ext cx="628907" cy="628907"/>
              <a:chOff x="2867802" y="3950805"/>
              <a:chExt cx="628907" cy="628907"/>
            </a:xfrm>
          </p:grpSpPr>
          <p:sp>
            <p:nvSpPr>
              <p:cNvPr id="33" name="Oval 32">
                <a:extLst>
                  <a:ext uri="{FF2B5EF4-FFF2-40B4-BE49-F238E27FC236}">
                    <a16:creationId xmlns:a16="http://schemas.microsoft.com/office/drawing/2014/main" id="{2272D9BC-D2B2-AEAD-C675-708306A7ADEE}"/>
                  </a:ext>
                </a:extLst>
              </p:cNvPr>
              <p:cNvSpPr/>
              <p:nvPr/>
            </p:nvSpPr>
            <p:spPr>
              <a:xfrm>
                <a:off x="2867802" y="3950805"/>
                <a:ext cx="628907" cy="628907"/>
              </a:xfrm>
              <a:prstGeom prst="ellipse">
                <a:avLst/>
              </a:prstGeom>
              <a:solidFill>
                <a:schemeClr val="bg1"/>
              </a:solidFill>
              <a:ln w="28575"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>
                      <a:lumMod val="65000"/>
                    </a:prstClr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421A1FA1-66EC-6C3A-3C1C-47F709446FE6}"/>
                  </a:ext>
                </a:extLst>
              </p:cNvPr>
              <p:cNvSpPr txBox="1"/>
              <p:nvPr/>
            </p:nvSpPr>
            <p:spPr>
              <a:xfrm>
                <a:off x="2949594" y="4126758"/>
                <a:ext cx="465322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2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white">
                        <a:lumMod val="75000"/>
                      </a:prstClr>
                    </a:solidFill>
                    <a:effectLst/>
                    <a:uLnTx/>
                    <a:uFillTx/>
                    <a:latin typeface="Aptos" panose="020B0004020202020204" pitchFamily="34" charset="0"/>
                    <a:ea typeface="+mn-ea"/>
                    <a:cs typeface="Arial" panose="020B0604020202020204" pitchFamily="34" charset="0"/>
                  </a:rPr>
                  <a:t>RTH</a:t>
                </a:r>
              </a:p>
            </p:txBody>
          </p:sp>
        </p:grpSp>
        <p:cxnSp>
          <p:nvCxnSpPr>
            <p:cNvPr id="35" name="Straight Arrow Connector 34">
              <a:extLst>
                <a:ext uri="{FF2B5EF4-FFF2-40B4-BE49-F238E27FC236}">
                  <a16:creationId xmlns:a16="http://schemas.microsoft.com/office/drawing/2014/main" id="{9B4B9405-7831-E467-EF2C-DF1BF7A2DFE0}"/>
                </a:ext>
              </a:extLst>
            </p:cNvPr>
            <p:cNvCxnSpPr>
              <a:cxnSpLocks/>
            </p:cNvCxnSpPr>
            <p:nvPr/>
          </p:nvCxnSpPr>
          <p:spPr>
            <a:xfrm>
              <a:off x="4975127" y="4870482"/>
              <a:ext cx="1508258" cy="709621"/>
            </a:xfrm>
            <a:prstGeom prst="straightConnector1">
              <a:avLst/>
            </a:prstGeom>
            <a:ln>
              <a:solidFill>
                <a:schemeClr val="bg1">
                  <a:lumMod val="85000"/>
                </a:schemeClr>
              </a:solidFill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Arrow Connector 35">
              <a:extLst>
                <a:ext uri="{FF2B5EF4-FFF2-40B4-BE49-F238E27FC236}">
                  <a16:creationId xmlns:a16="http://schemas.microsoft.com/office/drawing/2014/main" id="{FEDEDF76-4575-CBA1-646C-271EEA57DC2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948850" y="3983610"/>
              <a:ext cx="1143095" cy="575843"/>
            </a:xfrm>
            <a:prstGeom prst="straightConnector1">
              <a:avLst/>
            </a:prstGeom>
            <a:ln>
              <a:solidFill>
                <a:schemeClr val="bg1">
                  <a:lumMod val="85000"/>
                </a:schemeClr>
              </a:solidFill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Arrow Connector 36">
              <a:extLst>
                <a:ext uri="{FF2B5EF4-FFF2-40B4-BE49-F238E27FC236}">
                  <a16:creationId xmlns:a16="http://schemas.microsoft.com/office/drawing/2014/main" id="{A30D045A-510A-F113-AE8C-5EC771F9A8F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123124" y="5120144"/>
              <a:ext cx="428025" cy="331605"/>
            </a:xfrm>
            <a:prstGeom prst="straightConnector1">
              <a:avLst/>
            </a:prstGeom>
            <a:ln>
              <a:solidFill>
                <a:schemeClr val="bg1">
                  <a:lumMod val="85000"/>
                </a:schemeClr>
              </a:solidFill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Arrow Connector 37">
              <a:extLst>
                <a:ext uri="{FF2B5EF4-FFF2-40B4-BE49-F238E27FC236}">
                  <a16:creationId xmlns:a16="http://schemas.microsoft.com/office/drawing/2014/main" id="{F662672C-ED4D-DD91-5D88-65B28A11A83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172147" y="4092067"/>
              <a:ext cx="1121028" cy="549041"/>
            </a:xfrm>
            <a:prstGeom prst="straightConnector1">
              <a:avLst/>
            </a:prstGeom>
            <a:ln>
              <a:solidFill>
                <a:schemeClr val="bg1">
                  <a:lumMod val="85000"/>
                </a:schemeClr>
              </a:solidFill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Arrow Connector 38">
              <a:extLst>
                <a:ext uri="{FF2B5EF4-FFF2-40B4-BE49-F238E27FC236}">
                  <a16:creationId xmlns:a16="http://schemas.microsoft.com/office/drawing/2014/main" id="{C4DDCEC4-971F-0741-945A-AB28B4B576EC}"/>
                </a:ext>
              </a:extLst>
            </p:cNvPr>
            <p:cNvCxnSpPr>
              <a:cxnSpLocks/>
            </p:cNvCxnSpPr>
            <p:nvPr/>
          </p:nvCxnSpPr>
          <p:spPr>
            <a:xfrm>
              <a:off x="8191197" y="5026609"/>
              <a:ext cx="652171" cy="305691"/>
            </a:xfrm>
            <a:prstGeom prst="straightConnector1">
              <a:avLst/>
            </a:prstGeom>
            <a:ln>
              <a:solidFill>
                <a:schemeClr val="bg1">
                  <a:lumMod val="85000"/>
                </a:schemeClr>
              </a:solidFill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Arrow Connector 41">
              <a:extLst>
                <a:ext uri="{FF2B5EF4-FFF2-40B4-BE49-F238E27FC236}">
                  <a16:creationId xmlns:a16="http://schemas.microsoft.com/office/drawing/2014/main" id="{1A9B8993-5E20-94CC-E1D8-04D262C2979A}"/>
                </a:ext>
              </a:extLst>
            </p:cNvPr>
            <p:cNvCxnSpPr>
              <a:cxnSpLocks/>
            </p:cNvCxnSpPr>
            <p:nvPr/>
          </p:nvCxnSpPr>
          <p:spPr>
            <a:xfrm>
              <a:off x="9538950" y="5570578"/>
              <a:ext cx="981544" cy="276999"/>
            </a:xfrm>
            <a:prstGeom prst="straightConnector1">
              <a:avLst/>
            </a:prstGeom>
            <a:ln>
              <a:solidFill>
                <a:schemeClr val="bg1">
                  <a:lumMod val="85000"/>
                </a:schemeClr>
              </a:solidFill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02" name="Group 201">
              <a:extLst>
                <a:ext uri="{FF2B5EF4-FFF2-40B4-BE49-F238E27FC236}">
                  <a16:creationId xmlns:a16="http://schemas.microsoft.com/office/drawing/2014/main" id="{CF0A2934-8969-34FD-9877-494448190A2C}"/>
                </a:ext>
              </a:extLst>
            </p:cNvPr>
            <p:cNvGrpSpPr/>
            <p:nvPr/>
          </p:nvGrpSpPr>
          <p:grpSpPr>
            <a:xfrm>
              <a:off x="10510969" y="5552173"/>
              <a:ext cx="751592" cy="628907"/>
              <a:chOff x="10510969" y="5552173"/>
              <a:chExt cx="751592" cy="628907"/>
            </a:xfrm>
          </p:grpSpPr>
          <p:sp>
            <p:nvSpPr>
              <p:cNvPr id="40" name="Rectangle: Rounded Corners 39">
                <a:extLst>
                  <a:ext uri="{FF2B5EF4-FFF2-40B4-BE49-F238E27FC236}">
                    <a16:creationId xmlns:a16="http://schemas.microsoft.com/office/drawing/2014/main" id="{75585179-6F07-81D8-78A6-0F2F63A661FD}"/>
                  </a:ext>
                </a:extLst>
              </p:cNvPr>
              <p:cNvSpPr/>
              <p:nvPr/>
            </p:nvSpPr>
            <p:spPr>
              <a:xfrm>
                <a:off x="10572312" y="5552173"/>
                <a:ext cx="628907" cy="628907"/>
              </a:xfrm>
              <a:prstGeom prst="roundRect">
                <a:avLst>
                  <a:gd name="adj" fmla="val 8678"/>
                </a:avLst>
              </a:prstGeom>
              <a:solidFill>
                <a:schemeClr val="bg1"/>
              </a:solidFill>
              <a:ln w="28575"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F7208916-CAA1-F5A0-99EB-6DE28B95A816}"/>
                  </a:ext>
                </a:extLst>
              </p:cNvPr>
              <p:cNvSpPr txBox="1"/>
              <p:nvPr/>
            </p:nvSpPr>
            <p:spPr>
              <a:xfrm>
                <a:off x="10510969" y="5728127"/>
                <a:ext cx="751592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2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white">
                        <a:lumMod val="75000"/>
                      </a:prstClr>
                    </a:solidFill>
                    <a:effectLst/>
                    <a:uLnTx/>
                    <a:uFillTx/>
                    <a:latin typeface="Aptos" panose="020B0004020202020204" pitchFamily="34" charset="0"/>
                    <a:ea typeface="+mn-ea"/>
                    <a:cs typeface="Arial" panose="020B0604020202020204" pitchFamily="34" charset="0"/>
                  </a:rPr>
                  <a:t>WDQMS</a:t>
                </a:r>
              </a:p>
            </p:txBody>
          </p:sp>
        </p:grpSp>
      </p:grpSp>
      <p:grpSp>
        <p:nvGrpSpPr>
          <p:cNvPr id="209" name="Group 208">
            <a:extLst>
              <a:ext uri="{FF2B5EF4-FFF2-40B4-BE49-F238E27FC236}">
                <a16:creationId xmlns:a16="http://schemas.microsoft.com/office/drawing/2014/main" id="{188B8B63-0BCB-B579-E0C5-D632E311C49A}"/>
              </a:ext>
            </a:extLst>
          </p:cNvPr>
          <p:cNvGrpSpPr/>
          <p:nvPr/>
        </p:nvGrpSpPr>
        <p:grpSpPr>
          <a:xfrm>
            <a:off x="1430655" y="808440"/>
            <a:ext cx="2456202" cy="855395"/>
            <a:chOff x="1430655" y="770340"/>
            <a:chExt cx="2456202" cy="855395"/>
          </a:xfrm>
        </p:grpSpPr>
        <p:grpSp>
          <p:nvGrpSpPr>
            <p:cNvPr id="49" name="Group 48">
              <a:extLst>
                <a:ext uri="{FF2B5EF4-FFF2-40B4-BE49-F238E27FC236}">
                  <a16:creationId xmlns:a16="http://schemas.microsoft.com/office/drawing/2014/main" id="{DCA528D6-F399-D0CC-B3E2-4E3B24EDE8C8}"/>
                </a:ext>
              </a:extLst>
            </p:cNvPr>
            <p:cNvGrpSpPr/>
            <p:nvPr/>
          </p:nvGrpSpPr>
          <p:grpSpPr>
            <a:xfrm>
              <a:off x="1430655" y="770340"/>
              <a:ext cx="612283" cy="855395"/>
              <a:chOff x="2425679" y="690821"/>
              <a:chExt cx="612283" cy="855395"/>
            </a:xfrm>
          </p:grpSpPr>
          <p:pic>
            <p:nvPicPr>
              <p:cNvPr id="43" name="Picture 42">
                <a:extLst>
                  <a:ext uri="{FF2B5EF4-FFF2-40B4-BE49-F238E27FC236}">
                    <a16:creationId xmlns:a16="http://schemas.microsoft.com/office/drawing/2014/main" id="{64CF11E2-362B-E0DE-E571-C2202D95F32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2425679" y="690821"/>
                <a:ext cx="612283" cy="855395"/>
              </a:xfrm>
              <a:prstGeom prst="rect">
                <a:avLst/>
              </a:prstGeom>
            </p:spPr>
          </p:pic>
          <p:sp>
            <p:nvSpPr>
              <p:cNvPr id="45" name="Rectangle 44">
                <a:extLst>
                  <a:ext uri="{FF2B5EF4-FFF2-40B4-BE49-F238E27FC236}">
                    <a16:creationId xmlns:a16="http://schemas.microsoft.com/office/drawing/2014/main" id="{0AF994D4-81B1-B704-AA0A-4FAF9E5CB4F2}"/>
                  </a:ext>
                </a:extLst>
              </p:cNvPr>
              <p:cNvSpPr/>
              <p:nvPr/>
            </p:nvSpPr>
            <p:spPr>
              <a:xfrm>
                <a:off x="2631993" y="1000455"/>
                <a:ext cx="169804" cy="169804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A</a:t>
                </a:r>
              </a:p>
            </p:txBody>
          </p:sp>
        </p:grpSp>
        <p:grpSp>
          <p:nvGrpSpPr>
            <p:cNvPr id="50" name="Group 49">
              <a:extLst>
                <a:ext uri="{FF2B5EF4-FFF2-40B4-BE49-F238E27FC236}">
                  <a16:creationId xmlns:a16="http://schemas.microsoft.com/office/drawing/2014/main" id="{D5176E05-7958-2166-DDC2-44192041EDAC}"/>
                </a:ext>
              </a:extLst>
            </p:cNvPr>
            <p:cNvGrpSpPr/>
            <p:nvPr/>
          </p:nvGrpSpPr>
          <p:grpSpPr>
            <a:xfrm>
              <a:off x="2045295" y="770340"/>
              <a:ext cx="612283" cy="855395"/>
              <a:chOff x="2425679" y="690821"/>
              <a:chExt cx="612283" cy="855395"/>
            </a:xfrm>
          </p:grpSpPr>
          <p:pic>
            <p:nvPicPr>
              <p:cNvPr id="57" name="Picture 56">
                <a:extLst>
                  <a:ext uri="{FF2B5EF4-FFF2-40B4-BE49-F238E27FC236}">
                    <a16:creationId xmlns:a16="http://schemas.microsoft.com/office/drawing/2014/main" id="{64DEEC7D-7182-B191-0859-C008A1B126B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2425679" y="690821"/>
                <a:ext cx="612283" cy="855395"/>
              </a:xfrm>
              <a:prstGeom prst="rect">
                <a:avLst/>
              </a:prstGeom>
            </p:spPr>
          </p:pic>
          <p:sp>
            <p:nvSpPr>
              <p:cNvPr id="59" name="Rectangle 58">
                <a:extLst>
                  <a:ext uri="{FF2B5EF4-FFF2-40B4-BE49-F238E27FC236}">
                    <a16:creationId xmlns:a16="http://schemas.microsoft.com/office/drawing/2014/main" id="{9CF67F31-7726-2458-A763-0D69C207C830}"/>
                  </a:ext>
                </a:extLst>
              </p:cNvPr>
              <p:cNvSpPr/>
              <p:nvPr/>
            </p:nvSpPr>
            <p:spPr>
              <a:xfrm>
                <a:off x="2631993" y="1000455"/>
                <a:ext cx="169804" cy="169804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B</a:t>
                </a:r>
              </a:p>
            </p:txBody>
          </p:sp>
        </p:grpSp>
        <p:grpSp>
          <p:nvGrpSpPr>
            <p:cNvPr id="60" name="Group 59">
              <a:extLst>
                <a:ext uri="{FF2B5EF4-FFF2-40B4-BE49-F238E27FC236}">
                  <a16:creationId xmlns:a16="http://schemas.microsoft.com/office/drawing/2014/main" id="{26817CC9-F651-EBEE-5519-0EB18E3CD396}"/>
                </a:ext>
              </a:extLst>
            </p:cNvPr>
            <p:cNvGrpSpPr/>
            <p:nvPr/>
          </p:nvGrpSpPr>
          <p:grpSpPr>
            <a:xfrm>
              <a:off x="2659935" y="770340"/>
              <a:ext cx="612283" cy="855395"/>
              <a:chOff x="2425679" y="690821"/>
              <a:chExt cx="612283" cy="855395"/>
            </a:xfrm>
          </p:grpSpPr>
          <p:pic>
            <p:nvPicPr>
              <p:cNvPr id="63" name="Picture 62">
                <a:extLst>
                  <a:ext uri="{FF2B5EF4-FFF2-40B4-BE49-F238E27FC236}">
                    <a16:creationId xmlns:a16="http://schemas.microsoft.com/office/drawing/2014/main" id="{7D61F667-8939-9CDA-D26B-358494DDF27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2425679" y="690821"/>
                <a:ext cx="612283" cy="855395"/>
              </a:xfrm>
              <a:prstGeom prst="rect">
                <a:avLst/>
              </a:prstGeom>
            </p:spPr>
          </p:pic>
          <p:sp>
            <p:nvSpPr>
              <p:cNvPr id="192" name="Rectangle 191">
                <a:extLst>
                  <a:ext uri="{FF2B5EF4-FFF2-40B4-BE49-F238E27FC236}">
                    <a16:creationId xmlns:a16="http://schemas.microsoft.com/office/drawing/2014/main" id="{732F994F-BAB3-CCCB-C2BC-0E2FEACFF9BA}"/>
                  </a:ext>
                </a:extLst>
              </p:cNvPr>
              <p:cNvSpPr/>
              <p:nvPr/>
            </p:nvSpPr>
            <p:spPr>
              <a:xfrm>
                <a:off x="2631993" y="1000455"/>
                <a:ext cx="169804" cy="169804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C</a:t>
                </a:r>
              </a:p>
            </p:txBody>
          </p:sp>
        </p:grpSp>
        <p:grpSp>
          <p:nvGrpSpPr>
            <p:cNvPr id="193" name="Group 192">
              <a:extLst>
                <a:ext uri="{FF2B5EF4-FFF2-40B4-BE49-F238E27FC236}">
                  <a16:creationId xmlns:a16="http://schemas.microsoft.com/office/drawing/2014/main" id="{8C62748B-0C6D-4159-BFF6-A70D4D3E973A}"/>
                </a:ext>
              </a:extLst>
            </p:cNvPr>
            <p:cNvGrpSpPr/>
            <p:nvPr/>
          </p:nvGrpSpPr>
          <p:grpSpPr>
            <a:xfrm>
              <a:off x="3274574" y="770340"/>
              <a:ext cx="612283" cy="855395"/>
              <a:chOff x="2425679" y="690821"/>
              <a:chExt cx="612283" cy="855395"/>
            </a:xfrm>
          </p:grpSpPr>
          <p:pic>
            <p:nvPicPr>
              <p:cNvPr id="194" name="Picture 193">
                <a:extLst>
                  <a:ext uri="{FF2B5EF4-FFF2-40B4-BE49-F238E27FC236}">
                    <a16:creationId xmlns:a16="http://schemas.microsoft.com/office/drawing/2014/main" id="{22940B41-71FE-E87C-D40E-4A3A9CAB764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2425679" y="690821"/>
                <a:ext cx="612283" cy="855395"/>
              </a:xfrm>
              <a:prstGeom prst="rect">
                <a:avLst/>
              </a:prstGeom>
            </p:spPr>
          </p:pic>
          <p:sp>
            <p:nvSpPr>
              <p:cNvPr id="201" name="Rectangle 200">
                <a:extLst>
                  <a:ext uri="{FF2B5EF4-FFF2-40B4-BE49-F238E27FC236}">
                    <a16:creationId xmlns:a16="http://schemas.microsoft.com/office/drawing/2014/main" id="{76CE51FF-AA91-025F-40C0-39663C857718}"/>
                  </a:ext>
                </a:extLst>
              </p:cNvPr>
              <p:cNvSpPr/>
              <p:nvPr/>
            </p:nvSpPr>
            <p:spPr>
              <a:xfrm>
                <a:off x="2631993" y="1000455"/>
                <a:ext cx="169804" cy="169804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D</a:t>
                </a:r>
              </a:p>
            </p:txBody>
          </p:sp>
        </p:grpSp>
      </p:grpSp>
      <p:grpSp>
        <p:nvGrpSpPr>
          <p:cNvPr id="214" name="Group 213">
            <a:extLst>
              <a:ext uri="{FF2B5EF4-FFF2-40B4-BE49-F238E27FC236}">
                <a16:creationId xmlns:a16="http://schemas.microsoft.com/office/drawing/2014/main" id="{1E9A577E-0A33-2EEC-641F-7B9BD5660317}"/>
              </a:ext>
            </a:extLst>
          </p:cNvPr>
          <p:cNvGrpSpPr/>
          <p:nvPr/>
        </p:nvGrpSpPr>
        <p:grpSpPr>
          <a:xfrm>
            <a:off x="2963924" y="2367446"/>
            <a:ext cx="716753" cy="326665"/>
            <a:chOff x="2963924" y="2367446"/>
            <a:chExt cx="716753" cy="326665"/>
          </a:xfrm>
        </p:grpSpPr>
        <p:grpSp>
          <p:nvGrpSpPr>
            <p:cNvPr id="210" name="Group 209">
              <a:extLst>
                <a:ext uri="{FF2B5EF4-FFF2-40B4-BE49-F238E27FC236}">
                  <a16:creationId xmlns:a16="http://schemas.microsoft.com/office/drawing/2014/main" id="{1489E589-D250-CE89-56E4-A7DF41F421DC}"/>
                </a:ext>
              </a:extLst>
            </p:cNvPr>
            <p:cNvGrpSpPr/>
            <p:nvPr/>
          </p:nvGrpSpPr>
          <p:grpSpPr>
            <a:xfrm>
              <a:off x="2963924" y="2367446"/>
              <a:ext cx="534458" cy="127000"/>
              <a:chOff x="2963178" y="2725764"/>
              <a:chExt cx="534458" cy="127000"/>
            </a:xfrm>
          </p:grpSpPr>
          <p:cxnSp>
            <p:nvCxnSpPr>
              <p:cNvPr id="211" name="Straight Connector 210">
                <a:extLst>
                  <a:ext uri="{FF2B5EF4-FFF2-40B4-BE49-F238E27FC236}">
                    <a16:creationId xmlns:a16="http://schemas.microsoft.com/office/drawing/2014/main" id="{C500B895-4257-0BB2-1341-A079C0C57662}"/>
                  </a:ext>
                </a:extLst>
              </p:cNvPr>
              <p:cNvCxnSpPr/>
              <p:nvPr/>
            </p:nvCxnSpPr>
            <p:spPr>
              <a:xfrm flipV="1">
                <a:off x="2963178" y="2789264"/>
                <a:ext cx="400050" cy="1"/>
              </a:xfrm>
              <a:prstGeom prst="line">
                <a:avLst/>
              </a:prstGeom>
              <a:noFill/>
              <a:ln w="19050" cap="flat" cmpd="sng" algn="ctr">
                <a:solidFill>
                  <a:schemeClr val="accent2">
                    <a:lumMod val="75000"/>
                  </a:schemeClr>
                </a:solidFill>
                <a:prstDash val="solid"/>
                <a:miter lim="800000"/>
              </a:ln>
              <a:effectLst/>
            </p:spPr>
          </p:cxnSp>
          <p:sp>
            <p:nvSpPr>
              <p:cNvPr id="212" name="Oval 211">
                <a:extLst>
                  <a:ext uri="{FF2B5EF4-FFF2-40B4-BE49-F238E27FC236}">
                    <a16:creationId xmlns:a16="http://schemas.microsoft.com/office/drawing/2014/main" id="{A0CC532E-7958-4D98-7C73-29676D380A48}"/>
                  </a:ext>
                </a:extLst>
              </p:cNvPr>
              <p:cNvSpPr/>
              <p:nvPr/>
            </p:nvSpPr>
            <p:spPr>
              <a:xfrm>
                <a:off x="3370636" y="2725764"/>
                <a:ext cx="127000" cy="127000"/>
              </a:xfrm>
              <a:prstGeom prst="ellipse">
                <a:avLst/>
              </a:prstGeom>
              <a:solidFill>
                <a:sysClr val="window" lastClr="FFFFFF"/>
              </a:solidFill>
              <a:ln w="19050" cap="flat" cmpd="sng" algn="ctr">
                <a:solidFill>
                  <a:schemeClr val="accent2">
                    <a:lumMod val="75000"/>
                  </a:schemeClr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sp>
          <p:nvSpPr>
            <p:cNvPr id="213" name="TextBox 212">
              <a:extLst>
                <a:ext uri="{FF2B5EF4-FFF2-40B4-BE49-F238E27FC236}">
                  <a16:creationId xmlns:a16="http://schemas.microsoft.com/office/drawing/2014/main" id="{2EB5B192-2F3A-72BC-8F54-D15439C66FF3}"/>
                </a:ext>
              </a:extLst>
            </p:cNvPr>
            <p:cNvSpPr txBox="1"/>
            <p:nvPr/>
          </p:nvSpPr>
          <p:spPr>
            <a:xfrm>
              <a:off x="3194968" y="2440195"/>
              <a:ext cx="485709" cy="2539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50" b="0" i="0" u="none" strike="noStrike" kern="0" cap="none" spc="0" normalizeH="0" baseline="0" noProof="0" dirty="0">
                  <a:ln>
                    <a:noFill/>
                  </a:ln>
                  <a:solidFill>
                    <a:srgbClr val="E97132">
                      <a:lumMod val="75000"/>
                    </a:srgbClr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https</a:t>
              </a:r>
              <a:endParaRPr kumimoji="0" lang="en-GB" sz="1200" b="0" i="0" u="none" strike="noStrike" kern="0" cap="none" spc="0" normalizeH="0" baseline="0" noProof="0" dirty="0">
                <a:ln>
                  <a:noFill/>
                </a:ln>
                <a:solidFill>
                  <a:srgbClr val="E97132">
                    <a:lumMod val="75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pic>
        <p:nvPicPr>
          <p:cNvPr id="47" name="Picture 46">
            <a:extLst>
              <a:ext uri="{FF2B5EF4-FFF2-40B4-BE49-F238E27FC236}">
                <a16:creationId xmlns:a16="http://schemas.microsoft.com/office/drawing/2014/main" id="{91A30FFB-9B5B-CAB5-7A8E-54F126D4B32D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504409" y="107790"/>
            <a:ext cx="444034" cy="620341"/>
          </a:xfrm>
          <a:prstGeom prst="rect">
            <a:avLst/>
          </a:prstGeom>
        </p:spPr>
      </p:pic>
      <p:pic>
        <p:nvPicPr>
          <p:cNvPr id="205" name="Picture 204">
            <a:extLst>
              <a:ext uri="{FF2B5EF4-FFF2-40B4-BE49-F238E27FC236}">
                <a16:creationId xmlns:a16="http://schemas.microsoft.com/office/drawing/2014/main" id="{76DAEA9E-2AA4-AAAC-3E14-AF415B3C9CDE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122688" y="107539"/>
            <a:ext cx="444034" cy="620341"/>
          </a:xfrm>
          <a:prstGeom prst="rect">
            <a:avLst/>
          </a:prstGeom>
        </p:spPr>
      </p:pic>
      <p:pic>
        <p:nvPicPr>
          <p:cNvPr id="206" name="Picture 205">
            <a:extLst>
              <a:ext uri="{FF2B5EF4-FFF2-40B4-BE49-F238E27FC236}">
                <a16:creationId xmlns:a16="http://schemas.microsoft.com/office/drawing/2014/main" id="{9062E341-C332-CAEC-E862-784908AEF897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738968" y="107539"/>
            <a:ext cx="444034" cy="620341"/>
          </a:xfrm>
          <a:prstGeom prst="rect">
            <a:avLst/>
          </a:prstGeom>
        </p:spPr>
      </p:pic>
      <p:pic>
        <p:nvPicPr>
          <p:cNvPr id="207" name="Picture 206">
            <a:extLst>
              <a:ext uri="{FF2B5EF4-FFF2-40B4-BE49-F238E27FC236}">
                <a16:creationId xmlns:a16="http://schemas.microsoft.com/office/drawing/2014/main" id="{AAC0C980-899C-94CE-7D2C-C4A05636ACEB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353933" y="108876"/>
            <a:ext cx="444034" cy="620341"/>
          </a:xfrm>
          <a:prstGeom prst="rect">
            <a:avLst/>
          </a:prstGeom>
        </p:spPr>
      </p:pic>
      <p:grpSp>
        <p:nvGrpSpPr>
          <p:cNvPr id="228" name="Group 227">
            <a:extLst>
              <a:ext uri="{FF2B5EF4-FFF2-40B4-BE49-F238E27FC236}">
                <a16:creationId xmlns:a16="http://schemas.microsoft.com/office/drawing/2014/main" id="{E566E134-7FEA-A387-A1B0-4B5F924969AE}"/>
              </a:ext>
            </a:extLst>
          </p:cNvPr>
          <p:cNvGrpSpPr/>
          <p:nvPr/>
        </p:nvGrpSpPr>
        <p:grpSpPr>
          <a:xfrm>
            <a:off x="2963178" y="2725764"/>
            <a:ext cx="786853" cy="316693"/>
            <a:chOff x="2963178" y="2725764"/>
            <a:chExt cx="786853" cy="316693"/>
          </a:xfrm>
        </p:grpSpPr>
        <p:grpSp>
          <p:nvGrpSpPr>
            <p:cNvPr id="220" name="Group 219">
              <a:extLst>
                <a:ext uri="{FF2B5EF4-FFF2-40B4-BE49-F238E27FC236}">
                  <a16:creationId xmlns:a16="http://schemas.microsoft.com/office/drawing/2014/main" id="{3CF33611-1B11-A121-776D-53A9BF3E7B22}"/>
                </a:ext>
              </a:extLst>
            </p:cNvPr>
            <p:cNvGrpSpPr/>
            <p:nvPr/>
          </p:nvGrpSpPr>
          <p:grpSpPr>
            <a:xfrm>
              <a:off x="2963178" y="2725764"/>
              <a:ext cx="534458" cy="127000"/>
              <a:chOff x="2963178" y="2725764"/>
              <a:chExt cx="534458" cy="127000"/>
            </a:xfrm>
          </p:grpSpPr>
          <p:cxnSp>
            <p:nvCxnSpPr>
              <p:cNvPr id="221" name="Straight Connector 220">
                <a:extLst>
                  <a:ext uri="{FF2B5EF4-FFF2-40B4-BE49-F238E27FC236}">
                    <a16:creationId xmlns:a16="http://schemas.microsoft.com/office/drawing/2014/main" id="{2E88AC95-F526-7537-5007-64F16368CA5C}"/>
                  </a:ext>
                </a:extLst>
              </p:cNvPr>
              <p:cNvCxnSpPr/>
              <p:nvPr/>
            </p:nvCxnSpPr>
            <p:spPr>
              <a:xfrm flipV="1">
                <a:off x="2963178" y="2789264"/>
                <a:ext cx="400050" cy="1"/>
              </a:xfrm>
              <a:prstGeom prst="line">
                <a:avLst/>
              </a:prstGeom>
              <a:noFill/>
              <a:ln w="19050" cap="flat" cmpd="sng" algn="ctr">
                <a:solidFill>
                  <a:schemeClr val="accent6">
                    <a:lumMod val="75000"/>
                  </a:schemeClr>
                </a:solidFill>
                <a:prstDash val="solid"/>
                <a:miter lim="800000"/>
              </a:ln>
              <a:effectLst/>
            </p:spPr>
          </p:cxnSp>
          <p:sp>
            <p:nvSpPr>
              <p:cNvPr id="226" name="Oval 225">
                <a:extLst>
                  <a:ext uri="{FF2B5EF4-FFF2-40B4-BE49-F238E27FC236}">
                    <a16:creationId xmlns:a16="http://schemas.microsoft.com/office/drawing/2014/main" id="{2D957734-707A-1643-E443-0FA14EC611B8}"/>
                  </a:ext>
                </a:extLst>
              </p:cNvPr>
              <p:cNvSpPr/>
              <p:nvPr/>
            </p:nvSpPr>
            <p:spPr>
              <a:xfrm>
                <a:off x="3370636" y="2725764"/>
                <a:ext cx="127000" cy="127000"/>
              </a:xfrm>
              <a:prstGeom prst="ellipse">
                <a:avLst/>
              </a:prstGeom>
              <a:solidFill>
                <a:sysClr val="window" lastClr="FFFFFF"/>
              </a:solidFill>
              <a:ln w="19050" cap="flat" cmpd="sng" algn="ctr">
                <a:solidFill>
                  <a:schemeClr val="accent6">
                    <a:lumMod val="75000"/>
                  </a:schemeClr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sp>
          <p:nvSpPr>
            <p:cNvPr id="227" name="TextBox 226">
              <a:extLst>
                <a:ext uri="{FF2B5EF4-FFF2-40B4-BE49-F238E27FC236}">
                  <a16:creationId xmlns:a16="http://schemas.microsoft.com/office/drawing/2014/main" id="{7B12F313-BA95-95FA-BA7C-1F0A191F7C79}"/>
                </a:ext>
              </a:extLst>
            </p:cNvPr>
            <p:cNvSpPr txBox="1"/>
            <p:nvPr/>
          </p:nvSpPr>
          <p:spPr>
            <a:xfrm>
              <a:off x="3118241" y="2788541"/>
              <a:ext cx="631790" cy="2539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50" b="0" i="0" u="none" strike="noStrike" kern="0" cap="none" spc="0" normalizeH="0" baseline="0" noProof="0" dirty="0" err="1">
                  <a:ln>
                    <a:noFill/>
                  </a:ln>
                  <a:solidFill>
                    <a:srgbClr val="4EA72E">
                      <a:lumMod val="75000"/>
                    </a:srgbClr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mqtts</a:t>
              </a:r>
              <a:endParaRPr kumimoji="0" lang="en-GB" sz="1200" b="0" i="0" u="none" strike="noStrike" kern="0" cap="none" spc="0" normalizeH="0" baseline="0" noProof="0" dirty="0">
                <a:ln>
                  <a:noFill/>
                </a:ln>
                <a:solidFill>
                  <a:srgbClr val="4EA72E">
                    <a:lumMod val="75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46" name="Group 45">
            <a:extLst>
              <a:ext uri="{FF2B5EF4-FFF2-40B4-BE49-F238E27FC236}">
                <a16:creationId xmlns:a16="http://schemas.microsoft.com/office/drawing/2014/main" id="{CACB5DB3-82B6-C580-3907-EF1D617E96FB}"/>
              </a:ext>
            </a:extLst>
          </p:cNvPr>
          <p:cNvGrpSpPr/>
          <p:nvPr/>
        </p:nvGrpSpPr>
        <p:grpSpPr>
          <a:xfrm>
            <a:off x="4057134" y="213360"/>
            <a:ext cx="7824001" cy="3983167"/>
            <a:chOff x="4057134" y="538480"/>
            <a:chExt cx="7824001" cy="3849591"/>
          </a:xfrm>
        </p:grpSpPr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43F4EB19-F108-0E5D-48F3-698ACB4F52A8}"/>
                </a:ext>
              </a:extLst>
            </p:cNvPr>
            <p:cNvSpPr/>
            <p:nvPr/>
          </p:nvSpPr>
          <p:spPr>
            <a:xfrm>
              <a:off x="4063271" y="538480"/>
              <a:ext cx="7809616" cy="3849591"/>
            </a:xfrm>
            <a:prstGeom prst="rect">
              <a:avLst/>
            </a:prstGeom>
            <a:solidFill>
              <a:srgbClr val="FFFFFF"/>
            </a:solidFill>
            <a:ln>
              <a:solidFill>
                <a:srgbClr val="3963DA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F54B203C-A6F3-3B2D-CF2B-43454ABBF558}"/>
                </a:ext>
              </a:extLst>
            </p:cNvPr>
            <p:cNvSpPr txBox="1"/>
            <p:nvPr/>
          </p:nvSpPr>
          <p:spPr>
            <a:xfrm>
              <a:off x="4067337" y="559594"/>
              <a:ext cx="780554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Example WNM for observation report from Rotterdam The Hague (NL) </a:t>
              </a:r>
            </a:p>
          </p:txBody>
        </p:sp>
        <p:pic>
          <p:nvPicPr>
            <p:cNvPr id="21" name="Picture 20">
              <a:extLst>
                <a:ext uri="{FF2B5EF4-FFF2-40B4-BE49-F238E27FC236}">
                  <a16:creationId xmlns:a16="http://schemas.microsoft.com/office/drawing/2014/main" id="{EA9E79DD-103F-897A-1C75-7CCA2F19F2C0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11033564" y="642542"/>
              <a:ext cx="335309" cy="225572"/>
            </a:xfrm>
            <a:prstGeom prst="rect">
              <a:avLst/>
            </a:prstGeom>
          </p:spPr>
        </p:pic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30C60059-D22D-843A-86A0-017F7CA516F3}"/>
                </a:ext>
              </a:extLst>
            </p:cNvPr>
            <p:cNvCxnSpPr/>
            <p:nvPr/>
          </p:nvCxnSpPr>
          <p:spPr>
            <a:xfrm>
              <a:off x="4057134" y="920893"/>
              <a:ext cx="7824001" cy="0"/>
            </a:xfrm>
            <a:prstGeom prst="line">
              <a:avLst/>
            </a:prstGeom>
            <a:ln>
              <a:solidFill>
                <a:srgbClr val="3963DA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8" name="Picture 17">
            <a:extLst>
              <a:ext uri="{FF2B5EF4-FFF2-40B4-BE49-F238E27FC236}">
                <a16:creationId xmlns:a16="http://schemas.microsoft.com/office/drawing/2014/main" id="{748ADCE0-57E8-2722-7CBF-8C04C5FCFDD3}"/>
              </a:ext>
            </a:extLst>
          </p:cNvPr>
          <p:cNvPicPr>
            <a:picLocks noChangeAspect="1"/>
          </p:cNvPicPr>
          <p:nvPr/>
        </p:nvPicPr>
        <p:blipFill>
          <a:blip r:embed="rId10"/>
          <a:srcRect r="1025"/>
          <a:stretch/>
        </p:blipFill>
        <p:spPr>
          <a:xfrm>
            <a:off x="4075306" y="646420"/>
            <a:ext cx="7720088" cy="3530419"/>
          </a:xfrm>
          <a:prstGeom prst="rect">
            <a:avLst/>
          </a:prstGeom>
        </p:spPr>
      </p:pic>
      <p:grpSp>
        <p:nvGrpSpPr>
          <p:cNvPr id="195" name="Group 194">
            <a:extLst>
              <a:ext uri="{FF2B5EF4-FFF2-40B4-BE49-F238E27FC236}">
                <a16:creationId xmlns:a16="http://schemas.microsoft.com/office/drawing/2014/main" id="{D22211C0-1DE8-855D-F970-AB15835CC6B6}"/>
              </a:ext>
            </a:extLst>
          </p:cNvPr>
          <p:cNvGrpSpPr/>
          <p:nvPr/>
        </p:nvGrpSpPr>
        <p:grpSpPr>
          <a:xfrm>
            <a:off x="4975127" y="2217789"/>
            <a:ext cx="6574387" cy="923330"/>
            <a:chOff x="4975127" y="2217789"/>
            <a:chExt cx="6574387" cy="923330"/>
          </a:xfrm>
        </p:grpSpPr>
        <p:sp>
          <p:nvSpPr>
            <p:cNvPr id="48" name="Rectangle 47">
              <a:extLst>
                <a:ext uri="{FF2B5EF4-FFF2-40B4-BE49-F238E27FC236}">
                  <a16:creationId xmlns:a16="http://schemas.microsoft.com/office/drawing/2014/main" id="{3C6DFAA8-6318-8A1C-0083-A7103865BE7A}"/>
                </a:ext>
              </a:extLst>
            </p:cNvPr>
            <p:cNvSpPr/>
            <p:nvPr/>
          </p:nvSpPr>
          <p:spPr>
            <a:xfrm>
              <a:off x="4975127" y="2377606"/>
              <a:ext cx="2268953" cy="616973"/>
            </a:xfrm>
            <a:prstGeom prst="rect">
              <a:avLst/>
            </a:prstGeom>
            <a:solidFill>
              <a:srgbClr val="FFFF00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AECF7C0B-59E7-3D80-B477-71129C529AE3}"/>
                </a:ext>
              </a:extLst>
            </p:cNvPr>
            <p:cNvSpPr txBox="1"/>
            <p:nvPr/>
          </p:nvSpPr>
          <p:spPr>
            <a:xfrm>
              <a:off x="7437818" y="2217789"/>
              <a:ext cx="4111696" cy="923330"/>
            </a:xfrm>
            <a:prstGeom prst="rect">
              <a:avLst/>
            </a:prstGeom>
            <a:solidFill>
              <a:srgbClr val="FFFFFF">
                <a:alpha val="69804"/>
              </a:srgbClr>
            </a:solidFill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Include the GTS header information in  </a:t>
              </a:r>
              <a:r>
                <a:rPr kumimoji="0" lang="en-GB" sz="18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onsolas" panose="020B0609020204030204" pitchFamily="49" charset="0"/>
                  <a:ea typeface="+mn-ea"/>
                  <a:cs typeface="+mn-cs"/>
                </a:rPr>
                <a:t>properties.gts</a:t>
              </a:r>
              <a:r>
                <a:rPr kumimoji="0" lang="en-GB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 …  </a:t>
              </a: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8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TTAAii</a:t>
              </a:r>
              <a:r>
                <a:rPr kumimoji="0" lang="en-GB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 = </a:t>
              </a:r>
              <a:r>
                <a:rPr kumimoji="0" lang="en-GB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onsolas" panose="020B0609020204030204" pitchFamily="49" charset="0"/>
                  <a:ea typeface="+mn-ea"/>
                  <a:cs typeface="+mn-cs"/>
                </a:rPr>
                <a:t>ISMD41</a:t>
              </a:r>
              <a:r>
                <a:rPr kumimoji="0" lang="en-GB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, CCCC = </a:t>
              </a:r>
              <a:r>
                <a:rPr kumimoji="0" lang="en-GB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onsolas" panose="020B0609020204030204" pitchFamily="49" charset="0"/>
                  <a:ea typeface="+mn-ea"/>
                  <a:cs typeface="+mn-cs"/>
                </a:rPr>
                <a:t>EHDB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5390455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D100E0-792B-8AE5-5787-C76E235C77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9" name="Group 228">
            <a:extLst>
              <a:ext uri="{FF2B5EF4-FFF2-40B4-BE49-F238E27FC236}">
                <a16:creationId xmlns:a16="http://schemas.microsoft.com/office/drawing/2014/main" id="{1309A755-96A8-680C-67B7-EF5BE355E62D}"/>
              </a:ext>
            </a:extLst>
          </p:cNvPr>
          <p:cNvGrpSpPr/>
          <p:nvPr/>
        </p:nvGrpSpPr>
        <p:grpSpPr>
          <a:xfrm>
            <a:off x="1715333" y="622374"/>
            <a:ext cx="1850457" cy="672547"/>
            <a:chOff x="1715333" y="622374"/>
            <a:chExt cx="1850457" cy="672547"/>
          </a:xfrm>
        </p:grpSpPr>
        <p:cxnSp>
          <p:nvCxnSpPr>
            <p:cNvPr id="215" name="Straight Connector 214">
              <a:extLst>
                <a:ext uri="{FF2B5EF4-FFF2-40B4-BE49-F238E27FC236}">
                  <a16:creationId xmlns:a16="http://schemas.microsoft.com/office/drawing/2014/main" id="{D5F35BB3-D29A-853A-BEB1-7C40A8F9C51A}"/>
                </a:ext>
              </a:extLst>
            </p:cNvPr>
            <p:cNvCxnSpPr/>
            <p:nvPr/>
          </p:nvCxnSpPr>
          <p:spPr>
            <a:xfrm>
              <a:off x="1715333" y="622374"/>
              <a:ext cx="0" cy="661357"/>
            </a:xfrm>
            <a:prstGeom prst="line">
              <a:avLst/>
            </a:prstGeom>
            <a:ln w="12700">
              <a:solidFill>
                <a:schemeClr val="tx1"/>
              </a:solidFill>
              <a:prstDash val="sysDot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6" name="Straight Connector 215">
              <a:extLst>
                <a:ext uri="{FF2B5EF4-FFF2-40B4-BE49-F238E27FC236}">
                  <a16:creationId xmlns:a16="http://schemas.microsoft.com/office/drawing/2014/main" id="{1C841E56-9BAC-8B42-0913-AC24F6A8E8EE}"/>
                </a:ext>
              </a:extLst>
            </p:cNvPr>
            <p:cNvCxnSpPr/>
            <p:nvPr/>
          </p:nvCxnSpPr>
          <p:spPr>
            <a:xfrm>
              <a:off x="2341276" y="622375"/>
              <a:ext cx="0" cy="661357"/>
            </a:xfrm>
            <a:prstGeom prst="line">
              <a:avLst/>
            </a:prstGeom>
            <a:ln w="12700">
              <a:solidFill>
                <a:schemeClr val="tx1"/>
              </a:solidFill>
              <a:prstDash val="sysDot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7" name="Straight Connector 216">
              <a:extLst>
                <a:ext uri="{FF2B5EF4-FFF2-40B4-BE49-F238E27FC236}">
                  <a16:creationId xmlns:a16="http://schemas.microsoft.com/office/drawing/2014/main" id="{399B1735-629B-4D94-9EA4-E1D9A5A7CA2D}"/>
                </a:ext>
              </a:extLst>
            </p:cNvPr>
            <p:cNvCxnSpPr/>
            <p:nvPr/>
          </p:nvCxnSpPr>
          <p:spPr>
            <a:xfrm>
              <a:off x="2956921" y="633564"/>
              <a:ext cx="0" cy="661357"/>
            </a:xfrm>
            <a:prstGeom prst="line">
              <a:avLst/>
            </a:prstGeom>
            <a:ln w="12700">
              <a:solidFill>
                <a:schemeClr val="tx1"/>
              </a:solidFill>
              <a:prstDash val="sysDot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9" name="Straight Connector 218">
              <a:extLst>
                <a:ext uri="{FF2B5EF4-FFF2-40B4-BE49-F238E27FC236}">
                  <a16:creationId xmlns:a16="http://schemas.microsoft.com/office/drawing/2014/main" id="{2C7F2B05-E527-63AD-871E-BA0BCE86FDA6}"/>
                </a:ext>
              </a:extLst>
            </p:cNvPr>
            <p:cNvCxnSpPr/>
            <p:nvPr/>
          </p:nvCxnSpPr>
          <p:spPr>
            <a:xfrm>
              <a:off x="3565790" y="626521"/>
              <a:ext cx="0" cy="661357"/>
            </a:xfrm>
            <a:prstGeom prst="line">
              <a:avLst/>
            </a:prstGeom>
            <a:ln w="12700">
              <a:solidFill>
                <a:schemeClr val="tx1"/>
              </a:solidFill>
              <a:prstDash val="sysDot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222" name="Picture 221">
            <a:extLst>
              <a:ext uri="{FF2B5EF4-FFF2-40B4-BE49-F238E27FC236}">
                <a16:creationId xmlns:a16="http://schemas.microsoft.com/office/drawing/2014/main" id="{D444009E-84FF-965C-BD26-3F7452C1D47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418180"/>
            <a:ext cx="5197907" cy="1439820"/>
          </a:xfrm>
          <a:prstGeom prst="rect">
            <a:avLst/>
          </a:prstGeom>
        </p:spPr>
      </p:pic>
      <p:grpSp>
        <p:nvGrpSpPr>
          <p:cNvPr id="13" name="Group 12">
            <a:extLst>
              <a:ext uri="{FF2B5EF4-FFF2-40B4-BE49-F238E27FC236}">
                <a16:creationId xmlns:a16="http://schemas.microsoft.com/office/drawing/2014/main" id="{7430F714-E109-919C-86F5-08D4749E464A}"/>
              </a:ext>
            </a:extLst>
          </p:cNvPr>
          <p:cNvGrpSpPr/>
          <p:nvPr/>
        </p:nvGrpSpPr>
        <p:grpSpPr>
          <a:xfrm>
            <a:off x="2588900" y="323658"/>
            <a:ext cx="8879200" cy="6210684"/>
            <a:chOff x="1942544" y="1301750"/>
            <a:chExt cx="6082512" cy="4254500"/>
          </a:xfrm>
        </p:grpSpPr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B0BC4667-0F9D-8ADE-D892-A0A0AC36FEFB}"/>
                </a:ext>
              </a:extLst>
            </p:cNvPr>
            <p:cNvGrpSpPr/>
            <p:nvPr/>
          </p:nvGrpSpPr>
          <p:grpSpPr>
            <a:xfrm>
              <a:off x="1942544" y="1301750"/>
              <a:ext cx="6082512" cy="4254500"/>
              <a:chOff x="1942544" y="1301750"/>
              <a:chExt cx="6082512" cy="4254500"/>
            </a:xfrm>
          </p:grpSpPr>
          <p:sp>
            <p:nvSpPr>
              <p:cNvPr id="7" name="Cloud 6">
                <a:extLst>
                  <a:ext uri="{FF2B5EF4-FFF2-40B4-BE49-F238E27FC236}">
                    <a16:creationId xmlns:a16="http://schemas.microsoft.com/office/drawing/2014/main" id="{52A92E44-39B1-F2AB-8E5B-BD600E23D410}"/>
                  </a:ext>
                </a:extLst>
              </p:cNvPr>
              <p:cNvSpPr/>
              <p:nvPr/>
            </p:nvSpPr>
            <p:spPr>
              <a:xfrm rot="401311">
                <a:off x="1948500" y="1301750"/>
                <a:ext cx="6070600" cy="4254500"/>
              </a:xfrm>
              <a:prstGeom prst="cloud">
                <a:avLst/>
              </a:prstGeom>
              <a:solidFill>
                <a:schemeClr val="bg1"/>
              </a:solidFill>
              <a:ln w="38100">
                <a:solidFill>
                  <a:schemeClr val="bg1">
                    <a:lumMod val="75000"/>
                  </a:schemeClr>
                </a:solidFill>
                <a:prstDash val="sysDash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8" name="Cloud 7">
                <a:extLst>
                  <a:ext uri="{FF2B5EF4-FFF2-40B4-BE49-F238E27FC236}">
                    <a16:creationId xmlns:a16="http://schemas.microsoft.com/office/drawing/2014/main" id="{36C63203-66D7-11C3-A9F0-4D8C07B1FBD9}"/>
                  </a:ext>
                </a:extLst>
              </p:cNvPr>
              <p:cNvSpPr/>
              <p:nvPr/>
            </p:nvSpPr>
            <p:spPr>
              <a:xfrm rot="401311">
                <a:off x="1942544" y="1382575"/>
                <a:ext cx="6082512" cy="4118248"/>
              </a:xfrm>
              <a:prstGeom prst="cloud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</p:grp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B36B6658-10B7-FD13-E355-D96E90FCE6AD}"/>
                </a:ext>
              </a:extLst>
            </p:cNvPr>
            <p:cNvCxnSpPr>
              <a:cxnSpLocks/>
            </p:cNvCxnSpPr>
            <p:nvPr/>
          </p:nvCxnSpPr>
          <p:spPr>
            <a:xfrm>
              <a:off x="2133600" y="3429000"/>
              <a:ext cx="5867400" cy="0"/>
            </a:xfrm>
            <a:prstGeom prst="line">
              <a:avLst/>
            </a:prstGeom>
            <a:solidFill>
              <a:schemeClr val="bg1"/>
            </a:solidFill>
            <a:ln w="38100">
              <a:solidFill>
                <a:schemeClr val="bg1">
                  <a:lumMod val="75000"/>
                </a:schemeClr>
              </a:solidFill>
              <a:prstDash val="sys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sp>
        <p:nvSpPr>
          <p:cNvPr id="14" name="TextBox 13">
            <a:extLst>
              <a:ext uri="{FF2B5EF4-FFF2-40B4-BE49-F238E27FC236}">
                <a16:creationId xmlns:a16="http://schemas.microsoft.com/office/drawing/2014/main" id="{DAE5967F-ABBF-508A-2638-A0F3EB6D9293}"/>
              </a:ext>
            </a:extLst>
          </p:cNvPr>
          <p:cNvSpPr txBox="1"/>
          <p:nvPr/>
        </p:nvSpPr>
        <p:spPr>
          <a:xfrm>
            <a:off x="6238875" y="314003"/>
            <a:ext cx="818636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WIS2</a:t>
            </a:r>
          </a:p>
        </p:txBody>
      </p:sp>
      <p:grpSp>
        <p:nvGrpSpPr>
          <p:cNvPr id="225" name="Group 224">
            <a:extLst>
              <a:ext uri="{FF2B5EF4-FFF2-40B4-BE49-F238E27FC236}">
                <a16:creationId xmlns:a16="http://schemas.microsoft.com/office/drawing/2014/main" id="{6D94A1E7-5833-0BDB-5CF8-A37676D95885}"/>
              </a:ext>
            </a:extLst>
          </p:cNvPr>
          <p:cNvGrpSpPr/>
          <p:nvPr/>
        </p:nvGrpSpPr>
        <p:grpSpPr>
          <a:xfrm>
            <a:off x="350689" y="4160355"/>
            <a:ext cx="466050" cy="669682"/>
            <a:chOff x="1159011" y="4934512"/>
            <a:chExt cx="466050" cy="669682"/>
          </a:xfrm>
        </p:grpSpPr>
        <p:sp>
          <p:nvSpPr>
            <p:cNvPr id="224" name="Rectangle: Rounded Corners 223">
              <a:extLst>
                <a:ext uri="{FF2B5EF4-FFF2-40B4-BE49-F238E27FC236}">
                  <a16:creationId xmlns:a16="http://schemas.microsoft.com/office/drawing/2014/main" id="{4C2140D5-68DB-30E1-260C-444EC960E7DA}"/>
                </a:ext>
              </a:extLst>
            </p:cNvPr>
            <p:cNvSpPr/>
            <p:nvPr/>
          </p:nvSpPr>
          <p:spPr>
            <a:xfrm>
              <a:off x="1159011" y="4934512"/>
              <a:ext cx="466050" cy="669682"/>
            </a:xfrm>
            <a:prstGeom prst="roundRect">
              <a:avLst>
                <a:gd name="adj" fmla="val 8535"/>
              </a:avLst>
            </a:prstGeom>
            <a:solidFill>
              <a:schemeClr val="bg1"/>
            </a:solidFill>
            <a:ln w="12700">
              <a:prstDash val="sys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218" name="Rectangle 217">
              <a:extLst>
                <a:ext uri="{FF2B5EF4-FFF2-40B4-BE49-F238E27FC236}">
                  <a16:creationId xmlns:a16="http://schemas.microsoft.com/office/drawing/2014/main" id="{5A2B5833-9FD5-FFA0-62BA-995E9ED4D6E0}"/>
                </a:ext>
              </a:extLst>
            </p:cNvPr>
            <p:cNvSpPr/>
            <p:nvPr/>
          </p:nvSpPr>
          <p:spPr>
            <a:xfrm>
              <a:off x="1307134" y="5356687"/>
              <a:ext cx="169804" cy="169804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A</a:t>
              </a:r>
            </a:p>
          </p:txBody>
        </p:sp>
        <p:pic>
          <p:nvPicPr>
            <p:cNvPr id="223" name="Picture 222" descr="A black and white symbol&#10;&#10;Description automatically generated">
              <a:extLst>
                <a:ext uri="{FF2B5EF4-FFF2-40B4-BE49-F238E27FC236}">
                  <a16:creationId xmlns:a16="http://schemas.microsoft.com/office/drawing/2014/main" id="{5427E879-5A1D-D9F7-5F9C-CB2AE53E5F4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216187" y="4970684"/>
              <a:ext cx="351698" cy="351696"/>
            </a:xfrm>
            <a:prstGeom prst="rect">
              <a:avLst/>
            </a:prstGeom>
          </p:spPr>
        </p:pic>
      </p:grpSp>
      <p:grpSp>
        <p:nvGrpSpPr>
          <p:cNvPr id="234" name="Group 233">
            <a:extLst>
              <a:ext uri="{FF2B5EF4-FFF2-40B4-BE49-F238E27FC236}">
                <a16:creationId xmlns:a16="http://schemas.microsoft.com/office/drawing/2014/main" id="{65160FFC-DCD3-230F-B4B4-5C3E560F94EB}"/>
              </a:ext>
            </a:extLst>
          </p:cNvPr>
          <p:cNvGrpSpPr/>
          <p:nvPr/>
        </p:nvGrpSpPr>
        <p:grpSpPr>
          <a:xfrm>
            <a:off x="858066" y="4163562"/>
            <a:ext cx="466050" cy="669682"/>
            <a:chOff x="1159011" y="4934512"/>
            <a:chExt cx="466050" cy="669682"/>
          </a:xfrm>
        </p:grpSpPr>
        <p:sp>
          <p:nvSpPr>
            <p:cNvPr id="235" name="Rectangle: Rounded Corners 234">
              <a:extLst>
                <a:ext uri="{FF2B5EF4-FFF2-40B4-BE49-F238E27FC236}">
                  <a16:creationId xmlns:a16="http://schemas.microsoft.com/office/drawing/2014/main" id="{EBE06E7A-4207-E0FA-A766-CAFFCAB0CF97}"/>
                </a:ext>
              </a:extLst>
            </p:cNvPr>
            <p:cNvSpPr/>
            <p:nvPr/>
          </p:nvSpPr>
          <p:spPr>
            <a:xfrm>
              <a:off x="1159011" y="4934512"/>
              <a:ext cx="466050" cy="669682"/>
            </a:xfrm>
            <a:prstGeom prst="roundRect">
              <a:avLst>
                <a:gd name="adj" fmla="val 8535"/>
              </a:avLst>
            </a:prstGeom>
            <a:solidFill>
              <a:schemeClr val="bg1"/>
            </a:solidFill>
            <a:ln w="12700">
              <a:prstDash val="sys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236" name="Rectangle 235">
              <a:extLst>
                <a:ext uri="{FF2B5EF4-FFF2-40B4-BE49-F238E27FC236}">
                  <a16:creationId xmlns:a16="http://schemas.microsoft.com/office/drawing/2014/main" id="{5B4D57D8-C850-4A3E-7158-AD88978F2ADE}"/>
                </a:ext>
              </a:extLst>
            </p:cNvPr>
            <p:cNvSpPr/>
            <p:nvPr/>
          </p:nvSpPr>
          <p:spPr>
            <a:xfrm>
              <a:off x="1307134" y="5356687"/>
              <a:ext cx="169804" cy="169804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B</a:t>
              </a:r>
            </a:p>
          </p:txBody>
        </p:sp>
        <p:pic>
          <p:nvPicPr>
            <p:cNvPr id="237" name="Picture 236" descr="A black and white symbol&#10;&#10;Description automatically generated">
              <a:extLst>
                <a:ext uri="{FF2B5EF4-FFF2-40B4-BE49-F238E27FC236}">
                  <a16:creationId xmlns:a16="http://schemas.microsoft.com/office/drawing/2014/main" id="{93960982-746F-8D80-6657-D2E2DFE85679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216187" y="4970684"/>
              <a:ext cx="351698" cy="351696"/>
            </a:xfrm>
            <a:prstGeom prst="rect">
              <a:avLst/>
            </a:prstGeom>
          </p:spPr>
        </p:pic>
      </p:grpSp>
      <p:grpSp>
        <p:nvGrpSpPr>
          <p:cNvPr id="238" name="Group 237">
            <a:extLst>
              <a:ext uri="{FF2B5EF4-FFF2-40B4-BE49-F238E27FC236}">
                <a16:creationId xmlns:a16="http://schemas.microsoft.com/office/drawing/2014/main" id="{9DDEE671-EDAF-EE43-0C73-9D5683E2FAC0}"/>
              </a:ext>
            </a:extLst>
          </p:cNvPr>
          <p:cNvGrpSpPr/>
          <p:nvPr/>
        </p:nvGrpSpPr>
        <p:grpSpPr>
          <a:xfrm>
            <a:off x="856832" y="4869695"/>
            <a:ext cx="466050" cy="669682"/>
            <a:chOff x="1159011" y="4934512"/>
            <a:chExt cx="466050" cy="669682"/>
          </a:xfrm>
        </p:grpSpPr>
        <p:sp>
          <p:nvSpPr>
            <p:cNvPr id="239" name="Rectangle: Rounded Corners 238">
              <a:extLst>
                <a:ext uri="{FF2B5EF4-FFF2-40B4-BE49-F238E27FC236}">
                  <a16:creationId xmlns:a16="http://schemas.microsoft.com/office/drawing/2014/main" id="{D7EECBFE-64EC-1A20-F4B6-75CB1390457E}"/>
                </a:ext>
              </a:extLst>
            </p:cNvPr>
            <p:cNvSpPr/>
            <p:nvPr/>
          </p:nvSpPr>
          <p:spPr>
            <a:xfrm>
              <a:off x="1159011" y="4934512"/>
              <a:ext cx="466050" cy="669682"/>
            </a:xfrm>
            <a:prstGeom prst="roundRect">
              <a:avLst>
                <a:gd name="adj" fmla="val 8535"/>
              </a:avLst>
            </a:prstGeom>
            <a:solidFill>
              <a:schemeClr val="bg1"/>
            </a:solidFill>
            <a:ln w="12700">
              <a:prstDash val="sys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240" name="Rectangle 239">
              <a:extLst>
                <a:ext uri="{FF2B5EF4-FFF2-40B4-BE49-F238E27FC236}">
                  <a16:creationId xmlns:a16="http://schemas.microsoft.com/office/drawing/2014/main" id="{94A8E185-D684-A7DE-A027-904C7A54E230}"/>
                </a:ext>
              </a:extLst>
            </p:cNvPr>
            <p:cNvSpPr/>
            <p:nvPr/>
          </p:nvSpPr>
          <p:spPr>
            <a:xfrm>
              <a:off x="1307134" y="5356687"/>
              <a:ext cx="169804" cy="169804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D</a:t>
              </a:r>
            </a:p>
          </p:txBody>
        </p:sp>
        <p:pic>
          <p:nvPicPr>
            <p:cNvPr id="241" name="Picture 240" descr="A black and white symbol&#10;&#10;Description automatically generated">
              <a:extLst>
                <a:ext uri="{FF2B5EF4-FFF2-40B4-BE49-F238E27FC236}">
                  <a16:creationId xmlns:a16="http://schemas.microsoft.com/office/drawing/2014/main" id="{081BA8B4-3ED1-0B45-CACB-D24F287DEBEF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216187" y="4970684"/>
              <a:ext cx="351698" cy="351696"/>
            </a:xfrm>
            <a:prstGeom prst="rect">
              <a:avLst/>
            </a:prstGeom>
          </p:spPr>
        </p:pic>
      </p:grpSp>
      <p:grpSp>
        <p:nvGrpSpPr>
          <p:cNvPr id="242" name="Group 241">
            <a:extLst>
              <a:ext uri="{FF2B5EF4-FFF2-40B4-BE49-F238E27FC236}">
                <a16:creationId xmlns:a16="http://schemas.microsoft.com/office/drawing/2014/main" id="{8C752E00-679A-812F-FA8F-67C0B53EDBC1}"/>
              </a:ext>
            </a:extLst>
          </p:cNvPr>
          <p:cNvGrpSpPr/>
          <p:nvPr/>
        </p:nvGrpSpPr>
        <p:grpSpPr>
          <a:xfrm>
            <a:off x="349454" y="4869695"/>
            <a:ext cx="466050" cy="669682"/>
            <a:chOff x="1159011" y="4934512"/>
            <a:chExt cx="466050" cy="669682"/>
          </a:xfrm>
        </p:grpSpPr>
        <p:sp>
          <p:nvSpPr>
            <p:cNvPr id="243" name="Rectangle: Rounded Corners 242">
              <a:extLst>
                <a:ext uri="{FF2B5EF4-FFF2-40B4-BE49-F238E27FC236}">
                  <a16:creationId xmlns:a16="http://schemas.microsoft.com/office/drawing/2014/main" id="{74CA86E9-0704-351C-4F08-8C7F6323A861}"/>
                </a:ext>
              </a:extLst>
            </p:cNvPr>
            <p:cNvSpPr/>
            <p:nvPr/>
          </p:nvSpPr>
          <p:spPr>
            <a:xfrm>
              <a:off x="1159011" y="4934512"/>
              <a:ext cx="466050" cy="669682"/>
            </a:xfrm>
            <a:prstGeom prst="roundRect">
              <a:avLst>
                <a:gd name="adj" fmla="val 8535"/>
              </a:avLst>
            </a:prstGeom>
            <a:solidFill>
              <a:schemeClr val="bg1"/>
            </a:solidFill>
            <a:ln w="12700">
              <a:prstDash val="sys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244" name="Rectangle 243">
              <a:extLst>
                <a:ext uri="{FF2B5EF4-FFF2-40B4-BE49-F238E27FC236}">
                  <a16:creationId xmlns:a16="http://schemas.microsoft.com/office/drawing/2014/main" id="{23962550-D6EC-2315-2438-D2E8FBB94362}"/>
                </a:ext>
              </a:extLst>
            </p:cNvPr>
            <p:cNvSpPr/>
            <p:nvPr/>
          </p:nvSpPr>
          <p:spPr>
            <a:xfrm>
              <a:off x="1307134" y="5356687"/>
              <a:ext cx="169804" cy="169804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C</a:t>
              </a:r>
            </a:p>
          </p:txBody>
        </p:sp>
        <p:pic>
          <p:nvPicPr>
            <p:cNvPr id="245" name="Picture 244" descr="A black and white symbol&#10;&#10;Description automatically generated">
              <a:extLst>
                <a:ext uri="{FF2B5EF4-FFF2-40B4-BE49-F238E27FC236}">
                  <a16:creationId xmlns:a16="http://schemas.microsoft.com/office/drawing/2014/main" id="{CA32FE17-99FC-55FB-FA2E-0948D5AF443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216187" y="4970684"/>
              <a:ext cx="351698" cy="351696"/>
            </a:xfrm>
            <a:prstGeom prst="rect">
              <a:avLst/>
            </a:prstGeom>
          </p:spPr>
        </p:pic>
      </p:grpSp>
      <p:grpSp>
        <p:nvGrpSpPr>
          <p:cNvPr id="249" name="Group 248">
            <a:extLst>
              <a:ext uri="{FF2B5EF4-FFF2-40B4-BE49-F238E27FC236}">
                <a16:creationId xmlns:a16="http://schemas.microsoft.com/office/drawing/2014/main" id="{ACD7EBDE-EC59-CB99-D245-BE5BE2FBAFAB}"/>
              </a:ext>
            </a:extLst>
          </p:cNvPr>
          <p:cNvGrpSpPr/>
          <p:nvPr/>
        </p:nvGrpSpPr>
        <p:grpSpPr>
          <a:xfrm>
            <a:off x="1633202" y="1621248"/>
            <a:ext cx="1960897" cy="3158269"/>
            <a:chOff x="1633202" y="1621248"/>
            <a:chExt cx="1960897" cy="3158269"/>
          </a:xfrm>
        </p:grpSpPr>
        <p:sp>
          <p:nvSpPr>
            <p:cNvPr id="247" name="Rectangle: Rounded Corners 246">
              <a:extLst>
                <a:ext uri="{FF2B5EF4-FFF2-40B4-BE49-F238E27FC236}">
                  <a16:creationId xmlns:a16="http://schemas.microsoft.com/office/drawing/2014/main" id="{32B63C55-1719-939A-7856-CE5CBD47DD19}"/>
                </a:ext>
              </a:extLst>
            </p:cNvPr>
            <p:cNvSpPr/>
            <p:nvPr/>
          </p:nvSpPr>
          <p:spPr>
            <a:xfrm>
              <a:off x="1633202" y="1858519"/>
              <a:ext cx="1960897" cy="2920998"/>
            </a:xfrm>
            <a:prstGeom prst="roundRect">
              <a:avLst>
                <a:gd name="adj" fmla="val 3624"/>
              </a:avLst>
            </a:prstGeom>
            <a:solidFill>
              <a:schemeClr val="bg1">
                <a:lumMod val="95000"/>
                <a:alpha val="50196"/>
              </a:schemeClr>
            </a:solidFill>
            <a:ln w="12700">
              <a:solidFill>
                <a:schemeClr val="tx1">
                  <a:lumMod val="50000"/>
                  <a:lumOff val="50000"/>
                </a:schemeClr>
              </a:solidFill>
              <a:prstDash val="sysDot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248" name="TextBox 247">
              <a:extLst>
                <a:ext uri="{FF2B5EF4-FFF2-40B4-BE49-F238E27FC236}">
                  <a16:creationId xmlns:a16="http://schemas.microsoft.com/office/drawing/2014/main" id="{640FBB0C-1D06-AB01-62CA-FC010CF00E29}"/>
                </a:ext>
              </a:extLst>
            </p:cNvPr>
            <p:cNvSpPr txBox="1"/>
            <p:nvPr/>
          </p:nvSpPr>
          <p:spPr>
            <a:xfrm>
              <a:off x="2059127" y="1621248"/>
              <a:ext cx="1179193" cy="2539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5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WIS Centre</a:t>
              </a:r>
              <a:endParaRPr kumimoji="0" lang="en-GB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246" name="Group 245">
            <a:extLst>
              <a:ext uri="{FF2B5EF4-FFF2-40B4-BE49-F238E27FC236}">
                <a16:creationId xmlns:a16="http://schemas.microsoft.com/office/drawing/2014/main" id="{ED9A5146-5758-EFDE-DD2A-0476ADD894B4}"/>
              </a:ext>
            </a:extLst>
          </p:cNvPr>
          <p:cNvGrpSpPr/>
          <p:nvPr/>
        </p:nvGrpSpPr>
        <p:grpSpPr>
          <a:xfrm>
            <a:off x="238558" y="2004858"/>
            <a:ext cx="2724621" cy="2574854"/>
            <a:chOff x="238558" y="2004858"/>
            <a:chExt cx="2724621" cy="2574854"/>
          </a:xfrm>
        </p:grpSpPr>
        <p:pic>
          <p:nvPicPr>
            <p:cNvPr id="52" name="Picture 51">
              <a:extLst>
                <a:ext uri="{FF2B5EF4-FFF2-40B4-BE49-F238E27FC236}">
                  <a16:creationId xmlns:a16="http://schemas.microsoft.com/office/drawing/2014/main" id="{0F6A2EA0-75C6-3C76-C2F4-E29E544E05F2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256121" y="3053461"/>
              <a:ext cx="1338982" cy="751078"/>
            </a:xfrm>
            <a:prstGeom prst="rect">
              <a:avLst/>
            </a:prstGeom>
          </p:spPr>
        </p:pic>
        <p:grpSp>
          <p:nvGrpSpPr>
            <p:cNvPr id="53" name="Group 52">
              <a:extLst>
                <a:ext uri="{FF2B5EF4-FFF2-40B4-BE49-F238E27FC236}">
                  <a16:creationId xmlns:a16="http://schemas.microsoft.com/office/drawing/2014/main" id="{4252D325-A07F-7E69-8041-13FCCC9B9941}"/>
                </a:ext>
              </a:extLst>
            </p:cNvPr>
            <p:cNvGrpSpPr/>
            <p:nvPr/>
          </p:nvGrpSpPr>
          <p:grpSpPr>
            <a:xfrm>
              <a:off x="2334271" y="2004858"/>
              <a:ext cx="628907" cy="910662"/>
              <a:chOff x="6648193" y="889820"/>
              <a:chExt cx="628907" cy="910662"/>
            </a:xfrm>
          </p:grpSpPr>
          <p:sp>
            <p:nvSpPr>
              <p:cNvPr id="54" name="Rectangle: Rounded Corners 53">
                <a:extLst>
                  <a:ext uri="{FF2B5EF4-FFF2-40B4-BE49-F238E27FC236}">
                    <a16:creationId xmlns:a16="http://schemas.microsoft.com/office/drawing/2014/main" id="{E03BCAE3-2007-1EB5-3994-F3638B2AFD23}"/>
                  </a:ext>
                </a:extLst>
              </p:cNvPr>
              <p:cNvSpPr/>
              <p:nvPr/>
            </p:nvSpPr>
            <p:spPr>
              <a:xfrm>
                <a:off x="6648193" y="1171575"/>
                <a:ext cx="628907" cy="628907"/>
              </a:xfrm>
              <a:prstGeom prst="roundRect">
                <a:avLst>
                  <a:gd name="adj" fmla="val 8678"/>
                </a:avLst>
              </a:prstGeom>
              <a:solidFill>
                <a:schemeClr val="bg1"/>
              </a:solidFill>
              <a:ln w="28575">
                <a:solidFill>
                  <a:srgbClr val="3963DA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3963DA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3963DA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WIS2 Node</a:t>
                </a:r>
              </a:p>
            </p:txBody>
          </p:sp>
          <p:pic>
            <p:nvPicPr>
              <p:cNvPr id="55" name="Picture 54">
                <a:extLst>
                  <a:ext uri="{FF2B5EF4-FFF2-40B4-BE49-F238E27FC236}">
                    <a16:creationId xmlns:a16="http://schemas.microsoft.com/office/drawing/2014/main" id="{E7CBE617-E97E-2CCD-157B-4712568D11F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6701185" y="889820"/>
                <a:ext cx="522922" cy="532516"/>
              </a:xfrm>
              <a:prstGeom prst="rect">
                <a:avLst/>
              </a:prstGeom>
            </p:spPr>
          </p:pic>
        </p:grpSp>
        <p:sp>
          <p:nvSpPr>
            <p:cNvPr id="56" name="Rectangle: Rounded Corners 55">
              <a:extLst>
                <a:ext uri="{FF2B5EF4-FFF2-40B4-BE49-F238E27FC236}">
                  <a16:creationId xmlns:a16="http://schemas.microsoft.com/office/drawing/2014/main" id="{316CE5E2-BCFB-2389-017B-D3101D386E2F}"/>
                </a:ext>
              </a:extLst>
            </p:cNvPr>
            <p:cNvSpPr/>
            <p:nvPr/>
          </p:nvSpPr>
          <p:spPr>
            <a:xfrm>
              <a:off x="2334272" y="3950805"/>
              <a:ext cx="628907" cy="628907"/>
            </a:xfrm>
            <a:prstGeom prst="roundRect">
              <a:avLst>
                <a:gd name="adj" fmla="val 8678"/>
              </a:avLst>
            </a:pr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MSS</a:t>
              </a:r>
            </a:p>
          </p:txBody>
        </p:sp>
        <p:cxnSp>
          <p:nvCxnSpPr>
            <p:cNvPr id="58" name="Straight Arrow Connector 57">
              <a:extLst>
                <a:ext uri="{FF2B5EF4-FFF2-40B4-BE49-F238E27FC236}">
                  <a16:creationId xmlns:a16="http://schemas.microsoft.com/office/drawing/2014/main" id="{2882165B-F489-68FF-DD61-4FA851CD3D51}"/>
                </a:ext>
              </a:extLst>
            </p:cNvPr>
            <p:cNvCxnSpPr/>
            <p:nvPr/>
          </p:nvCxnSpPr>
          <p:spPr>
            <a:xfrm flipV="1">
              <a:off x="1476375" y="2733675"/>
              <a:ext cx="751592" cy="419100"/>
            </a:xfrm>
            <a:prstGeom prst="straightConnector1">
              <a:avLst/>
            </a:prstGeom>
            <a:ln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Straight Arrow Connector 60">
              <a:extLst>
                <a:ext uri="{FF2B5EF4-FFF2-40B4-BE49-F238E27FC236}">
                  <a16:creationId xmlns:a16="http://schemas.microsoft.com/office/drawing/2014/main" id="{882A7EAE-6510-9756-82B2-49B75BC939F9}"/>
                </a:ext>
              </a:extLst>
            </p:cNvPr>
            <p:cNvCxnSpPr>
              <a:cxnSpLocks/>
            </p:cNvCxnSpPr>
            <p:nvPr/>
          </p:nvCxnSpPr>
          <p:spPr>
            <a:xfrm>
              <a:off x="1476375" y="3741255"/>
              <a:ext cx="751592" cy="419100"/>
            </a:xfrm>
            <a:prstGeom prst="straightConnector1">
              <a:avLst/>
            </a:prstGeom>
            <a:ln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62" name="TextBox 61">
              <a:extLst>
                <a:ext uri="{FF2B5EF4-FFF2-40B4-BE49-F238E27FC236}">
                  <a16:creationId xmlns:a16="http://schemas.microsoft.com/office/drawing/2014/main" id="{C1BD1DC6-5D14-45BF-6EB8-C6F3D9CF732F}"/>
                </a:ext>
              </a:extLst>
            </p:cNvPr>
            <p:cNvSpPr txBox="1"/>
            <p:nvPr/>
          </p:nvSpPr>
          <p:spPr>
            <a:xfrm>
              <a:off x="238558" y="3676872"/>
              <a:ext cx="1179193" cy="43858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5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data management system</a:t>
              </a: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</a:t>
              </a:r>
            </a:p>
          </p:txBody>
        </p:sp>
      </p:grpSp>
      <p:sp>
        <p:nvSpPr>
          <p:cNvPr id="250" name="TextBox 249">
            <a:extLst>
              <a:ext uri="{FF2B5EF4-FFF2-40B4-BE49-F238E27FC236}">
                <a16:creationId xmlns:a16="http://schemas.microsoft.com/office/drawing/2014/main" id="{4624865B-ADD3-565A-29A7-CD2FFA2BCE9C}"/>
              </a:ext>
            </a:extLst>
          </p:cNvPr>
          <p:cNvSpPr txBox="1"/>
          <p:nvPr/>
        </p:nvSpPr>
        <p:spPr>
          <a:xfrm>
            <a:off x="6619182" y="6359331"/>
            <a:ext cx="818636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GTS</a:t>
            </a:r>
          </a:p>
        </p:txBody>
      </p:sp>
      <p:sp>
        <p:nvSpPr>
          <p:cNvPr id="251" name="TextBox 250">
            <a:extLst>
              <a:ext uri="{FF2B5EF4-FFF2-40B4-BE49-F238E27FC236}">
                <a16:creationId xmlns:a16="http://schemas.microsoft.com/office/drawing/2014/main" id="{1371F214-6D4F-078B-3FEB-9E81870F76FB}"/>
              </a:ext>
            </a:extLst>
          </p:cNvPr>
          <p:cNvSpPr txBox="1"/>
          <p:nvPr/>
        </p:nvSpPr>
        <p:spPr>
          <a:xfrm>
            <a:off x="1558820" y="5324359"/>
            <a:ext cx="4111696" cy="1200329"/>
          </a:xfrm>
          <a:prstGeom prst="rect">
            <a:avLst/>
          </a:prstGeom>
          <a:solidFill>
            <a:srgbClr val="FFFFFF">
              <a:alpha val="69804"/>
            </a:srgbClr>
          </a:solidFill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WIS2 distribution example</a:t>
            </a: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Because these data-objects relate to reports distributed on GTS extra information is needed in the WNM …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D6F320C-55FE-B203-15F7-D9F09996CD7A}"/>
              </a:ext>
            </a:extLst>
          </p:cNvPr>
          <p:cNvSpPr txBox="1"/>
          <p:nvPr/>
        </p:nvSpPr>
        <p:spPr>
          <a:xfrm>
            <a:off x="2074853" y="3688682"/>
            <a:ext cx="117919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CCCC = </a:t>
            </a:r>
            <a:r>
              <a:rPr kumimoji="0" lang="en-GB" sz="12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TEST</a:t>
            </a:r>
            <a:endParaRPr kumimoji="0" lang="en-GB" sz="16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+mn-cs"/>
            </a:endParaRPr>
          </a:p>
        </p:txBody>
      </p:sp>
      <p:grpSp>
        <p:nvGrpSpPr>
          <p:cNvPr id="203" name="Group 202">
            <a:extLst>
              <a:ext uri="{FF2B5EF4-FFF2-40B4-BE49-F238E27FC236}">
                <a16:creationId xmlns:a16="http://schemas.microsoft.com/office/drawing/2014/main" id="{B402EDEE-7C44-FE48-C1F1-8BDFA7A33539}"/>
              </a:ext>
            </a:extLst>
          </p:cNvPr>
          <p:cNvGrpSpPr/>
          <p:nvPr/>
        </p:nvGrpSpPr>
        <p:grpSpPr>
          <a:xfrm>
            <a:off x="3037962" y="3577971"/>
            <a:ext cx="8224599" cy="2603109"/>
            <a:chOff x="3037962" y="3577971"/>
            <a:chExt cx="8224599" cy="2603109"/>
          </a:xfrm>
        </p:grpSpPr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8038386D-7EF0-BFA2-3686-EBD15F0D3910}"/>
                </a:ext>
              </a:extLst>
            </p:cNvPr>
            <p:cNvGrpSpPr/>
            <p:nvPr/>
          </p:nvGrpSpPr>
          <p:grpSpPr>
            <a:xfrm>
              <a:off x="4281843" y="4427055"/>
              <a:ext cx="628907" cy="628907"/>
              <a:chOff x="2867802" y="3950805"/>
              <a:chExt cx="628907" cy="628907"/>
            </a:xfrm>
          </p:grpSpPr>
          <p:sp>
            <p:nvSpPr>
              <p:cNvPr id="4" name="Oval 3">
                <a:extLst>
                  <a:ext uri="{FF2B5EF4-FFF2-40B4-BE49-F238E27FC236}">
                    <a16:creationId xmlns:a16="http://schemas.microsoft.com/office/drawing/2014/main" id="{0F106717-D9C5-7E83-04DF-0654CF59BC17}"/>
                  </a:ext>
                </a:extLst>
              </p:cNvPr>
              <p:cNvSpPr/>
              <p:nvPr/>
            </p:nvSpPr>
            <p:spPr>
              <a:xfrm>
                <a:off x="2867802" y="3950805"/>
                <a:ext cx="628907" cy="628907"/>
              </a:xfrm>
              <a:prstGeom prst="ellipse">
                <a:avLst/>
              </a:prstGeom>
              <a:solidFill>
                <a:schemeClr val="bg1"/>
              </a:solidFill>
              <a:ln w="28575"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E3C2D242-252C-1D9E-8AE0-13E0CB34DD98}"/>
                  </a:ext>
                </a:extLst>
              </p:cNvPr>
              <p:cNvSpPr txBox="1"/>
              <p:nvPr/>
            </p:nvSpPr>
            <p:spPr>
              <a:xfrm>
                <a:off x="2949594" y="4126758"/>
                <a:ext cx="465322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2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white">
                        <a:lumMod val="75000"/>
                      </a:prstClr>
                    </a:solidFill>
                    <a:effectLst/>
                    <a:uLnTx/>
                    <a:uFillTx/>
                    <a:latin typeface="Aptos" panose="020B0004020202020204" pitchFamily="34" charset="0"/>
                    <a:ea typeface="+mn-ea"/>
                    <a:cs typeface="Arial" panose="020B0604020202020204" pitchFamily="34" charset="0"/>
                  </a:rPr>
                  <a:t>RTH</a:t>
                </a:r>
              </a:p>
            </p:txBody>
          </p:sp>
        </p:grpSp>
        <p:cxnSp>
          <p:nvCxnSpPr>
            <p:cNvPr id="6" name="Straight Arrow Connector 5">
              <a:extLst>
                <a:ext uri="{FF2B5EF4-FFF2-40B4-BE49-F238E27FC236}">
                  <a16:creationId xmlns:a16="http://schemas.microsoft.com/office/drawing/2014/main" id="{94B87A38-7B7D-122E-0565-A1188E92C5AF}"/>
                </a:ext>
              </a:extLst>
            </p:cNvPr>
            <p:cNvCxnSpPr>
              <a:cxnSpLocks/>
            </p:cNvCxnSpPr>
            <p:nvPr/>
          </p:nvCxnSpPr>
          <p:spPr>
            <a:xfrm>
              <a:off x="3037962" y="4315266"/>
              <a:ext cx="1175587" cy="306792"/>
            </a:xfrm>
            <a:prstGeom prst="straightConnector1">
              <a:avLst/>
            </a:prstGeom>
            <a:ln>
              <a:solidFill>
                <a:schemeClr val="bg1">
                  <a:lumMod val="85000"/>
                </a:schemeClr>
              </a:solidFill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F34FD71F-DEC7-520F-FFCC-4604C51A6CDB}"/>
                </a:ext>
              </a:extLst>
            </p:cNvPr>
            <p:cNvGrpSpPr/>
            <p:nvPr/>
          </p:nvGrpSpPr>
          <p:grpSpPr>
            <a:xfrm>
              <a:off x="6188224" y="3577971"/>
              <a:ext cx="628907" cy="628907"/>
              <a:chOff x="2867802" y="3950805"/>
              <a:chExt cx="628907" cy="628907"/>
            </a:xfrm>
          </p:grpSpPr>
          <p:sp>
            <p:nvSpPr>
              <p:cNvPr id="12" name="Oval 11">
                <a:extLst>
                  <a:ext uri="{FF2B5EF4-FFF2-40B4-BE49-F238E27FC236}">
                    <a16:creationId xmlns:a16="http://schemas.microsoft.com/office/drawing/2014/main" id="{479380AD-0F31-7982-A420-286088CE19CB}"/>
                  </a:ext>
                </a:extLst>
              </p:cNvPr>
              <p:cNvSpPr/>
              <p:nvPr/>
            </p:nvSpPr>
            <p:spPr>
              <a:xfrm>
                <a:off x="2867802" y="3950805"/>
                <a:ext cx="628907" cy="628907"/>
              </a:xfrm>
              <a:prstGeom prst="ellipse">
                <a:avLst/>
              </a:prstGeom>
              <a:solidFill>
                <a:schemeClr val="bg1"/>
              </a:solidFill>
              <a:ln w="28575"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5D2B80E8-DF3D-8CEF-8FE0-354AA689661F}"/>
                  </a:ext>
                </a:extLst>
              </p:cNvPr>
              <p:cNvSpPr txBox="1"/>
              <p:nvPr/>
            </p:nvSpPr>
            <p:spPr>
              <a:xfrm>
                <a:off x="2949594" y="4068702"/>
                <a:ext cx="465322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2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white">
                        <a:lumMod val="75000"/>
                      </a:prstClr>
                    </a:solidFill>
                    <a:effectLst/>
                    <a:uLnTx/>
                    <a:uFillTx/>
                    <a:latin typeface="Aptos" panose="020B0004020202020204" pitchFamily="34" charset="0"/>
                    <a:ea typeface="+mn-ea"/>
                    <a:cs typeface="Arial" panose="020B0604020202020204" pitchFamily="34" charset="0"/>
                  </a:rPr>
                  <a:t>RTH</a:t>
                </a:r>
              </a:p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8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white">
                        <a:lumMod val="75000"/>
                      </a:prstClr>
                    </a:solidFill>
                    <a:effectLst/>
                    <a:uLnTx/>
                    <a:uFillTx/>
                    <a:latin typeface="Aptos" panose="020B0004020202020204" pitchFamily="34" charset="0"/>
                    <a:ea typeface="+mn-ea"/>
                    <a:cs typeface="Arial" panose="020B0604020202020204" pitchFamily="34" charset="0"/>
                  </a:rPr>
                  <a:t>Exeter</a:t>
                </a:r>
              </a:p>
            </p:txBody>
          </p:sp>
        </p:grp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35B9C7A2-CCEA-AC04-40F9-045438E08B86}"/>
                </a:ext>
              </a:extLst>
            </p:cNvPr>
            <p:cNvGrpSpPr/>
            <p:nvPr/>
          </p:nvGrpSpPr>
          <p:grpSpPr>
            <a:xfrm>
              <a:off x="9293175" y="3577971"/>
              <a:ext cx="628907" cy="628907"/>
              <a:chOff x="2867802" y="3950805"/>
              <a:chExt cx="628907" cy="628907"/>
            </a:xfrm>
          </p:grpSpPr>
          <p:sp>
            <p:nvSpPr>
              <p:cNvPr id="23" name="Oval 22">
                <a:extLst>
                  <a:ext uri="{FF2B5EF4-FFF2-40B4-BE49-F238E27FC236}">
                    <a16:creationId xmlns:a16="http://schemas.microsoft.com/office/drawing/2014/main" id="{272136BF-283B-1EB8-4823-669E387F5A21}"/>
                  </a:ext>
                </a:extLst>
              </p:cNvPr>
              <p:cNvSpPr/>
              <p:nvPr/>
            </p:nvSpPr>
            <p:spPr>
              <a:xfrm>
                <a:off x="2867802" y="3950805"/>
                <a:ext cx="628907" cy="628907"/>
              </a:xfrm>
              <a:prstGeom prst="ellipse">
                <a:avLst/>
              </a:prstGeom>
              <a:solidFill>
                <a:schemeClr val="bg1"/>
              </a:solidFill>
              <a:ln w="28575"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B359A62F-CA74-03B6-0A6A-A41AA2278EA1}"/>
                  </a:ext>
                </a:extLst>
              </p:cNvPr>
              <p:cNvSpPr txBox="1"/>
              <p:nvPr/>
            </p:nvSpPr>
            <p:spPr>
              <a:xfrm>
                <a:off x="2932200" y="4068702"/>
                <a:ext cx="500110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2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white">
                        <a:lumMod val="75000"/>
                      </a:prstClr>
                    </a:solidFill>
                    <a:effectLst/>
                    <a:uLnTx/>
                    <a:uFillTx/>
                    <a:latin typeface="Aptos" panose="020B0004020202020204" pitchFamily="34" charset="0"/>
                    <a:ea typeface="+mn-ea"/>
                    <a:cs typeface="Arial" panose="020B0604020202020204" pitchFamily="34" charset="0"/>
                  </a:rPr>
                  <a:t>RTH</a:t>
                </a:r>
              </a:p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8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white">
                        <a:lumMod val="75000"/>
                      </a:prstClr>
                    </a:solidFill>
                    <a:effectLst/>
                    <a:uLnTx/>
                    <a:uFillTx/>
                    <a:latin typeface="Aptos" panose="020B0004020202020204" pitchFamily="34" charset="0"/>
                    <a:ea typeface="+mn-ea"/>
                    <a:cs typeface="Arial" panose="020B0604020202020204" pitchFamily="34" charset="0"/>
                  </a:rPr>
                  <a:t>Beijing</a:t>
                </a:r>
                <a:endParaRPr kumimoji="0" lang="en-GB" sz="700" b="0" i="0" u="none" strike="noStrike" kern="0" cap="none" spc="0" normalizeH="0" baseline="0" noProof="0" dirty="0">
                  <a:ln>
                    <a:noFill/>
                  </a:ln>
                  <a:solidFill>
                    <a:prstClr val="white">
                      <a:lumMod val="75000"/>
                    </a:prstClr>
                  </a:solidFill>
                  <a:effectLst/>
                  <a:uLnTx/>
                  <a:uFillTx/>
                  <a:latin typeface="Aptos" panose="020B0004020202020204" pitchFamily="34" charset="0"/>
                  <a:ea typeface="+mn-ea"/>
                  <a:cs typeface="Arial" panose="020B0604020202020204" pitchFamily="34" charset="0"/>
                </a:endParaRPr>
              </a:p>
            </p:txBody>
          </p:sp>
        </p:grpSp>
        <p:grpSp>
          <p:nvGrpSpPr>
            <p:cNvPr id="26" name="Group 25">
              <a:extLst>
                <a:ext uri="{FF2B5EF4-FFF2-40B4-BE49-F238E27FC236}">
                  <a16:creationId xmlns:a16="http://schemas.microsoft.com/office/drawing/2014/main" id="{54F05FA5-DFDA-AD03-7CD4-F71E80E32778}"/>
                </a:ext>
              </a:extLst>
            </p:cNvPr>
            <p:cNvGrpSpPr/>
            <p:nvPr/>
          </p:nvGrpSpPr>
          <p:grpSpPr>
            <a:xfrm>
              <a:off x="6521485" y="5413675"/>
              <a:ext cx="628907" cy="628907"/>
              <a:chOff x="2867802" y="3950805"/>
              <a:chExt cx="628907" cy="628907"/>
            </a:xfrm>
          </p:grpSpPr>
          <p:sp>
            <p:nvSpPr>
              <p:cNvPr id="27" name="Oval 26">
                <a:extLst>
                  <a:ext uri="{FF2B5EF4-FFF2-40B4-BE49-F238E27FC236}">
                    <a16:creationId xmlns:a16="http://schemas.microsoft.com/office/drawing/2014/main" id="{B76AAC7C-DB24-B1B6-B5C8-1234806B298E}"/>
                  </a:ext>
                </a:extLst>
              </p:cNvPr>
              <p:cNvSpPr/>
              <p:nvPr/>
            </p:nvSpPr>
            <p:spPr>
              <a:xfrm>
                <a:off x="2867802" y="3950805"/>
                <a:ext cx="628907" cy="628907"/>
              </a:xfrm>
              <a:prstGeom prst="ellipse">
                <a:avLst/>
              </a:prstGeom>
              <a:solidFill>
                <a:schemeClr val="bg1"/>
              </a:solidFill>
              <a:ln w="28575"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>
                      <a:lumMod val="65000"/>
                    </a:prstClr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84A8A6B4-4B19-DD0A-7820-017D7373D938}"/>
                  </a:ext>
                </a:extLst>
              </p:cNvPr>
              <p:cNvSpPr txBox="1"/>
              <p:nvPr/>
            </p:nvSpPr>
            <p:spPr>
              <a:xfrm>
                <a:off x="2949594" y="4126758"/>
                <a:ext cx="465322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2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white">
                        <a:lumMod val="75000"/>
                      </a:prstClr>
                    </a:solidFill>
                    <a:effectLst/>
                    <a:uLnTx/>
                    <a:uFillTx/>
                    <a:latin typeface="Aptos" panose="020B0004020202020204" pitchFamily="34" charset="0"/>
                    <a:ea typeface="+mn-ea"/>
                    <a:cs typeface="Arial" panose="020B0604020202020204" pitchFamily="34" charset="0"/>
                  </a:rPr>
                  <a:t>RTH</a:t>
                </a:r>
              </a:p>
            </p:txBody>
          </p:sp>
        </p:grpSp>
        <p:grpSp>
          <p:nvGrpSpPr>
            <p:cNvPr id="29" name="Group 28">
              <a:extLst>
                <a:ext uri="{FF2B5EF4-FFF2-40B4-BE49-F238E27FC236}">
                  <a16:creationId xmlns:a16="http://schemas.microsoft.com/office/drawing/2014/main" id="{0B83C64A-BF17-3C98-589C-F0F8EA2109B5}"/>
                </a:ext>
              </a:extLst>
            </p:cNvPr>
            <p:cNvGrpSpPr/>
            <p:nvPr/>
          </p:nvGrpSpPr>
          <p:grpSpPr>
            <a:xfrm>
              <a:off x="8862418" y="5165872"/>
              <a:ext cx="628907" cy="628907"/>
              <a:chOff x="2867802" y="3950805"/>
              <a:chExt cx="628907" cy="628907"/>
            </a:xfrm>
          </p:grpSpPr>
          <p:sp>
            <p:nvSpPr>
              <p:cNvPr id="30" name="Oval 29">
                <a:extLst>
                  <a:ext uri="{FF2B5EF4-FFF2-40B4-BE49-F238E27FC236}">
                    <a16:creationId xmlns:a16="http://schemas.microsoft.com/office/drawing/2014/main" id="{E198E88E-637F-87A6-25BB-6CDF34BE98CB}"/>
                  </a:ext>
                </a:extLst>
              </p:cNvPr>
              <p:cNvSpPr/>
              <p:nvPr/>
            </p:nvSpPr>
            <p:spPr>
              <a:xfrm>
                <a:off x="2867802" y="3950805"/>
                <a:ext cx="628907" cy="628907"/>
              </a:xfrm>
              <a:prstGeom prst="ellipse">
                <a:avLst/>
              </a:prstGeom>
              <a:solidFill>
                <a:schemeClr val="bg1"/>
              </a:solidFill>
              <a:ln w="28575"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>
                      <a:lumMod val="65000"/>
                    </a:prstClr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B6555F49-D4FB-FA93-B006-5074DD02AFEC}"/>
                  </a:ext>
                </a:extLst>
              </p:cNvPr>
              <p:cNvSpPr txBox="1"/>
              <p:nvPr/>
            </p:nvSpPr>
            <p:spPr>
              <a:xfrm>
                <a:off x="2949594" y="4126758"/>
                <a:ext cx="465322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2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white">
                        <a:lumMod val="75000"/>
                      </a:prstClr>
                    </a:solidFill>
                    <a:effectLst/>
                    <a:uLnTx/>
                    <a:uFillTx/>
                    <a:latin typeface="Aptos" panose="020B0004020202020204" pitchFamily="34" charset="0"/>
                    <a:ea typeface="+mn-ea"/>
                    <a:cs typeface="Arial" panose="020B0604020202020204" pitchFamily="34" charset="0"/>
                  </a:rPr>
                  <a:t>RTH</a:t>
                </a:r>
              </a:p>
            </p:txBody>
          </p:sp>
        </p:grpSp>
        <p:grpSp>
          <p:nvGrpSpPr>
            <p:cNvPr id="32" name="Group 31">
              <a:extLst>
                <a:ext uri="{FF2B5EF4-FFF2-40B4-BE49-F238E27FC236}">
                  <a16:creationId xmlns:a16="http://schemas.microsoft.com/office/drawing/2014/main" id="{98C2C8AC-449D-69BA-9A8B-A6894F5A9DFC}"/>
                </a:ext>
              </a:extLst>
            </p:cNvPr>
            <p:cNvGrpSpPr/>
            <p:nvPr/>
          </p:nvGrpSpPr>
          <p:grpSpPr>
            <a:xfrm>
              <a:off x="7543240" y="4536965"/>
              <a:ext cx="628907" cy="628907"/>
              <a:chOff x="2867802" y="3950805"/>
              <a:chExt cx="628907" cy="628907"/>
            </a:xfrm>
          </p:grpSpPr>
          <p:sp>
            <p:nvSpPr>
              <p:cNvPr id="33" name="Oval 32">
                <a:extLst>
                  <a:ext uri="{FF2B5EF4-FFF2-40B4-BE49-F238E27FC236}">
                    <a16:creationId xmlns:a16="http://schemas.microsoft.com/office/drawing/2014/main" id="{D51975CD-2559-C345-492E-8DA650A42A63}"/>
                  </a:ext>
                </a:extLst>
              </p:cNvPr>
              <p:cNvSpPr/>
              <p:nvPr/>
            </p:nvSpPr>
            <p:spPr>
              <a:xfrm>
                <a:off x="2867802" y="3950805"/>
                <a:ext cx="628907" cy="628907"/>
              </a:xfrm>
              <a:prstGeom prst="ellipse">
                <a:avLst/>
              </a:prstGeom>
              <a:solidFill>
                <a:schemeClr val="bg1"/>
              </a:solidFill>
              <a:ln w="28575"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>
                      <a:lumMod val="65000"/>
                    </a:prstClr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B6B642BA-74AF-E2C3-086E-06AA38834EDA}"/>
                  </a:ext>
                </a:extLst>
              </p:cNvPr>
              <p:cNvSpPr txBox="1"/>
              <p:nvPr/>
            </p:nvSpPr>
            <p:spPr>
              <a:xfrm>
                <a:off x="2949594" y="4126758"/>
                <a:ext cx="465322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2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white">
                        <a:lumMod val="75000"/>
                      </a:prstClr>
                    </a:solidFill>
                    <a:effectLst/>
                    <a:uLnTx/>
                    <a:uFillTx/>
                    <a:latin typeface="Aptos" panose="020B0004020202020204" pitchFamily="34" charset="0"/>
                    <a:ea typeface="+mn-ea"/>
                    <a:cs typeface="Arial" panose="020B0604020202020204" pitchFamily="34" charset="0"/>
                  </a:rPr>
                  <a:t>RTH</a:t>
                </a:r>
              </a:p>
            </p:txBody>
          </p:sp>
        </p:grpSp>
        <p:cxnSp>
          <p:nvCxnSpPr>
            <p:cNvPr id="35" name="Straight Arrow Connector 34">
              <a:extLst>
                <a:ext uri="{FF2B5EF4-FFF2-40B4-BE49-F238E27FC236}">
                  <a16:creationId xmlns:a16="http://schemas.microsoft.com/office/drawing/2014/main" id="{33549416-8D3E-10F9-F62B-FED8692DDB94}"/>
                </a:ext>
              </a:extLst>
            </p:cNvPr>
            <p:cNvCxnSpPr>
              <a:cxnSpLocks/>
            </p:cNvCxnSpPr>
            <p:nvPr/>
          </p:nvCxnSpPr>
          <p:spPr>
            <a:xfrm>
              <a:off x="4975127" y="4870482"/>
              <a:ext cx="1508258" cy="709621"/>
            </a:xfrm>
            <a:prstGeom prst="straightConnector1">
              <a:avLst/>
            </a:prstGeom>
            <a:ln>
              <a:solidFill>
                <a:schemeClr val="bg1">
                  <a:lumMod val="85000"/>
                </a:schemeClr>
              </a:solidFill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Arrow Connector 35">
              <a:extLst>
                <a:ext uri="{FF2B5EF4-FFF2-40B4-BE49-F238E27FC236}">
                  <a16:creationId xmlns:a16="http://schemas.microsoft.com/office/drawing/2014/main" id="{A69F6B6B-5DA2-3450-6872-681257544DB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948850" y="3983610"/>
              <a:ext cx="1143095" cy="575843"/>
            </a:xfrm>
            <a:prstGeom prst="straightConnector1">
              <a:avLst/>
            </a:prstGeom>
            <a:ln>
              <a:solidFill>
                <a:schemeClr val="bg1">
                  <a:lumMod val="85000"/>
                </a:schemeClr>
              </a:solidFill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Arrow Connector 36">
              <a:extLst>
                <a:ext uri="{FF2B5EF4-FFF2-40B4-BE49-F238E27FC236}">
                  <a16:creationId xmlns:a16="http://schemas.microsoft.com/office/drawing/2014/main" id="{7C91C9EA-586B-02B7-0B82-B1B192B3A43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123124" y="5120144"/>
              <a:ext cx="428025" cy="331605"/>
            </a:xfrm>
            <a:prstGeom prst="straightConnector1">
              <a:avLst/>
            </a:prstGeom>
            <a:ln>
              <a:solidFill>
                <a:schemeClr val="bg1">
                  <a:lumMod val="85000"/>
                </a:schemeClr>
              </a:solidFill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Arrow Connector 37">
              <a:extLst>
                <a:ext uri="{FF2B5EF4-FFF2-40B4-BE49-F238E27FC236}">
                  <a16:creationId xmlns:a16="http://schemas.microsoft.com/office/drawing/2014/main" id="{B233CCD6-76B0-4073-7CCD-DC06A0229EF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172147" y="4092067"/>
              <a:ext cx="1121028" cy="549041"/>
            </a:xfrm>
            <a:prstGeom prst="straightConnector1">
              <a:avLst/>
            </a:prstGeom>
            <a:ln>
              <a:solidFill>
                <a:schemeClr val="bg1">
                  <a:lumMod val="85000"/>
                </a:schemeClr>
              </a:solidFill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Arrow Connector 38">
              <a:extLst>
                <a:ext uri="{FF2B5EF4-FFF2-40B4-BE49-F238E27FC236}">
                  <a16:creationId xmlns:a16="http://schemas.microsoft.com/office/drawing/2014/main" id="{8A026BAA-7700-2893-97B4-C451E7C65BD6}"/>
                </a:ext>
              </a:extLst>
            </p:cNvPr>
            <p:cNvCxnSpPr>
              <a:cxnSpLocks/>
            </p:cNvCxnSpPr>
            <p:nvPr/>
          </p:nvCxnSpPr>
          <p:spPr>
            <a:xfrm>
              <a:off x="8191197" y="5026609"/>
              <a:ext cx="652171" cy="305691"/>
            </a:xfrm>
            <a:prstGeom prst="straightConnector1">
              <a:avLst/>
            </a:prstGeom>
            <a:ln>
              <a:solidFill>
                <a:schemeClr val="bg1">
                  <a:lumMod val="85000"/>
                </a:schemeClr>
              </a:solidFill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Arrow Connector 41">
              <a:extLst>
                <a:ext uri="{FF2B5EF4-FFF2-40B4-BE49-F238E27FC236}">
                  <a16:creationId xmlns:a16="http://schemas.microsoft.com/office/drawing/2014/main" id="{326BDBED-2E7D-31F6-68CA-595779760E59}"/>
                </a:ext>
              </a:extLst>
            </p:cNvPr>
            <p:cNvCxnSpPr>
              <a:cxnSpLocks/>
            </p:cNvCxnSpPr>
            <p:nvPr/>
          </p:nvCxnSpPr>
          <p:spPr>
            <a:xfrm>
              <a:off x="9538950" y="5570578"/>
              <a:ext cx="981544" cy="276999"/>
            </a:xfrm>
            <a:prstGeom prst="straightConnector1">
              <a:avLst/>
            </a:prstGeom>
            <a:ln>
              <a:solidFill>
                <a:schemeClr val="bg1">
                  <a:lumMod val="85000"/>
                </a:schemeClr>
              </a:solidFill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02" name="Group 201">
              <a:extLst>
                <a:ext uri="{FF2B5EF4-FFF2-40B4-BE49-F238E27FC236}">
                  <a16:creationId xmlns:a16="http://schemas.microsoft.com/office/drawing/2014/main" id="{0ED8B31D-927B-C36D-CE98-316C4F602642}"/>
                </a:ext>
              </a:extLst>
            </p:cNvPr>
            <p:cNvGrpSpPr/>
            <p:nvPr/>
          </p:nvGrpSpPr>
          <p:grpSpPr>
            <a:xfrm>
              <a:off x="10510969" y="5552173"/>
              <a:ext cx="751592" cy="628907"/>
              <a:chOff x="10510969" y="5552173"/>
              <a:chExt cx="751592" cy="628907"/>
            </a:xfrm>
          </p:grpSpPr>
          <p:sp>
            <p:nvSpPr>
              <p:cNvPr id="40" name="Rectangle: Rounded Corners 39">
                <a:extLst>
                  <a:ext uri="{FF2B5EF4-FFF2-40B4-BE49-F238E27FC236}">
                    <a16:creationId xmlns:a16="http://schemas.microsoft.com/office/drawing/2014/main" id="{88712799-B73F-7AF1-2B16-E4A270C4DAF4}"/>
                  </a:ext>
                </a:extLst>
              </p:cNvPr>
              <p:cNvSpPr/>
              <p:nvPr/>
            </p:nvSpPr>
            <p:spPr>
              <a:xfrm>
                <a:off x="10572312" y="5552173"/>
                <a:ext cx="628907" cy="628907"/>
              </a:xfrm>
              <a:prstGeom prst="roundRect">
                <a:avLst>
                  <a:gd name="adj" fmla="val 8678"/>
                </a:avLst>
              </a:prstGeom>
              <a:solidFill>
                <a:schemeClr val="bg1"/>
              </a:solidFill>
              <a:ln w="28575"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83A8E9AD-7E5B-010B-F11B-FA2888DAB8B6}"/>
                  </a:ext>
                </a:extLst>
              </p:cNvPr>
              <p:cNvSpPr txBox="1"/>
              <p:nvPr/>
            </p:nvSpPr>
            <p:spPr>
              <a:xfrm>
                <a:off x="10510969" y="5728127"/>
                <a:ext cx="751592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2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white">
                        <a:lumMod val="75000"/>
                      </a:prstClr>
                    </a:solidFill>
                    <a:effectLst/>
                    <a:uLnTx/>
                    <a:uFillTx/>
                    <a:latin typeface="Aptos" panose="020B0004020202020204" pitchFamily="34" charset="0"/>
                    <a:ea typeface="+mn-ea"/>
                    <a:cs typeface="Arial" panose="020B0604020202020204" pitchFamily="34" charset="0"/>
                  </a:rPr>
                  <a:t>WDQMS</a:t>
                </a:r>
              </a:p>
            </p:txBody>
          </p:sp>
        </p:grpSp>
      </p:grpSp>
      <p:grpSp>
        <p:nvGrpSpPr>
          <p:cNvPr id="209" name="Group 208">
            <a:extLst>
              <a:ext uri="{FF2B5EF4-FFF2-40B4-BE49-F238E27FC236}">
                <a16:creationId xmlns:a16="http://schemas.microsoft.com/office/drawing/2014/main" id="{1C07B831-E9D0-4EDC-70BB-267F8C11E095}"/>
              </a:ext>
            </a:extLst>
          </p:cNvPr>
          <p:cNvGrpSpPr/>
          <p:nvPr/>
        </p:nvGrpSpPr>
        <p:grpSpPr>
          <a:xfrm>
            <a:off x="1430655" y="808440"/>
            <a:ext cx="2456202" cy="855395"/>
            <a:chOff x="1430655" y="770340"/>
            <a:chExt cx="2456202" cy="855395"/>
          </a:xfrm>
        </p:grpSpPr>
        <p:grpSp>
          <p:nvGrpSpPr>
            <p:cNvPr id="49" name="Group 48">
              <a:extLst>
                <a:ext uri="{FF2B5EF4-FFF2-40B4-BE49-F238E27FC236}">
                  <a16:creationId xmlns:a16="http://schemas.microsoft.com/office/drawing/2014/main" id="{64617176-E121-37E4-1DE3-53ACCC9C566E}"/>
                </a:ext>
              </a:extLst>
            </p:cNvPr>
            <p:cNvGrpSpPr/>
            <p:nvPr/>
          </p:nvGrpSpPr>
          <p:grpSpPr>
            <a:xfrm>
              <a:off x="1430655" y="770340"/>
              <a:ext cx="612283" cy="855395"/>
              <a:chOff x="2425679" y="690821"/>
              <a:chExt cx="612283" cy="855395"/>
            </a:xfrm>
          </p:grpSpPr>
          <p:pic>
            <p:nvPicPr>
              <p:cNvPr id="43" name="Picture 42">
                <a:extLst>
                  <a:ext uri="{FF2B5EF4-FFF2-40B4-BE49-F238E27FC236}">
                    <a16:creationId xmlns:a16="http://schemas.microsoft.com/office/drawing/2014/main" id="{52D4B47C-8453-1A07-573A-2C1D6529176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2425679" y="690821"/>
                <a:ext cx="612283" cy="855395"/>
              </a:xfrm>
              <a:prstGeom prst="rect">
                <a:avLst/>
              </a:prstGeom>
            </p:spPr>
          </p:pic>
          <p:sp>
            <p:nvSpPr>
              <p:cNvPr id="45" name="Rectangle 44">
                <a:extLst>
                  <a:ext uri="{FF2B5EF4-FFF2-40B4-BE49-F238E27FC236}">
                    <a16:creationId xmlns:a16="http://schemas.microsoft.com/office/drawing/2014/main" id="{A5FB141D-693A-3CD6-3F4A-57E05124063D}"/>
                  </a:ext>
                </a:extLst>
              </p:cNvPr>
              <p:cNvSpPr/>
              <p:nvPr/>
            </p:nvSpPr>
            <p:spPr>
              <a:xfrm>
                <a:off x="2631993" y="1000455"/>
                <a:ext cx="169804" cy="169804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A</a:t>
                </a:r>
              </a:p>
            </p:txBody>
          </p:sp>
        </p:grpSp>
        <p:grpSp>
          <p:nvGrpSpPr>
            <p:cNvPr id="50" name="Group 49">
              <a:extLst>
                <a:ext uri="{FF2B5EF4-FFF2-40B4-BE49-F238E27FC236}">
                  <a16:creationId xmlns:a16="http://schemas.microsoft.com/office/drawing/2014/main" id="{4467CBCF-AD40-0960-E945-A8983439BA0B}"/>
                </a:ext>
              </a:extLst>
            </p:cNvPr>
            <p:cNvGrpSpPr/>
            <p:nvPr/>
          </p:nvGrpSpPr>
          <p:grpSpPr>
            <a:xfrm>
              <a:off x="2045295" y="770340"/>
              <a:ext cx="612283" cy="855395"/>
              <a:chOff x="2425679" y="690821"/>
              <a:chExt cx="612283" cy="855395"/>
            </a:xfrm>
          </p:grpSpPr>
          <p:pic>
            <p:nvPicPr>
              <p:cNvPr id="57" name="Picture 56">
                <a:extLst>
                  <a:ext uri="{FF2B5EF4-FFF2-40B4-BE49-F238E27FC236}">
                    <a16:creationId xmlns:a16="http://schemas.microsoft.com/office/drawing/2014/main" id="{B01E3652-9F9E-A079-3058-9B11DFA46DD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2425679" y="690821"/>
                <a:ext cx="612283" cy="855395"/>
              </a:xfrm>
              <a:prstGeom prst="rect">
                <a:avLst/>
              </a:prstGeom>
            </p:spPr>
          </p:pic>
          <p:sp>
            <p:nvSpPr>
              <p:cNvPr id="59" name="Rectangle 58">
                <a:extLst>
                  <a:ext uri="{FF2B5EF4-FFF2-40B4-BE49-F238E27FC236}">
                    <a16:creationId xmlns:a16="http://schemas.microsoft.com/office/drawing/2014/main" id="{A692DC8E-99B7-51BE-F6B9-D3A8F5045FCC}"/>
                  </a:ext>
                </a:extLst>
              </p:cNvPr>
              <p:cNvSpPr/>
              <p:nvPr/>
            </p:nvSpPr>
            <p:spPr>
              <a:xfrm>
                <a:off x="2631993" y="1000455"/>
                <a:ext cx="169804" cy="169804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B</a:t>
                </a:r>
              </a:p>
            </p:txBody>
          </p:sp>
        </p:grpSp>
        <p:grpSp>
          <p:nvGrpSpPr>
            <p:cNvPr id="60" name="Group 59">
              <a:extLst>
                <a:ext uri="{FF2B5EF4-FFF2-40B4-BE49-F238E27FC236}">
                  <a16:creationId xmlns:a16="http://schemas.microsoft.com/office/drawing/2014/main" id="{64F42272-6AF1-F786-0EEE-1D518412D74A}"/>
                </a:ext>
              </a:extLst>
            </p:cNvPr>
            <p:cNvGrpSpPr/>
            <p:nvPr/>
          </p:nvGrpSpPr>
          <p:grpSpPr>
            <a:xfrm>
              <a:off x="2659935" y="770340"/>
              <a:ext cx="612283" cy="855395"/>
              <a:chOff x="2425679" y="690821"/>
              <a:chExt cx="612283" cy="855395"/>
            </a:xfrm>
          </p:grpSpPr>
          <p:pic>
            <p:nvPicPr>
              <p:cNvPr id="63" name="Picture 62">
                <a:extLst>
                  <a:ext uri="{FF2B5EF4-FFF2-40B4-BE49-F238E27FC236}">
                    <a16:creationId xmlns:a16="http://schemas.microsoft.com/office/drawing/2014/main" id="{69CAB398-A30F-AB8F-D3A3-6183705F902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2425679" y="690821"/>
                <a:ext cx="612283" cy="855395"/>
              </a:xfrm>
              <a:prstGeom prst="rect">
                <a:avLst/>
              </a:prstGeom>
            </p:spPr>
          </p:pic>
          <p:sp>
            <p:nvSpPr>
              <p:cNvPr id="192" name="Rectangle 191">
                <a:extLst>
                  <a:ext uri="{FF2B5EF4-FFF2-40B4-BE49-F238E27FC236}">
                    <a16:creationId xmlns:a16="http://schemas.microsoft.com/office/drawing/2014/main" id="{6BC05420-EEFF-1816-0F7F-ACA2B88F43AD}"/>
                  </a:ext>
                </a:extLst>
              </p:cNvPr>
              <p:cNvSpPr/>
              <p:nvPr/>
            </p:nvSpPr>
            <p:spPr>
              <a:xfrm>
                <a:off x="2631993" y="1000455"/>
                <a:ext cx="169804" cy="169804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C</a:t>
                </a:r>
              </a:p>
            </p:txBody>
          </p:sp>
        </p:grpSp>
        <p:grpSp>
          <p:nvGrpSpPr>
            <p:cNvPr id="193" name="Group 192">
              <a:extLst>
                <a:ext uri="{FF2B5EF4-FFF2-40B4-BE49-F238E27FC236}">
                  <a16:creationId xmlns:a16="http://schemas.microsoft.com/office/drawing/2014/main" id="{2EEE97BF-8D64-ACF6-ECA2-DAEA0869525F}"/>
                </a:ext>
              </a:extLst>
            </p:cNvPr>
            <p:cNvGrpSpPr/>
            <p:nvPr/>
          </p:nvGrpSpPr>
          <p:grpSpPr>
            <a:xfrm>
              <a:off x="3274574" y="770340"/>
              <a:ext cx="612283" cy="855395"/>
              <a:chOff x="2425679" y="690821"/>
              <a:chExt cx="612283" cy="855395"/>
            </a:xfrm>
          </p:grpSpPr>
          <p:pic>
            <p:nvPicPr>
              <p:cNvPr id="194" name="Picture 193">
                <a:extLst>
                  <a:ext uri="{FF2B5EF4-FFF2-40B4-BE49-F238E27FC236}">
                    <a16:creationId xmlns:a16="http://schemas.microsoft.com/office/drawing/2014/main" id="{95BCA824-141C-686D-A311-8726954CC5A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2425679" y="690821"/>
                <a:ext cx="612283" cy="855395"/>
              </a:xfrm>
              <a:prstGeom prst="rect">
                <a:avLst/>
              </a:prstGeom>
            </p:spPr>
          </p:pic>
          <p:sp>
            <p:nvSpPr>
              <p:cNvPr id="201" name="Rectangle 200">
                <a:extLst>
                  <a:ext uri="{FF2B5EF4-FFF2-40B4-BE49-F238E27FC236}">
                    <a16:creationId xmlns:a16="http://schemas.microsoft.com/office/drawing/2014/main" id="{FB687458-E0EE-FA3A-E412-F1D122563EA3}"/>
                  </a:ext>
                </a:extLst>
              </p:cNvPr>
              <p:cNvSpPr/>
              <p:nvPr/>
            </p:nvSpPr>
            <p:spPr>
              <a:xfrm>
                <a:off x="2631993" y="1000455"/>
                <a:ext cx="169804" cy="169804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D</a:t>
                </a:r>
              </a:p>
            </p:txBody>
          </p:sp>
        </p:grpSp>
      </p:grpSp>
      <p:grpSp>
        <p:nvGrpSpPr>
          <p:cNvPr id="214" name="Group 213">
            <a:extLst>
              <a:ext uri="{FF2B5EF4-FFF2-40B4-BE49-F238E27FC236}">
                <a16:creationId xmlns:a16="http://schemas.microsoft.com/office/drawing/2014/main" id="{1EC84751-B7AE-1C20-9685-E27BAB72A2EF}"/>
              </a:ext>
            </a:extLst>
          </p:cNvPr>
          <p:cNvGrpSpPr/>
          <p:nvPr/>
        </p:nvGrpSpPr>
        <p:grpSpPr>
          <a:xfrm>
            <a:off x="2963924" y="2367446"/>
            <a:ext cx="716753" cy="326665"/>
            <a:chOff x="2963924" y="2367446"/>
            <a:chExt cx="716753" cy="326665"/>
          </a:xfrm>
        </p:grpSpPr>
        <p:grpSp>
          <p:nvGrpSpPr>
            <p:cNvPr id="210" name="Group 209">
              <a:extLst>
                <a:ext uri="{FF2B5EF4-FFF2-40B4-BE49-F238E27FC236}">
                  <a16:creationId xmlns:a16="http://schemas.microsoft.com/office/drawing/2014/main" id="{AC010238-A865-A43B-854A-F2F225E299DC}"/>
                </a:ext>
              </a:extLst>
            </p:cNvPr>
            <p:cNvGrpSpPr/>
            <p:nvPr/>
          </p:nvGrpSpPr>
          <p:grpSpPr>
            <a:xfrm>
              <a:off x="2963924" y="2367446"/>
              <a:ext cx="534458" cy="127000"/>
              <a:chOff x="2963178" y="2725764"/>
              <a:chExt cx="534458" cy="127000"/>
            </a:xfrm>
          </p:grpSpPr>
          <p:cxnSp>
            <p:nvCxnSpPr>
              <p:cNvPr id="211" name="Straight Connector 210">
                <a:extLst>
                  <a:ext uri="{FF2B5EF4-FFF2-40B4-BE49-F238E27FC236}">
                    <a16:creationId xmlns:a16="http://schemas.microsoft.com/office/drawing/2014/main" id="{3FEE3536-4EB5-8240-0398-7D0BC0D7CDBB}"/>
                  </a:ext>
                </a:extLst>
              </p:cNvPr>
              <p:cNvCxnSpPr/>
              <p:nvPr/>
            </p:nvCxnSpPr>
            <p:spPr>
              <a:xfrm flipV="1">
                <a:off x="2963178" y="2789264"/>
                <a:ext cx="400050" cy="1"/>
              </a:xfrm>
              <a:prstGeom prst="line">
                <a:avLst/>
              </a:prstGeom>
              <a:noFill/>
              <a:ln w="19050" cap="flat" cmpd="sng" algn="ctr">
                <a:solidFill>
                  <a:schemeClr val="accent2">
                    <a:lumMod val="75000"/>
                  </a:schemeClr>
                </a:solidFill>
                <a:prstDash val="solid"/>
                <a:miter lim="800000"/>
              </a:ln>
              <a:effectLst/>
            </p:spPr>
          </p:cxnSp>
          <p:sp>
            <p:nvSpPr>
              <p:cNvPr id="212" name="Oval 211">
                <a:extLst>
                  <a:ext uri="{FF2B5EF4-FFF2-40B4-BE49-F238E27FC236}">
                    <a16:creationId xmlns:a16="http://schemas.microsoft.com/office/drawing/2014/main" id="{23D61373-C53A-24FE-8FED-73EDD0067844}"/>
                  </a:ext>
                </a:extLst>
              </p:cNvPr>
              <p:cNvSpPr/>
              <p:nvPr/>
            </p:nvSpPr>
            <p:spPr>
              <a:xfrm>
                <a:off x="3370636" y="2725764"/>
                <a:ext cx="127000" cy="127000"/>
              </a:xfrm>
              <a:prstGeom prst="ellipse">
                <a:avLst/>
              </a:prstGeom>
              <a:solidFill>
                <a:sysClr val="window" lastClr="FFFFFF"/>
              </a:solidFill>
              <a:ln w="19050" cap="flat" cmpd="sng" algn="ctr">
                <a:solidFill>
                  <a:schemeClr val="accent2">
                    <a:lumMod val="75000"/>
                  </a:schemeClr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sp>
          <p:nvSpPr>
            <p:cNvPr id="213" name="TextBox 212">
              <a:extLst>
                <a:ext uri="{FF2B5EF4-FFF2-40B4-BE49-F238E27FC236}">
                  <a16:creationId xmlns:a16="http://schemas.microsoft.com/office/drawing/2014/main" id="{AE1BC4E7-2CDF-8AEA-0271-968F188A5BC8}"/>
                </a:ext>
              </a:extLst>
            </p:cNvPr>
            <p:cNvSpPr txBox="1"/>
            <p:nvPr/>
          </p:nvSpPr>
          <p:spPr>
            <a:xfrm>
              <a:off x="3194968" y="2440195"/>
              <a:ext cx="485709" cy="2539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50" b="0" i="0" u="none" strike="noStrike" kern="0" cap="none" spc="0" normalizeH="0" baseline="0" noProof="0" dirty="0">
                  <a:ln>
                    <a:noFill/>
                  </a:ln>
                  <a:solidFill>
                    <a:srgbClr val="E97132">
                      <a:lumMod val="75000"/>
                    </a:srgbClr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https</a:t>
              </a:r>
              <a:endParaRPr kumimoji="0" lang="en-GB" sz="1200" b="0" i="0" u="none" strike="noStrike" kern="0" cap="none" spc="0" normalizeH="0" baseline="0" noProof="0" dirty="0">
                <a:ln>
                  <a:noFill/>
                </a:ln>
                <a:solidFill>
                  <a:srgbClr val="E97132">
                    <a:lumMod val="75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pic>
        <p:nvPicPr>
          <p:cNvPr id="47" name="Picture 46">
            <a:extLst>
              <a:ext uri="{FF2B5EF4-FFF2-40B4-BE49-F238E27FC236}">
                <a16:creationId xmlns:a16="http://schemas.microsoft.com/office/drawing/2014/main" id="{B15685FA-42F7-8DC5-2B80-C2577B228196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504409" y="107790"/>
            <a:ext cx="444034" cy="620341"/>
          </a:xfrm>
          <a:prstGeom prst="rect">
            <a:avLst/>
          </a:prstGeom>
        </p:spPr>
      </p:pic>
      <p:pic>
        <p:nvPicPr>
          <p:cNvPr id="205" name="Picture 204">
            <a:extLst>
              <a:ext uri="{FF2B5EF4-FFF2-40B4-BE49-F238E27FC236}">
                <a16:creationId xmlns:a16="http://schemas.microsoft.com/office/drawing/2014/main" id="{D62EE8D8-FCBC-5C1B-E944-042A5E2DB84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122688" y="107539"/>
            <a:ext cx="444034" cy="620341"/>
          </a:xfrm>
          <a:prstGeom prst="rect">
            <a:avLst/>
          </a:prstGeom>
        </p:spPr>
      </p:pic>
      <p:pic>
        <p:nvPicPr>
          <p:cNvPr id="206" name="Picture 205">
            <a:extLst>
              <a:ext uri="{FF2B5EF4-FFF2-40B4-BE49-F238E27FC236}">
                <a16:creationId xmlns:a16="http://schemas.microsoft.com/office/drawing/2014/main" id="{40394F56-D97C-76EB-2A2B-A02425CC749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738968" y="107539"/>
            <a:ext cx="444034" cy="620341"/>
          </a:xfrm>
          <a:prstGeom prst="rect">
            <a:avLst/>
          </a:prstGeom>
        </p:spPr>
      </p:pic>
      <p:pic>
        <p:nvPicPr>
          <p:cNvPr id="207" name="Picture 206">
            <a:extLst>
              <a:ext uri="{FF2B5EF4-FFF2-40B4-BE49-F238E27FC236}">
                <a16:creationId xmlns:a16="http://schemas.microsoft.com/office/drawing/2014/main" id="{97D30FFB-816F-8E58-C3CF-A19FCBA0A165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353933" y="108876"/>
            <a:ext cx="444034" cy="620341"/>
          </a:xfrm>
          <a:prstGeom prst="rect">
            <a:avLst/>
          </a:prstGeom>
        </p:spPr>
      </p:pic>
      <p:grpSp>
        <p:nvGrpSpPr>
          <p:cNvPr id="228" name="Group 227">
            <a:extLst>
              <a:ext uri="{FF2B5EF4-FFF2-40B4-BE49-F238E27FC236}">
                <a16:creationId xmlns:a16="http://schemas.microsoft.com/office/drawing/2014/main" id="{06E1F68B-8681-554C-76FC-739D85FE574F}"/>
              </a:ext>
            </a:extLst>
          </p:cNvPr>
          <p:cNvGrpSpPr/>
          <p:nvPr/>
        </p:nvGrpSpPr>
        <p:grpSpPr>
          <a:xfrm>
            <a:off x="2963178" y="2725764"/>
            <a:ext cx="786853" cy="316693"/>
            <a:chOff x="2963178" y="2725764"/>
            <a:chExt cx="786853" cy="316693"/>
          </a:xfrm>
        </p:grpSpPr>
        <p:grpSp>
          <p:nvGrpSpPr>
            <p:cNvPr id="220" name="Group 219">
              <a:extLst>
                <a:ext uri="{FF2B5EF4-FFF2-40B4-BE49-F238E27FC236}">
                  <a16:creationId xmlns:a16="http://schemas.microsoft.com/office/drawing/2014/main" id="{222474D7-A921-6755-3651-71F0D76967DC}"/>
                </a:ext>
              </a:extLst>
            </p:cNvPr>
            <p:cNvGrpSpPr/>
            <p:nvPr/>
          </p:nvGrpSpPr>
          <p:grpSpPr>
            <a:xfrm>
              <a:off x="2963178" y="2725764"/>
              <a:ext cx="534458" cy="127000"/>
              <a:chOff x="2963178" y="2725764"/>
              <a:chExt cx="534458" cy="127000"/>
            </a:xfrm>
          </p:grpSpPr>
          <p:cxnSp>
            <p:nvCxnSpPr>
              <p:cNvPr id="221" name="Straight Connector 220">
                <a:extLst>
                  <a:ext uri="{FF2B5EF4-FFF2-40B4-BE49-F238E27FC236}">
                    <a16:creationId xmlns:a16="http://schemas.microsoft.com/office/drawing/2014/main" id="{F78250C8-E256-8264-A31B-5A6F261D43CB}"/>
                  </a:ext>
                </a:extLst>
              </p:cNvPr>
              <p:cNvCxnSpPr/>
              <p:nvPr/>
            </p:nvCxnSpPr>
            <p:spPr>
              <a:xfrm flipV="1">
                <a:off x="2963178" y="2789264"/>
                <a:ext cx="400050" cy="1"/>
              </a:xfrm>
              <a:prstGeom prst="line">
                <a:avLst/>
              </a:prstGeom>
              <a:noFill/>
              <a:ln w="19050" cap="flat" cmpd="sng" algn="ctr">
                <a:solidFill>
                  <a:schemeClr val="accent6">
                    <a:lumMod val="75000"/>
                  </a:schemeClr>
                </a:solidFill>
                <a:prstDash val="solid"/>
                <a:miter lim="800000"/>
              </a:ln>
              <a:effectLst/>
            </p:spPr>
          </p:cxnSp>
          <p:sp>
            <p:nvSpPr>
              <p:cNvPr id="226" name="Oval 225">
                <a:extLst>
                  <a:ext uri="{FF2B5EF4-FFF2-40B4-BE49-F238E27FC236}">
                    <a16:creationId xmlns:a16="http://schemas.microsoft.com/office/drawing/2014/main" id="{C36283D7-C71A-25A1-B380-92AF9B89F463}"/>
                  </a:ext>
                </a:extLst>
              </p:cNvPr>
              <p:cNvSpPr/>
              <p:nvPr/>
            </p:nvSpPr>
            <p:spPr>
              <a:xfrm>
                <a:off x="3370636" y="2725764"/>
                <a:ext cx="127000" cy="127000"/>
              </a:xfrm>
              <a:prstGeom prst="ellipse">
                <a:avLst/>
              </a:prstGeom>
              <a:solidFill>
                <a:sysClr val="window" lastClr="FFFFFF"/>
              </a:solidFill>
              <a:ln w="19050" cap="flat" cmpd="sng" algn="ctr">
                <a:solidFill>
                  <a:schemeClr val="accent6">
                    <a:lumMod val="75000"/>
                  </a:schemeClr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sp>
          <p:nvSpPr>
            <p:cNvPr id="227" name="TextBox 226">
              <a:extLst>
                <a:ext uri="{FF2B5EF4-FFF2-40B4-BE49-F238E27FC236}">
                  <a16:creationId xmlns:a16="http://schemas.microsoft.com/office/drawing/2014/main" id="{B30F2489-0E63-69B4-1101-DCD7EC15DDD7}"/>
                </a:ext>
              </a:extLst>
            </p:cNvPr>
            <p:cNvSpPr txBox="1"/>
            <p:nvPr/>
          </p:nvSpPr>
          <p:spPr>
            <a:xfrm>
              <a:off x="3118241" y="2788541"/>
              <a:ext cx="631790" cy="2539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50" b="0" i="0" u="none" strike="noStrike" kern="0" cap="none" spc="0" normalizeH="0" baseline="0" noProof="0" dirty="0" err="1">
                  <a:ln>
                    <a:noFill/>
                  </a:ln>
                  <a:solidFill>
                    <a:srgbClr val="4EA72E">
                      <a:lumMod val="75000"/>
                    </a:srgbClr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mqtts</a:t>
              </a:r>
              <a:endParaRPr kumimoji="0" lang="en-GB" sz="1200" b="0" i="0" u="none" strike="noStrike" kern="0" cap="none" spc="0" normalizeH="0" baseline="0" noProof="0" dirty="0">
                <a:ln>
                  <a:noFill/>
                </a:ln>
                <a:solidFill>
                  <a:srgbClr val="4EA72E">
                    <a:lumMod val="75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46" name="Group 45">
            <a:extLst>
              <a:ext uri="{FF2B5EF4-FFF2-40B4-BE49-F238E27FC236}">
                <a16:creationId xmlns:a16="http://schemas.microsoft.com/office/drawing/2014/main" id="{974AFAC1-AC17-DDB4-D1D9-2A8268D27F13}"/>
              </a:ext>
            </a:extLst>
          </p:cNvPr>
          <p:cNvGrpSpPr/>
          <p:nvPr/>
        </p:nvGrpSpPr>
        <p:grpSpPr>
          <a:xfrm>
            <a:off x="4057134" y="213360"/>
            <a:ext cx="7824001" cy="3983167"/>
            <a:chOff x="4057134" y="538480"/>
            <a:chExt cx="7824001" cy="3849591"/>
          </a:xfrm>
        </p:grpSpPr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A8F2A2E5-FA16-BDBB-D0B8-7DED5D81515F}"/>
                </a:ext>
              </a:extLst>
            </p:cNvPr>
            <p:cNvSpPr/>
            <p:nvPr/>
          </p:nvSpPr>
          <p:spPr>
            <a:xfrm>
              <a:off x="4063271" y="538480"/>
              <a:ext cx="7809616" cy="3849591"/>
            </a:xfrm>
            <a:prstGeom prst="rect">
              <a:avLst/>
            </a:prstGeom>
            <a:solidFill>
              <a:srgbClr val="FFFFFF"/>
            </a:solidFill>
            <a:ln>
              <a:solidFill>
                <a:srgbClr val="3963DA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DBAFAC67-4EC3-5DE1-9EED-C4EA2414961C}"/>
                </a:ext>
              </a:extLst>
            </p:cNvPr>
            <p:cNvSpPr txBox="1"/>
            <p:nvPr/>
          </p:nvSpPr>
          <p:spPr>
            <a:xfrm>
              <a:off x="4067337" y="559594"/>
              <a:ext cx="780554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Example WNM for observation report from Rotterdam The Hague (NL) </a:t>
              </a:r>
            </a:p>
          </p:txBody>
        </p:sp>
        <p:pic>
          <p:nvPicPr>
            <p:cNvPr id="21" name="Picture 20">
              <a:extLst>
                <a:ext uri="{FF2B5EF4-FFF2-40B4-BE49-F238E27FC236}">
                  <a16:creationId xmlns:a16="http://schemas.microsoft.com/office/drawing/2014/main" id="{6CF77F51-8B93-AE45-AF91-16D13A343876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11033564" y="642542"/>
              <a:ext cx="335309" cy="225572"/>
            </a:xfrm>
            <a:prstGeom prst="rect">
              <a:avLst/>
            </a:prstGeom>
          </p:spPr>
        </p:pic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8796B420-5831-D813-EB8D-E57B2E374278}"/>
                </a:ext>
              </a:extLst>
            </p:cNvPr>
            <p:cNvCxnSpPr/>
            <p:nvPr/>
          </p:nvCxnSpPr>
          <p:spPr>
            <a:xfrm>
              <a:off x="4057134" y="920893"/>
              <a:ext cx="7824001" cy="0"/>
            </a:xfrm>
            <a:prstGeom prst="line">
              <a:avLst/>
            </a:prstGeom>
            <a:ln>
              <a:solidFill>
                <a:srgbClr val="3963DA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8" name="Picture 17">
            <a:extLst>
              <a:ext uri="{FF2B5EF4-FFF2-40B4-BE49-F238E27FC236}">
                <a16:creationId xmlns:a16="http://schemas.microsoft.com/office/drawing/2014/main" id="{EDBE87DE-C978-336F-14D4-17BF87EC163E}"/>
              </a:ext>
            </a:extLst>
          </p:cNvPr>
          <p:cNvPicPr>
            <a:picLocks noChangeAspect="1"/>
          </p:cNvPicPr>
          <p:nvPr/>
        </p:nvPicPr>
        <p:blipFill>
          <a:blip r:embed="rId10"/>
          <a:srcRect r="1025"/>
          <a:stretch/>
        </p:blipFill>
        <p:spPr>
          <a:xfrm>
            <a:off x="4075306" y="646420"/>
            <a:ext cx="7720088" cy="3530419"/>
          </a:xfrm>
          <a:prstGeom prst="rect">
            <a:avLst/>
          </a:prstGeom>
        </p:spPr>
      </p:pic>
      <p:grpSp>
        <p:nvGrpSpPr>
          <p:cNvPr id="17" name="Group 16">
            <a:extLst>
              <a:ext uri="{FF2B5EF4-FFF2-40B4-BE49-F238E27FC236}">
                <a16:creationId xmlns:a16="http://schemas.microsoft.com/office/drawing/2014/main" id="{10184957-605F-9B1D-86BA-C065E8DA8570}"/>
              </a:ext>
            </a:extLst>
          </p:cNvPr>
          <p:cNvGrpSpPr/>
          <p:nvPr/>
        </p:nvGrpSpPr>
        <p:grpSpPr>
          <a:xfrm>
            <a:off x="4975127" y="718671"/>
            <a:ext cx="6820267" cy="1559646"/>
            <a:chOff x="4975127" y="718671"/>
            <a:chExt cx="6820267" cy="1559646"/>
          </a:xfrm>
        </p:grpSpPr>
        <p:sp>
          <p:nvSpPr>
            <p:cNvPr id="48" name="Rectangle 47">
              <a:extLst>
                <a:ext uri="{FF2B5EF4-FFF2-40B4-BE49-F238E27FC236}">
                  <a16:creationId xmlns:a16="http://schemas.microsoft.com/office/drawing/2014/main" id="{26507948-6D35-58EE-3E39-1FA0678E36E3}"/>
                </a:ext>
              </a:extLst>
            </p:cNvPr>
            <p:cNvSpPr/>
            <p:nvPr/>
          </p:nvSpPr>
          <p:spPr>
            <a:xfrm>
              <a:off x="4975127" y="2074467"/>
              <a:ext cx="2268953" cy="203850"/>
            </a:xfrm>
            <a:prstGeom prst="rect">
              <a:avLst/>
            </a:prstGeom>
            <a:solidFill>
              <a:srgbClr val="FFFF00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A8BA8D2F-1699-4B31-C040-90744B3E1888}"/>
                </a:ext>
              </a:extLst>
            </p:cNvPr>
            <p:cNvSpPr txBox="1"/>
            <p:nvPr/>
          </p:nvSpPr>
          <p:spPr>
            <a:xfrm>
              <a:off x="7437817" y="718671"/>
              <a:ext cx="4357577" cy="1200329"/>
            </a:xfrm>
            <a:prstGeom prst="rect">
              <a:avLst/>
            </a:prstGeom>
            <a:solidFill>
              <a:srgbClr val="FFFFFF">
                <a:alpha val="69804"/>
              </a:srgbClr>
            </a:solidFill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This SYNOP is available at the main synoptic hours 00, 06, 12, 18 </a:t>
              </a:r>
              <a:r>
                <a:rPr kumimoji="0" lang="en-GB" sz="18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utc</a:t>
              </a:r>
              <a:r>
                <a:rPr kumimoji="0" lang="en-GB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 (in this case 12 </a:t>
              </a:r>
              <a:r>
                <a:rPr kumimoji="0" lang="en-GB" sz="18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utc</a:t>
              </a:r>
              <a:r>
                <a:rPr kumimoji="0" lang="en-GB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) – the </a:t>
              </a:r>
              <a:r>
                <a:rPr kumimoji="0" lang="en-GB" sz="18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onsolas" panose="020B0609020204030204" pitchFamily="49" charset="0"/>
                  <a:ea typeface="+mn-ea"/>
                  <a:cs typeface="+mn-cs"/>
                </a:rPr>
                <a:t>properties.datetime</a:t>
              </a:r>
              <a:r>
                <a:rPr kumimoji="0" lang="en-GB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 should be set to the ‘normal’ bulletin time</a:t>
              </a:r>
              <a:endPara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5111493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CF2F3C-D23D-D3EE-CC3B-5B9ED09458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9" name="Group 228">
            <a:extLst>
              <a:ext uri="{FF2B5EF4-FFF2-40B4-BE49-F238E27FC236}">
                <a16:creationId xmlns:a16="http://schemas.microsoft.com/office/drawing/2014/main" id="{81D4890A-433E-B1A7-5837-3F2F7B98FE3C}"/>
              </a:ext>
            </a:extLst>
          </p:cNvPr>
          <p:cNvGrpSpPr/>
          <p:nvPr/>
        </p:nvGrpSpPr>
        <p:grpSpPr>
          <a:xfrm>
            <a:off x="1715333" y="622374"/>
            <a:ext cx="1850457" cy="672547"/>
            <a:chOff x="1715333" y="622374"/>
            <a:chExt cx="1850457" cy="672547"/>
          </a:xfrm>
        </p:grpSpPr>
        <p:cxnSp>
          <p:nvCxnSpPr>
            <p:cNvPr id="215" name="Straight Connector 214">
              <a:extLst>
                <a:ext uri="{FF2B5EF4-FFF2-40B4-BE49-F238E27FC236}">
                  <a16:creationId xmlns:a16="http://schemas.microsoft.com/office/drawing/2014/main" id="{A9C3AD03-3141-B217-683D-F13D1F55A309}"/>
                </a:ext>
              </a:extLst>
            </p:cNvPr>
            <p:cNvCxnSpPr/>
            <p:nvPr/>
          </p:nvCxnSpPr>
          <p:spPr>
            <a:xfrm>
              <a:off x="1715333" y="622374"/>
              <a:ext cx="0" cy="661357"/>
            </a:xfrm>
            <a:prstGeom prst="line">
              <a:avLst/>
            </a:prstGeom>
            <a:ln w="12700">
              <a:solidFill>
                <a:schemeClr val="tx1"/>
              </a:solidFill>
              <a:prstDash val="sysDot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6" name="Straight Connector 215">
              <a:extLst>
                <a:ext uri="{FF2B5EF4-FFF2-40B4-BE49-F238E27FC236}">
                  <a16:creationId xmlns:a16="http://schemas.microsoft.com/office/drawing/2014/main" id="{C93C1E47-9CB7-8D61-72FB-74C4BCEA8DCE}"/>
                </a:ext>
              </a:extLst>
            </p:cNvPr>
            <p:cNvCxnSpPr/>
            <p:nvPr/>
          </p:nvCxnSpPr>
          <p:spPr>
            <a:xfrm>
              <a:off x="2341276" y="622375"/>
              <a:ext cx="0" cy="661357"/>
            </a:xfrm>
            <a:prstGeom prst="line">
              <a:avLst/>
            </a:prstGeom>
            <a:ln w="12700">
              <a:solidFill>
                <a:schemeClr val="tx1"/>
              </a:solidFill>
              <a:prstDash val="sysDot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7" name="Straight Connector 216">
              <a:extLst>
                <a:ext uri="{FF2B5EF4-FFF2-40B4-BE49-F238E27FC236}">
                  <a16:creationId xmlns:a16="http://schemas.microsoft.com/office/drawing/2014/main" id="{B2A2644B-BBF1-F560-C557-2BDA1FE1641E}"/>
                </a:ext>
              </a:extLst>
            </p:cNvPr>
            <p:cNvCxnSpPr/>
            <p:nvPr/>
          </p:nvCxnSpPr>
          <p:spPr>
            <a:xfrm>
              <a:off x="2956921" y="633564"/>
              <a:ext cx="0" cy="661357"/>
            </a:xfrm>
            <a:prstGeom prst="line">
              <a:avLst/>
            </a:prstGeom>
            <a:ln w="12700">
              <a:solidFill>
                <a:schemeClr val="tx1"/>
              </a:solidFill>
              <a:prstDash val="sysDot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9" name="Straight Connector 218">
              <a:extLst>
                <a:ext uri="{FF2B5EF4-FFF2-40B4-BE49-F238E27FC236}">
                  <a16:creationId xmlns:a16="http://schemas.microsoft.com/office/drawing/2014/main" id="{3F14AA0D-41B8-93C7-3935-D568958C10DA}"/>
                </a:ext>
              </a:extLst>
            </p:cNvPr>
            <p:cNvCxnSpPr/>
            <p:nvPr/>
          </p:nvCxnSpPr>
          <p:spPr>
            <a:xfrm>
              <a:off x="3565790" y="626521"/>
              <a:ext cx="0" cy="661357"/>
            </a:xfrm>
            <a:prstGeom prst="line">
              <a:avLst/>
            </a:prstGeom>
            <a:ln w="12700">
              <a:solidFill>
                <a:schemeClr val="tx1"/>
              </a:solidFill>
              <a:prstDash val="sysDot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222" name="Picture 221">
            <a:extLst>
              <a:ext uri="{FF2B5EF4-FFF2-40B4-BE49-F238E27FC236}">
                <a16:creationId xmlns:a16="http://schemas.microsoft.com/office/drawing/2014/main" id="{019EAD41-2C4E-0F79-62E9-418213B175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418180"/>
            <a:ext cx="5197907" cy="1439820"/>
          </a:xfrm>
          <a:prstGeom prst="rect">
            <a:avLst/>
          </a:prstGeom>
        </p:spPr>
      </p:pic>
      <p:grpSp>
        <p:nvGrpSpPr>
          <p:cNvPr id="13" name="Group 12">
            <a:extLst>
              <a:ext uri="{FF2B5EF4-FFF2-40B4-BE49-F238E27FC236}">
                <a16:creationId xmlns:a16="http://schemas.microsoft.com/office/drawing/2014/main" id="{5E2549DE-1E01-F480-501B-C94ED658254F}"/>
              </a:ext>
            </a:extLst>
          </p:cNvPr>
          <p:cNvGrpSpPr/>
          <p:nvPr/>
        </p:nvGrpSpPr>
        <p:grpSpPr>
          <a:xfrm>
            <a:off x="2588900" y="323658"/>
            <a:ext cx="8879200" cy="6210684"/>
            <a:chOff x="1942544" y="1301750"/>
            <a:chExt cx="6082512" cy="4254500"/>
          </a:xfrm>
        </p:grpSpPr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5B292352-30C9-DE79-D42B-E0DD7A7E9A35}"/>
                </a:ext>
              </a:extLst>
            </p:cNvPr>
            <p:cNvGrpSpPr/>
            <p:nvPr/>
          </p:nvGrpSpPr>
          <p:grpSpPr>
            <a:xfrm>
              <a:off x="1942544" y="1301750"/>
              <a:ext cx="6082512" cy="4254500"/>
              <a:chOff x="1942544" y="1301750"/>
              <a:chExt cx="6082512" cy="4254500"/>
            </a:xfrm>
          </p:grpSpPr>
          <p:sp>
            <p:nvSpPr>
              <p:cNvPr id="7" name="Cloud 6">
                <a:extLst>
                  <a:ext uri="{FF2B5EF4-FFF2-40B4-BE49-F238E27FC236}">
                    <a16:creationId xmlns:a16="http://schemas.microsoft.com/office/drawing/2014/main" id="{3028D9ED-B8BC-03CC-DF22-45331F4572DF}"/>
                  </a:ext>
                </a:extLst>
              </p:cNvPr>
              <p:cNvSpPr/>
              <p:nvPr/>
            </p:nvSpPr>
            <p:spPr>
              <a:xfrm rot="401311">
                <a:off x="1948500" y="1301750"/>
                <a:ext cx="6070600" cy="4254500"/>
              </a:xfrm>
              <a:prstGeom prst="cloud">
                <a:avLst/>
              </a:prstGeom>
              <a:solidFill>
                <a:schemeClr val="bg1"/>
              </a:solidFill>
              <a:ln w="38100">
                <a:solidFill>
                  <a:schemeClr val="bg1">
                    <a:lumMod val="75000"/>
                  </a:schemeClr>
                </a:solidFill>
                <a:prstDash val="sysDash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8" name="Cloud 7">
                <a:extLst>
                  <a:ext uri="{FF2B5EF4-FFF2-40B4-BE49-F238E27FC236}">
                    <a16:creationId xmlns:a16="http://schemas.microsoft.com/office/drawing/2014/main" id="{B3BC6BB6-8FCA-D4B6-64A4-83547114EBBC}"/>
                  </a:ext>
                </a:extLst>
              </p:cNvPr>
              <p:cNvSpPr/>
              <p:nvPr/>
            </p:nvSpPr>
            <p:spPr>
              <a:xfrm rot="401311">
                <a:off x="1942544" y="1382575"/>
                <a:ext cx="6082512" cy="4118248"/>
              </a:xfrm>
              <a:prstGeom prst="cloud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</p:grp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E6B805EC-758A-4170-1C27-5657B45308E8}"/>
                </a:ext>
              </a:extLst>
            </p:cNvPr>
            <p:cNvCxnSpPr>
              <a:cxnSpLocks/>
            </p:cNvCxnSpPr>
            <p:nvPr/>
          </p:nvCxnSpPr>
          <p:spPr>
            <a:xfrm>
              <a:off x="2133600" y="3429000"/>
              <a:ext cx="5867400" cy="0"/>
            </a:xfrm>
            <a:prstGeom prst="line">
              <a:avLst/>
            </a:prstGeom>
            <a:solidFill>
              <a:schemeClr val="bg1"/>
            </a:solidFill>
            <a:ln w="38100">
              <a:solidFill>
                <a:schemeClr val="bg1">
                  <a:lumMod val="75000"/>
                </a:schemeClr>
              </a:solidFill>
              <a:prstDash val="sys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sp>
        <p:nvSpPr>
          <p:cNvPr id="14" name="TextBox 13">
            <a:extLst>
              <a:ext uri="{FF2B5EF4-FFF2-40B4-BE49-F238E27FC236}">
                <a16:creationId xmlns:a16="http://schemas.microsoft.com/office/drawing/2014/main" id="{3521B1DE-F147-8A48-D344-A47D103E9956}"/>
              </a:ext>
            </a:extLst>
          </p:cNvPr>
          <p:cNvSpPr txBox="1"/>
          <p:nvPr/>
        </p:nvSpPr>
        <p:spPr>
          <a:xfrm>
            <a:off x="6238875" y="314003"/>
            <a:ext cx="818636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WIS2</a:t>
            </a:r>
          </a:p>
        </p:txBody>
      </p:sp>
      <p:grpSp>
        <p:nvGrpSpPr>
          <p:cNvPr id="225" name="Group 224">
            <a:extLst>
              <a:ext uri="{FF2B5EF4-FFF2-40B4-BE49-F238E27FC236}">
                <a16:creationId xmlns:a16="http://schemas.microsoft.com/office/drawing/2014/main" id="{D1F85EA4-284B-3519-9585-0744F8E79B68}"/>
              </a:ext>
            </a:extLst>
          </p:cNvPr>
          <p:cNvGrpSpPr/>
          <p:nvPr/>
        </p:nvGrpSpPr>
        <p:grpSpPr>
          <a:xfrm>
            <a:off x="350689" y="4160355"/>
            <a:ext cx="466050" cy="669682"/>
            <a:chOff x="1159011" y="4934512"/>
            <a:chExt cx="466050" cy="669682"/>
          </a:xfrm>
        </p:grpSpPr>
        <p:sp>
          <p:nvSpPr>
            <p:cNvPr id="224" name="Rectangle: Rounded Corners 223">
              <a:extLst>
                <a:ext uri="{FF2B5EF4-FFF2-40B4-BE49-F238E27FC236}">
                  <a16:creationId xmlns:a16="http://schemas.microsoft.com/office/drawing/2014/main" id="{7F4FE6E6-50B1-BDC6-C07F-A2DD64802470}"/>
                </a:ext>
              </a:extLst>
            </p:cNvPr>
            <p:cNvSpPr/>
            <p:nvPr/>
          </p:nvSpPr>
          <p:spPr>
            <a:xfrm>
              <a:off x="1159011" y="4934512"/>
              <a:ext cx="466050" cy="669682"/>
            </a:xfrm>
            <a:prstGeom prst="roundRect">
              <a:avLst>
                <a:gd name="adj" fmla="val 8535"/>
              </a:avLst>
            </a:prstGeom>
            <a:solidFill>
              <a:schemeClr val="bg1"/>
            </a:solidFill>
            <a:ln w="12700">
              <a:prstDash val="sys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218" name="Rectangle 217">
              <a:extLst>
                <a:ext uri="{FF2B5EF4-FFF2-40B4-BE49-F238E27FC236}">
                  <a16:creationId xmlns:a16="http://schemas.microsoft.com/office/drawing/2014/main" id="{8D444A45-6449-4621-5620-23423B42A3FF}"/>
                </a:ext>
              </a:extLst>
            </p:cNvPr>
            <p:cNvSpPr/>
            <p:nvPr/>
          </p:nvSpPr>
          <p:spPr>
            <a:xfrm>
              <a:off x="1307134" y="5356687"/>
              <a:ext cx="169804" cy="169804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A</a:t>
              </a:r>
            </a:p>
          </p:txBody>
        </p:sp>
        <p:pic>
          <p:nvPicPr>
            <p:cNvPr id="223" name="Picture 222" descr="A black and white symbol&#10;&#10;Description automatically generated">
              <a:extLst>
                <a:ext uri="{FF2B5EF4-FFF2-40B4-BE49-F238E27FC236}">
                  <a16:creationId xmlns:a16="http://schemas.microsoft.com/office/drawing/2014/main" id="{37F96EEC-8C89-63C1-C7C2-B40AB6FBCD4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216187" y="4970684"/>
              <a:ext cx="351698" cy="351696"/>
            </a:xfrm>
            <a:prstGeom prst="rect">
              <a:avLst/>
            </a:prstGeom>
          </p:spPr>
        </p:pic>
      </p:grpSp>
      <p:grpSp>
        <p:nvGrpSpPr>
          <p:cNvPr id="234" name="Group 233">
            <a:extLst>
              <a:ext uri="{FF2B5EF4-FFF2-40B4-BE49-F238E27FC236}">
                <a16:creationId xmlns:a16="http://schemas.microsoft.com/office/drawing/2014/main" id="{14295A7D-AD17-DCC6-0C69-936537BBB94A}"/>
              </a:ext>
            </a:extLst>
          </p:cNvPr>
          <p:cNvGrpSpPr/>
          <p:nvPr/>
        </p:nvGrpSpPr>
        <p:grpSpPr>
          <a:xfrm>
            <a:off x="858066" y="4163562"/>
            <a:ext cx="466050" cy="669682"/>
            <a:chOff x="1159011" y="4934512"/>
            <a:chExt cx="466050" cy="669682"/>
          </a:xfrm>
        </p:grpSpPr>
        <p:sp>
          <p:nvSpPr>
            <p:cNvPr id="235" name="Rectangle: Rounded Corners 234">
              <a:extLst>
                <a:ext uri="{FF2B5EF4-FFF2-40B4-BE49-F238E27FC236}">
                  <a16:creationId xmlns:a16="http://schemas.microsoft.com/office/drawing/2014/main" id="{8FA1E23E-A627-1235-9198-87DB28CB5651}"/>
                </a:ext>
              </a:extLst>
            </p:cNvPr>
            <p:cNvSpPr/>
            <p:nvPr/>
          </p:nvSpPr>
          <p:spPr>
            <a:xfrm>
              <a:off x="1159011" y="4934512"/>
              <a:ext cx="466050" cy="669682"/>
            </a:xfrm>
            <a:prstGeom prst="roundRect">
              <a:avLst>
                <a:gd name="adj" fmla="val 8535"/>
              </a:avLst>
            </a:prstGeom>
            <a:solidFill>
              <a:schemeClr val="bg1"/>
            </a:solidFill>
            <a:ln w="12700">
              <a:prstDash val="sys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236" name="Rectangle 235">
              <a:extLst>
                <a:ext uri="{FF2B5EF4-FFF2-40B4-BE49-F238E27FC236}">
                  <a16:creationId xmlns:a16="http://schemas.microsoft.com/office/drawing/2014/main" id="{9DE5ADDE-81ED-8A79-DC6C-F0727EC88851}"/>
                </a:ext>
              </a:extLst>
            </p:cNvPr>
            <p:cNvSpPr/>
            <p:nvPr/>
          </p:nvSpPr>
          <p:spPr>
            <a:xfrm>
              <a:off x="1307134" y="5356687"/>
              <a:ext cx="169804" cy="169804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B</a:t>
              </a:r>
            </a:p>
          </p:txBody>
        </p:sp>
        <p:pic>
          <p:nvPicPr>
            <p:cNvPr id="237" name="Picture 236" descr="A black and white symbol&#10;&#10;Description automatically generated">
              <a:extLst>
                <a:ext uri="{FF2B5EF4-FFF2-40B4-BE49-F238E27FC236}">
                  <a16:creationId xmlns:a16="http://schemas.microsoft.com/office/drawing/2014/main" id="{87F50C33-B840-3B2C-7533-B53ADCA2227F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216187" y="4970684"/>
              <a:ext cx="351698" cy="351696"/>
            </a:xfrm>
            <a:prstGeom prst="rect">
              <a:avLst/>
            </a:prstGeom>
          </p:spPr>
        </p:pic>
      </p:grpSp>
      <p:grpSp>
        <p:nvGrpSpPr>
          <p:cNvPr id="238" name="Group 237">
            <a:extLst>
              <a:ext uri="{FF2B5EF4-FFF2-40B4-BE49-F238E27FC236}">
                <a16:creationId xmlns:a16="http://schemas.microsoft.com/office/drawing/2014/main" id="{60119559-7301-3B83-D6C2-99CE234E60BE}"/>
              </a:ext>
            </a:extLst>
          </p:cNvPr>
          <p:cNvGrpSpPr/>
          <p:nvPr/>
        </p:nvGrpSpPr>
        <p:grpSpPr>
          <a:xfrm>
            <a:off x="856832" y="4869695"/>
            <a:ext cx="466050" cy="669682"/>
            <a:chOff x="1159011" y="4934512"/>
            <a:chExt cx="466050" cy="669682"/>
          </a:xfrm>
        </p:grpSpPr>
        <p:sp>
          <p:nvSpPr>
            <p:cNvPr id="239" name="Rectangle: Rounded Corners 238">
              <a:extLst>
                <a:ext uri="{FF2B5EF4-FFF2-40B4-BE49-F238E27FC236}">
                  <a16:creationId xmlns:a16="http://schemas.microsoft.com/office/drawing/2014/main" id="{B2D6C22F-6072-FB6A-142C-EF604CC9D622}"/>
                </a:ext>
              </a:extLst>
            </p:cNvPr>
            <p:cNvSpPr/>
            <p:nvPr/>
          </p:nvSpPr>
          <p:spPr>
            <a:xfrm>
              <a:off x="1159011" y="4934512"/>
              <a:ext cx="466050" cy="669682"/>
            </a:xfrm>
            <a:prstGeom prst="roundRect">
              <a:avLst>
                <a:gd name="adj" fmla="val 8535"/>
              </a:avLst>
            </a:prstGeom>
            <a:solidFill>
              <a:schemeClr val="bg1"/>
            </a:solidFill>
            <a:ln w="12700">
              <a:prstDash val="sys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240" name="Rectangle 239">
              <a:extLst>
                <a:ext uri="{FF2B5EF4-FFF2-40B4-BE49-F238E27FC236}">
                  <a16:creationId xmlns:a16="http://schemas.microsoft.com/office/drawing/2014/main" id="{9350F710-F2A6-F794-6786-092F13DA3A7C}"/>
                </a:ext>
              </a:extLst>
            </p:cNvPr>
            <p:cNvSpPr/>
            <p:nvPr/>
          </p:nvSpPr>
          <p:spPr>
            <a:xfrm>
              <a:off x="1307134" y="5356687"/>
              <a:ext cx="169804" cy="169804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D</a:t>
              </a:r>
            </a:p>
          </p:txBody>
        </p:sp>
        <p:pic>
          <p:nvPicPr>
            <p:cNvPr id="241" name="Picture 240" descr="A black and white symbol&#10;&#10;Description automatically generated">
              <a:extLst>
                <a:ext uri="{FF2B5EF4-FFF2-40B4-BE49-F238E27FC236}">
                  <a16:creationId xmlns:a16="http://schemas.microsoft.com/office/drawing/2014/main" id="{07762ADC-363D-FFA7-A5DB-A1E9D6F90996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216187" y="4970684"/>
              <a:ext cx="351698" cy="351696"/>
            </a:xfrm>
            <a:prstGeom prst="rect">
              <a:avLst/>
            </a:prstGeom>
          </p:spPr>
        </p:pic>
      </p:grpSp>
      <p:grpSp>
        <p:nvGrpSpPr>
          <p:cNvPr id="242" name="Group 241">
            <a:extLst>
              <a:ext uri="{FF2B5EF4-FFF2-40B4-BE49-F238E27FC236}">
                <a16:creationId xmlns:a16="http://schemas.microsoft.com/office/drawing/2014/main" id="{350CF0BB-B14F-BCB2-C60B-AEEC0615767F}"/>
              </a:ext>
            </a:extLst>
          </p:cNvPr>
          <p:cNvGrpSpPr/>
          <p:nvPr/>
        </p:nvGrpSpPr>
        <p:grpSpPr>
          <a:xfrm>
            <a:off x="349454" y="4869695"/>
            <a:ext cx="466050" cy="669682"/>
            <a:chOff x="1159011" y="4934512"/>
            <a:chExt cx="466050" cy="669682"/>
          </a:xfrm>
        </p:grpSpPr>
        <p:sp>
          <p:nvSpPr>
            <p:cNvPr id="243" name="Rectangle: Rounded Corners 242">
              <a:extLst>
                <a:ext uri="{FF2B5EF4-FFF2-40B4-BE49-F238E27FC236}">
                  <a16:creationId xmlns:a16="http://schemas.microsoft.com/office/drawing/2014/main" id="{F1FC9793-B336-4264-95C6-51B8116EC021}"/>
                </a:ext>
              </a:extLst>
            </p:cNvPr>
            <p:cNvSpPr/>
            <p:nvPr/>
          </p:nvSpPr>
          <p:spPr>
            <a:xfrm>
              <a:off x="1159011" y="4934512"/>
              <a:ext cx="466050" cy="669682"/>
            </a:xfrm>
            <a:prstGeom prst="roundRect">
              <a:avLst>
                <a:gd name="adj" fmla="val 8535"/>
              </a:avLst>
            </a:prstGeom>
            <a:solidFill>
              <a:schemeClr val="bg1"/>
            </a:solidFill>
            <a:ln w="12700">
              <a:prstDash val="sys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244" name="Rectangle 243">
              <a:extLst>
                <a:ext uri="{FF2B5EF4-FFF2-40B4-BE49-F238E27FC236}">
                  <a16:creationId xmlns:a16="http://schemas.microsoft.com/office/drawing/2014/main" id="{28BE956F-D108-C5E2-DE79-FC8D84CF17E9}"/>
                </a:ext>
              </a:extLst>
            </p:cNvPr>
            <p:cNvSpPr/>
            <p:nvPr/>
          </p:nvSpPr>
          <p:spPr>
            <a:xfrm>
              <a:off x="1307134" y="5356687"/>
              <a:ext cx="169804" cy="169804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C</a:t>
              </a:r>
            </a:p>
          </p:txBody>
        </p:sp>
        <p:pic>
          <p:nvPicPr>
            <p:cNvPr id="245" name="Picture 244" descr="A black and white symbol&#10;&#10;Description automatically generated">
              <a:extLst>
                <a:ext uri="{FF2B5EF4-FFF2-40B4-BE49-F238E27FC236}">
                  <a16:creationId xmlns:a16="http://schemas.microsoft.com/office/drawing/2014/main" id="{3192C87F-6B19-B322-E3D0-4061ED539021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216187" y="4970684"/>
              <a:ext cx="351698" cy="351696"/>
            </a:xfrm>
            <a:prstGeom prst="rect">
              <a:avLst/>
            </a:prstGeom>
          </p:spPr>
        </p:pic>
      </p:grpSp>
      <p:grpSp>
        <p:nvGrpSpPr>
          <p:cNvPr id="249" name="Group 248">
            <a:extLst>
              <a:ext uri="{FF2B5EF4-FFF2-40B4-BE49-F238E27FC236}">
                <a16:creationId xmlns:a16="http://schemas.microsoft.com/office/drawing/2014/main" id="{D30E376A-70A3-84A9-EDB9-913BDFB85AB4}"/>
              </a:ext>
            </a:extLst>
          </p:cNvPr>
          <p:cNvGrpSpPr/>
          <p:nvPr/>
        </p:nvGrpSpPr>
        <p:grpSpPr>
          <a:xfrm>
            <a:off x="1633202" y="1621248"/>
            <a:ext cx="1960897" cy="3158269"/>
            <a:chOff x="1633202" y="1621248"/>
            <a:chExt cx="1960897" cy="3158269"/>
          </a:xfrm>
        </p:grpSpPr>
        <p:sp>
          <p:nvSpPr>
            <p:cNvPr id="247" name="Rectangle: Rounded Corners 246">
              <a:extLst>
                <a:ext uri="{FF2B5EF4-FFF2-40B4-BE49-F238E27FC236}">
                  <a16:creationId xmlns:a16="http://schemas.microsoft.com/office/drawing/2014/main" id="{C1BC160D-CD9E-7814-4FB4-6F11B15E207B}"/>
                </a:ext>
              </a:extLst>
            </p:cNvPr>
            <p:cNvSpPr/>
            <p:nvPr/>
          </p:nvSpPr>
          <p:spPr>
            <a:xfrm>
              <a:off x="1633202" y="1858519"/>
              <a:ext cx="1960897" cy="2920998"/>
            </a:xfrm>
            <a:prstGeom prst="roundRect">
              <a:avLst>
                <a:gd name="adj" fmla="val 3624"/>
              </a:avLst>
            </a:prstGeom>
            <a:solidFill>
              <a:schemeClr val="bg1">
                <a:lumMod val="95000"/>
                <a:alpha val="50196"/>
              </a:schemeClr>
            </a:solidFill>
            <a:ln w="12700">
              <a:solidFill>
                <a:schemeClr val="tx1">
                  <a:lumMod val="50000"/>
                  <a:lumOff val="50000"/>
                </a:schemeClr>
              </a:solidFill>
              <a:prstDash val="sysDot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248" name="TextBox 247">
              <a:extLst>
                <a:ext uri="{FF2B5EF4-FFF2-40B4-BE49-F238E27FC236}">
                  <a16:creationId xmlns:a16="http://schemas.microsoft.com/office/drawing/2014/main" id="{BF8F892C-DC97-6503-0A5F-645194A22479}"/>
                </a:ext>
              </a:extLst>
            </p:cNvPr>
            <p:cNvSpPr txBox="1"/>
            <p:nvPr/>
          </p:nvSpPr>
          <p:spPr>
            <a:xfrm>
              <a:off x="2059127" y="1621248"/>
              <a:ext cx="1179193" cy="2539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5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WIS Centre</a:t>
              </a:r>
              <a:endParaRPr kumimoji="0" lang="en-GB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246" name="Group 245">
            <a:extLst>
              <a:ext uri="{FF2B5EF4-FFF2-40B4-BE49-F238E27FC236}">
                <a16:creationId xmlns:a16="http://schemas.microsoft.com/office/drawing/2014/main" id="{4EE3DB71-F503-716D-A151-AADEC5511EDF}"/>
              </a:ext>
            </a:extLst>
          </p:cNvPr>
          <p:cNvGrpSpPr/>
          <p:nvPr/>
        </p:nvGrpSpPr>
        <p:grpSpPr>
          <a:xfrm>
            <a:off x="238558" y="2004858"/>
            <a:ext cx="2724621" cy="2574854"/>
            <a:chOff x="238558" y="2004858"/>
            <a:chExt cx="2724621" cy="2574854"/>
          </a:xfrm>
        </p:grpSpPr>
        <p:pic>
          <p:nvPicPr>
            <p:cNvPr id="52" name="Picture 51">
              <a:extLst>
                <a:ext uri="{FF2B5EF4-FFF2-40B4-BE49-F238E27FC236}">
                  <a16:creationId xmlns:a16="http://schemas.microsoft.com/office/drawing/2014/main" id="{A767B35F-AAEC-44C3-0C65-BF7A5D20D558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256121" y="3053461"/>
              <a:ext cx="1338982" cy="751078"/>
            </a:xfrm>
            <a:prstGeom prst="rect">
              <a:avLst/>
            </a:prstGeom>
          </p:spPr>
        </p:pic>
        <p:grpSp>
          <p:nvGrpSpPr>
            <p:cNvPr id="53" name="Group 52">
              <a:extLst>
                <a:ext uri="{FF2B5EF4-FFF2-40B4-BE49-F238E27FC236}">
                  <a16:creationId xmlns:a16="http://schemas.microsoft.com/office/drawing/2014/main" id="{BD0304E0-0E51-9AC9-19A0-DD5C4A87E5C1}"/>
                </a:ext>
              </a:extLst>
            </p:cNvPr>
            <p:cNvGrpSpPr/>
            <p:nvPr/>
          </p:nvGrpSpPr>
          <p:grpSpPr>
            <a:xfrm>
              <a:off x="2334271" y="2004858"/>
              <a:ext cx="628907" cy="910662"/>
              <a:chOff x="6648193" y="889820"/>
              <a:chExt cx="628907" cy="910662"/>
            </a:xfrm>
          </p:grpSpPr>
          <p:sp>
            <p:nvSpPr>
              <p:cNvPr id="54" name="Rectangle: Rounded Corners 53">
                <a:extLst>
                  <a:ext uri="{FF2B5EF4-FFF2-40B4-BE49-F238E27FC236}">
                    <a16:creationId xmlns:a16="http://schemas.microsoft.com/office/drawing/2014/main" id="{0E1E312B-DF26-19BD-42C9-515FE808F119}"/>
                  </a:ext>
                </a:extLst>
              </p:cNvPr>
              <p:cNvSpPr/>
              <p:nvPr/>
            </p:nvSpPr>
            <p:spPr>
              <a:xfrm>
                <a:off x="6648193" y="1171575"/>
                <a:ext cx="628907" cy="628907"/>
              </a:xfrm>
              <a:prstGeom prst="roundRect">
                <a:avLst>
                  <a:gd name="adj" fmla="val 8678"/>
                </a:avLst>
              </a:prstGeom>
              <a:solidFill>
                <a:schemeClr val="bg1"/>
              </a:solidFill>
              <a:ln w="28575">
                <a:solidFill>
                  <a:srgbClr val="3963DA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3963DA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3963DA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WIS2 Node</a:t>
                </a:r>
              </a:p>
            </p:txBody>
          </p:sp>
          <p:pic>
            <p:nvPicPr>
              <p:cNvPr id="55" name="Picture 54">
                <a:extLst>
                  <a:ext uri="{FF2B5EF4-FFF2-40B4-BE49-F238E27FC236}">
                    <a16:creationId xmlns:a16="http://schemas.microsoft.com/office/drawing/2014/main" id="{A16614B6-A47D-71D7-1F66-81EC474EF9E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6701185" y="889820"/>
                <a:ext cx="522922" cy="532516"/>
              </a:xfrm>
              <a:prstGeom prst="rect">
                <a:avLst/>
              </a:prstGeom>
            </p:spPr>
          </p:pic>
        </p:grpSp>
        <p:sp>
          <p:nvSpPr>
            <p:cNvPr id="56" name="Rectangle: Rounded Corners 55">
              <a:extLst>
                <a:ext uri="{FF2B5EF4-FFF2-40B4-BE49-F238E27FC236}">
                  <a16:creationId xmlns:a16="http://schemas.microsoft.com/office/drawing/2014/main" id="{330B3B60-4E25-1E43-5870-553FCA53B141}"/>
                </a:ext>
              </a:extLst>
            </p:cNvPr>
            <p:cNvSpPr/>
            <p:nvPr/>
          </p:nvSpPr>
          <p:spPr>
            <a:xfrm>
              <a:off x="2334272" y="3950805"/>
              <a:ext cx="628907" cy="628907"/>
            </a:xfrm>
            <a:prstGeom prst="roundRect">
              <a:avLst>
                <a:gd name="adj" fmla="val 8678"/>
              </a:avLst>
            </a:pr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MSS</a:t>
              </a:r>
            </a:p>
          </p:txBody>
        </p:sp>
        <p:cxnSp>
          <p:nvCxnSpPr>
            <p:cNvPr id="58" name="Straight Arrow Connector 57">
              <a:extLst>
                <a:ext uri="{FF2B5EF4-FFF2-40B4-BE49-F238E27FC236}">
                  <a16:creationId xmlns:a16="http://schemas.microsoft.com/office/drawing/2014/main" id="{FFD78E1B-26ED-1A5C-02FC-490456602917}"/>
                </a:ext>
              </a:extLst>
            </p:cNvPr>
            <p:cNvCxnSpPr/>
            <p:nvPr/>
          </p:nvCxnSpPr>
          <p:spPr>
            <a:xfrm flipV="1">
              <a:off x="1476375" y="2733675"/>
              <a:ext cx="751592" cy="419100"/>
            </a:xfrm>
            <a:prstGeom prst="straightConnector1">
              <a:avLst/>
            </a:prstGeom>
            <a:ln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Straight Arrow Connector 60">
              <a:extLst>
                <a:ext uri="{FF2B5EF4-FFF2-40B4-BE49-F238E27FC236}">
                  <a16:creationId xmlns:a16="http://schemas.microsoft.com/office/drawing/2014/main" id="{0113AA65-DE73-ADEE-CE4A-03402C9FC79A}"/>
                </a:ext>
              </a:extLst>
            </p:cNvPr>
            <p:cNvCxnSpPr>
              <a:cxnSpLocks/>
            </p:cNvCxnSpPr>
            <p:nvPr/>
          </p:nvCxnSpPr>
          <p:spPr>
            <a:xfrm>
              <a:off x="1476375" y="3741255"/>
              <a:ext cx="751592" cy="419100"/>
            </a:xfrm>
            <a:prstGeom prst="straightConnector1">
              <a:avLst/>
            </a:prstGeom>
            <a:ln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62" name="TextBox 61">
              <a:extLst>
                <a:ext uri="{FF2B5EF4-FFF2-40B4-BE49-F238E27FC236}">
                  <a16:creationId xmlns:a16="http://schemas.microsoft.com/office/drawing/2014/main" id="{6AC873BC-AF51-62D4-4A89-260C3D4CDAAA}"/>
                </a:ext>
              </a:extLst>
            </p:cNvPr>
            <p:cNvSpPr txBox="1"/>
            <p:nvPr/>
          </p:nvSpPr>
          <p:spPr>
            <a:xfrm>
              <a:off x="238558" y="3676872"/>
              <a:ext cx="1179193" cy="43858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5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data management system</a:t>
              </a: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</a:t>
              </a:r>
            </a:p>
          </p:txBody>
        </p:sp>
      </p:grpSp>
      <p:sp>
        <p:nvSpPr>
          <p:cNvPr id="250" name="TextBox 249">
            <a:extLst>
              <a:ext uri="{FF2B5EF4-FFF2-40B4-BE49-F238E27FC236}">
                <a16:creationId xmlns:a16="http://schemas.microsoft.com/office/drawing/2014/main" id="{B7930024-CD6B-998B-457F-E028C979EB36}"/>
              </a:ext>
            </a:extLst>
          </p:cNvPr>
          <p:cNvSpPr txBox="1"/>
          <p:nvPr/>
        </p:nvSpPr>
        <p:spPr>
          <a:xfrm>
            <a:off x="6619182" y="6359331"/>
            <a:ext cx="818636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GTS</a:t>
            </a:r>
          </a:p>
        </p:txBody>
      </p:sp>
      <p:sp>
        <p:nvSpPr>
          <p:cNvPr id="251" name="TextBox 250">
            <a:extLst>
              <a:ext uri="{FF2B5EF4-FFF2-40B4-BE49-F238E27FC236}">
                <a16:creationId xmlns:a16="http://schemas.microsoft.com/office/drawing/2014/main" id="{7D443991-9C4E-0598-B84E-20FEC4525FAC}"/>
              </a:ext>
            </a:extLst>
          </p:cNvPr>
          <p:cNvSpPr txBox="1"/>
          <p:nvPr/>
        </p:nvSpPr>
        <p:spPr>
          <a:xfrm>
            <a:off x="1558820" y="5324359"/>
            <a:ext cx="4111696" cy="1200329"/>
          </a:xfrm>
          <a:prstGeom prst="rect">
            <a:avLst/>
          </a:prstGeom>
          <a:solidFill>
            <a:srgbClr val="FFFFFF">
              <a:alpha val="69804"/>
            </a:srgbClr>
          </a:solidFill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WIS2 distribution example</a:t>
            </a: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Because these data-objects relate to reports distributed on GTS extra information is needed in the WNM …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5F8E8F5-2FA1-3D7A-A88A-3C92491969AF}"/>
              </a:ext>
            </a:extLst>
          </p:cNvPr>
          <p:cNvSpPr txBox="1"/>
          <p:nvPr/>
        </p:nvSpPr>
        <p:spPr>
          <a:xfrm>
            <a:off x="2074853" y="3688682"/>
            <a:ext cx="117919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CCCC = </a:t>
            </a:r>
            <a:r>
              <a:rPr kumimoji="0" lang="en-GB" sz="12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TEST</a:t>
            </a:r>
            <a:endParaRPr kumimoji="0" lang="en-GB" sz="16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+mn-cs"/>
            </a:endParaRPr>
          </a:p>
        </p:txBody>
      </p:sp>
      <p:grpSp>
        <p:nvGrpSpPr>
          <p:cNvPr id="203" name="Group 202">
            <a:extLst>
              <a:ext uri="{FF2B5EF4-FFF2-40B4-BE49-F238E27FC236}">
                <a16:creationId xmlns:a16="http://schemas.microsoft.com/office/drawing/2014/main" id="{10D93A3B-1AEC-7DDF-2DC2-5E67A9165980}"/>
              </a:ext>
            </a:extLst>
          </p:cNvPr>
          <p:cNvGrpSpPr/>
          <p:nvPr/>
        </p:nvGrpSpPr>
        <p:grpSpPr>
          <a:xfrm>
            <a:off x="3037962" y="3577971"/>
            <a:ext cx="8224599" cy="2603109"/>
            <a:chOff x="3037962" y="3577971"/>
            <a:chExt cx="8224599" cy="2603109"/>
          </a:xfrm>
        </p:grpSpPr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D007BA3E-FD7D-1AA6-955F-A5ADAD856BCE}"/>
                </a:ext>
              </a:extLst>
            </p:cNvPr>
            <p:cNvGrpSpPr/>
            <p:nvPr/>
          </p:nvGrpSpPr>
          <p:grpSpPr>
            <a:xfrm>
              <a:off x="4281843" y="4427055"/>
              <a:ext cx="628907" cy="628907"/>
              <a:chOff x="2867802" y="3950805"/>
              <a:chExt cx="628907" cy="628907"/>
            </a:xfrm>
          </p:grpSpPr>
          <p:sp>
            <p:nvSpPr>
              <p:cNvPr id="4" name="Oval 3">
                <a:extLst>
                  <a:ext uri="{FF2B5EF4-FFF2-40B4-BE49-F238E27FC236}">
                    <a16:creationId xmlns:a16="http://schemas.microsoft.com/office/drawing/2014/main" id="{9EA049AA-D061-0ABD-81B0-03D41B3B2C5A}"/>
                  </a:ext>
                </a:extLst>
              </p:cNvPr>
              <p:cNvSpPr/>
              <p:nvPr/>
            </p:nvSpPr>
            <p:spPr>
              <a:xfrm>
                <a:off x="2867802" y="3950805"/>
                <a:ext cx="628907" cy="628907"/>
              </a:xfrm>
              <a:prstGeom prst="ellipse">
                <a:avLst/>
              </a:prstGeom>
              <a:solidFill>
                <a:schemeClr val="bg1"/>
              </a:solidFill>
              <a:ln w="28575"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CD32E496-C53E-9ABE-9664-91D886134D2B}"/>
                  </a:ext>
                </a:extLst>
              </p:cNvPr>
              <p:cNvSpPr txBox="1"/>
              <p:nvPr/>
            </p:nvSpPr>
            <p:spPr>
              <a:xfrm>
                <a:off x="2949594" y="4126758"/>
                <a:ext cx="465322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2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white">
                        <a:lumMod val="75000"/>
                      </a:prstClr>
                    </a:solidFill>
                    <a:effectLst/>
                    <a:uLnTx/>
                    <a:uFillTx/>
                    <a:latin typeface="Aptos" panose="020B0004020202020204" pitchFamily="34" charset="0"/>
                    <a:ea typeface="+mn-ea"/>
                    <a:cs typeface="Arial" panose="020B0604020202020204" pitchFamily="34" charset="0"/>
                  </a:rPr>
                  <a:t>RTH</a:t>
                </a:r>
              </a:p>
            </p:txBody>
          </p:sp>
        </p:grpSp>
        <p:cxnSp>
          <p:nvCxnSpPr>
            <p:cNvPr id="6" name="Straight Arrow Connector 5">
              <a:extLst>
                <a:ext uri="{FF2B5EF4-FFF2-40B4-BE49-F238E27FC236}">
                  <a16:creationId xmlns:a16="http://schemas.microsoft.com/office/drawing/2014/main" id="{5E093F47-CEB0-D2A4-9559-A688EDEDDFAC}"/>
                </a:ext>
              </a:extLst>
            </p:cNvPr>
            <p:cNvCxnSpPr>
              <a:cxnSpLocks/>
            </p:cNvCxnSpPr>
            <p:nvPr/>
          </p:nvCxnSpPr>
          <p:spPr>
            <a:xfrm>
              <a:off x="3037962" y="4315266"/>
              <a:ext cx="1175587" cy="306792"/>
            </a:xfrm>
            <a:prstGeom prst="straightConnector1">
              <a:avLst/>
            </a:prstGeom>
            <a:ln>
              <a:solidFill>
                <a:schemeClr val="bg1">
                  <a:lumMod val="85000"/>
                </a:schemeClr>
              </a:solidFill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05661DF0-2232-8C9B-F2FB-A553F1B4F581}"/>
                </a:ext>
              </a:extLst>
            </p:cNvPr>
            <p:cNvGrpSpPr/>
            <p:nvPr/>
          </p:nvGrpSpPr>
          <p:grpSpPr>
            <a:xfrm>
              <a:off x="6188224" y="3577971"/>
              <a:ext cx="628907" cy="628907"/>
              <a:chOff x="2867802" y="3950805"/>
              <a:chExt cx="628907" cy="628907"/>
            </a:xfrm>
          </p:grpSpPr>
          <p:sp>
            <p:nvSpPr>
              <p:cNvPr id="12" name="Oval 11">
                <a:extLst>
                  <a:ext uri="{FF2B5EF4-FFF2-40B4-BE49-F238E27FC236}">
                    <a16:creationId xmlns:a16="http://schemas.microsoft.com/office/drawing/2014/main" id="{3D5036AD-5BB2-6346-38E6-86E9DDA1F795}"/>
                  </a:ext>
                </a:extLst>
              </p:cNvPr>
              <p:cNvSpPr/>
              <p:nvPr/>
            </p:nvSpPr>
            <p:spPr>
              <a:xfrm>
                <a:off x="2867802" y="3950805"/>
                <a:ext cx="628907" cy="628907"/>
              </a:xfrm>
              <a:prstGeom prst="ellipse">
                <a:avLst/>
              </a:prstGeom>
              <a:solidFill>
                <a:schemeClr val="bg1"/>
              </a:solidFill>
              <a:ln w="28575"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80926A37-C0D5-EB2F-B0A6-59D6505E70B8}"/>
                  </a:ext>
                </a:extLst>
              </p:cNvPr>
              <p:cNvSpPr txBox="1"/>
              <p:nvPr/>
            </p:nvSpPr>
            <p:spPr>
              <a:xfrm>
                <a:off x="2949594" y="4068702"/>
                <a:ext cx="465322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2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white">
                        <a:lumMod val="75000"/>
                      </a:prstClr>
                    </a:solidFill>
                    <a:effectLst/>
                    <a:uLnTx/>
                    <a:uFillTx/>
                    <a:latin typeface="Aptos" panose="020B0004020202020204" pitchFamily="34" charset="0"/>
                    <a:ea typeface="+mn-ea"/>
                    <a:cs typeface="Arial" panose="020B0604020202020204" pitchFamily="34" charset="0"/>
                  </a:rPr>
                  <a:t>RTH</a:t>
                </a:r>
              </a:p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8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white">
                        <a:lumMod val="75000"/>
                      </a:prstClr>
                    </a:solidFill>
                    <a:effectLst/>
                    <a:uLnTx/>
                    <a:uFillTx/>
                    <a:latin typeface="Aptos" panose="020B0004020202020204" pitchFamily="34" charset="0"/>
                    <a:ea typeface="+mn-ea"/>
                    <a:cs typeface="Arial" panose="020B0604020202020204" pitchFamily="34" charset="0"/>
                  </a:rPr>
                  <a:t>Exeter</a:t>
                </a:r>
              </a:p>
            </p:txBody>
          </p:sp>
        </p:grp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7A55F13B-A85E-E180-9536-9DB543EE688A}"/>
                </a:ext>
              </a:extLst>
            </p:cNvPr>
            <p:cNvGrpSpPr/>
            <p:nvPr/>
          </p:nvGrpSpPr>
          <p:grpSpPr>
            <a:xfrm>
              <a:off x="9293175" y="3577971"/>
              <a:ext cx="628907" cy="628907"/>
              <a:chOff x="2867802" y="3950805"/>
              <a:chExt cx="628907" cy="628907"/>
            </a:xfrm>
          </p:grpSpPr>
          <p:sp>
            <p:nvSpPr>
              <p:cNvPr id="23" name="Oval 22">
                <a:extLst>
                  <a:ext uri="{FF2B5EF4-FFF2-40B4-BE49-F238E27FC236}">
                    <a16:creationId xmlns:a16="http://schemas.microsoft.com/office/drawing/2014/main" id="{472F6783-100F-6E51-E41E-D10434927444}"/>
                  </a:ext>
                </a:extLst>
              </p:cNvPr>
              <p:cNvSpPr/>
              <p:nvPr/>
            </p:nvSpPr>
            <p:spPr>
              <a:xfrm>
                <a:off x="2867802" y="3950805"/>
                <a:ext cx="628907" cy="628907"/>
              </a:xfrm>
              <a:prstGeom prst="ellipse">
                <a:avLst/>
              </a:prstGeom>
              <a:solidFill>
                <a:schemeClr val="bg1"/>
              </a:solidFill>
              <a:ln w="28575"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8FAB9B2F-C80E-7138-8AF2-073F8EA7E13A}"/>
                  </a:ext>
                </a:extLst>
              </p:cNvPr>
              <p:cNvSpPr txBox="1"/>
              <p:nvPr/>
            </p:nvSpPr>
            <p:spPr>
              <a:xfrm>
                <a:off x="2932200" y="4068702"/>
                <a:ext cx="500110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2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white">
                        <a:lumMod val="75000"/>
                      </a:prstClr>
                    </a:solidFill>
                    <a:effectLst/>
                    <a:uLnTx/>
                    <a:uFillTx/>
                    <a:latin typeface="Aptos" panose="020B0004020202020204" pitchFamily="34" charset="0"/>
                    <a:ea typeface="+mn-ea"/>
                    <a:cs typeface="Arial" panose="020B0604020202020204" pitchFamily="34" charset="0"/>
                  </a:rPr>
                  <a:t>RTH</a:t>
                </a:r>
              </a:p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8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white">
                        <a:lumMod val="75000"/>
                      </a:prstClr>
                    </a:solidFill>
                    <a:effectLst/>
                    <a:uLnTx/>
                    <a:uFillTx/>
                    <a:latin typeface="Aptos" panose="020B0004020202020204" pitchFamily="34" charset="0"/>
                    <a:ea typeface="+mn-ea"/>
                    <a:cs typeface="Arial" panose="020B0604020202020204" pitchFamily="34" charset="0"/>
                  </a:rPr>
                  <a:t>Beijing</a:t>
                </a:r>
                <a:endParaRPr kumimoji="0" lang="en-GB" sz="700" b="0" i="0" u="none" strike="noStrike" kern="0" cap="none" spc="0" normalizeH="0" baseline="0" noProof="0" dirty="0">
                  <a:ln>
                    <a:noFill/>
                  </a:ln>
                  <a:solidFill>
                    <a:prstClr val="white">
                      <a:lumMod val="75000"/>
                    </a:prstClr>
                  </a:solidFill>
                  <a:effectLst/>
                  <a:uLnTx/>
                  <a:uFillTx/>
                  <a:latin typeface="Aptos" panose="020B0004020202020204" pitchFamily="34" charset="0"/>
                  <a:ea typeface="+mn-ea"/>
                  <a:cs typeface="Arial" panose="020B0604020202020204" pitchFamily="34" charset="0"/>
                </a:endParaRPr>
              </a:p>
            </p:txBody>
          </p:sp>
        </p:grpSp>
        <p:grpSp>
          <p:nvGrpSpPr>
            <p:cNvPr id="26" name="Group 25">
              <a:extLst>
                <a:ext uri="{FF2B5EF4-FFF2-40B4-BE49-F238E27FC236}">
                  <a16:creationId xmlns:a16="http://schemas.microsoft.com/office/drawing/2014/main" id="{9DEFE159-AE56-A7BF-6104-A1762A6DFD4D}"/>
                </a:ext>
              </a:extLst>
            </p:cNvPr>
            <p:cNvGrpSpPr/>
            <p:nvPr/>
          </p:nvGrpSpPr>
          <p:grpSpPr>
            <a:xfrm>
              <a:off x="6521485" y="5413675"/>
              <a:ext cx="628907" cy="628907"/>
              <a:chOff x="2867802" y="3950805"/>
              <a:chExt cx="628907" cy="628907"/>
            </a:xfrm>
          </p:grpSpPr>
          <p:sp>
            <p:nvSpPr>
              <p:cNvPr id="27" name="Oval 26">
                <a:extLst>
                  <a:ext uri="{FF2B5EF4-FFF2-40B4-BE49-F238E27FC236}">
                    <a16:creationId xmlns:a16="http://schemas.microsoft.com/office/drawing/2014/main" id="{EF3811C4-BEB3-3EDF-1400-BF0D725BBADC}"/>
                  </a:ext>
                </a:extLst>
              </p:cNvPr>
              <p:cNvSpPr/>
              <p:nvPr/>
            </p:nvSpPr>
            <p:spPr>
              <a:xfrm>
                <a:off x="2867802" y="3950805"/>
                <a:ext cx="628907" cy="628907"/>
              </a:xfrm>
              <a:prstGeom prst="ellipse">
                <a:avLst/>
              </a:prstGeom>
              <a:solidFill>
                <a:schemeClr val="bg1"/>
              </a:solidFill>
              <a:ln w="28575"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>
                      <a:lumMod val="65000"/>
                    </a:prstClr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16796C29-BDB8-362D-59C8-EB22A88C041E}"/>
                  </a:ext>
                </a:extLst>
              </p:cNvPr>
              <p:cNvSpPr txBox="1"/>
              <p:nvPr/>
            </p:nvSpPr>
            <p:spPr>
              <a:xfrm>
                <a:off x="2949594" y="4126758"/>
                <a:ext cx="465322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2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white">
                        <a:lumMod val="75000"/>
                      </a:prstClr>
                    </a:solidFill>
                    <a:effectLst/>
                    <a:uLnTx/>
                    <a:uFillTx/>
                    <a:latin typeface="Aptos" panose="020B0004020202020204" pitchFamily="34" charset="0"/>
                    <a:ea typeface="+mn-ea"/>
                    <a:cs typeface="Arial" panose="020B0604020202020204" pitchFamily="34" charset="0"/>
                  </a:rPr>
                  <a:t>RTH</a:t>
                </a:r>
              </a:p>
            </p:txBody>
          </p:sp>
        </p:grpSp>
        <p:grpSp>
          <p:nvGrpSpPr>
            <p:cNvPr id="29" name="Group 28">
              <a:extLst>
                <a:ext uri="{FF2B5EF4-FFF2-40B4-BE49-F238E27FC236}">
                  <a16:creationId xmlns:a16="http://schemas.microsoft.com/office/drawing/2014/main" id="{F21C0678-BC95-3D1A-EBC6-78E6839F5A52}"/>
                </a:ext>
              </a:extLst>
            </p:cNvPr>
            <p:cNvGrpSpPr/>
            <p:nvPr/>
          </p:nvGrpSpPr>
          <p:grpSpPr>
            <a:xfrm>
              <a:off x="8862418" y="5165872"/>
              <a:ext cx="628907" cy="628907"/>
              <a:chOff x="2867802" y="3950805"/>
              <a:chExt cx="628907" cy="628907"/>
            </a:xfrm>
          </p:grpSpPr>
          <p:sp>
            <p:nvSpPr>
              <p:cNvPr id="30" name="Oval 29">
                <a:extLst>
                  <a:ext uri="{FF2B5EF4-FFF2-40B4-BE49-F238E27FC236}">
                    <a16:creationId xmlns:a16="http://schemas.microsoft.com/office/drawing/2014/main" id="{5E2CCC2A-0181-1ABE-BA23-AADE28DB017E}"/>
                  </a:ext>
                </a:extLst>
              </p:cNvPr>
              <p:cNvSpPr/>
              <p:nvPr/>
            </p:nvSpPr>
            <p:spPr>
              <a:xfrm>
                <a:off x="2867802" y="3950805"/>
                <a:ext cx="628907" cy="628907"/>
              </a:xfrm>
              <a:prstGeom prst="ellipse">
                <a:avLst/>
              </a:prstGeom>
              <a:solidFill>
                <a:schemeClr val="bg1"/>
              </a:solidFill>
              <a:ln w="28575"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>
                      <a:lumMod val="65000"/>
                    </a:prstClr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4B10FF6D-6EFE-3A4C-C379-9B8D3FD6990B}"/>
                  </a:ext>
                </a:extLst>
              </p:cNvPr>
              <p:cNvSpPr txBox="1"/>
              <p:nvPr/>
            </p:nvSpPr>
            <p:spPr>
              <a:xfrm>
                <a:off x="2949594" y="4126758"/>
                <a:ext cx="465322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2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white">
                        <a:lumMod val="75000"/>
                      </a:prstClr>
                    </a:solidFill>
                    <a:effectLst/>
                    <a:uLnTx/>
                    <a:uFillTx/>
                    <a:latin typeface="Aptos" panose="020B0004020202020204" pitchFamily="34" charset="0"/>
                    <a:ea typeface="+mn-ea"/>
                    <a:cs typeface="Arial" panose="020B0604020202020204" pitchFamily="34" charset="0"/>
                  </a:rPr>
                  <a:t>RTH</a:t>
                </a:r>
              </a:p>
            </p:txBody>
          </p:sp>
        </p:grpSp>
        <p:grpSp>
          <p:nvGrpSpPr>
            <p:cNvPr id="32" name="Group 31">
              <a:extLst>
                <a:ext uri="{FF2B5EF4-FFF2-40B4-BE49-F238E27FC236}">
                  <a16:creationId xmlns:a16="http://schemas.microsoft.com/office/drawing/2014/main" id="{48C63210-C540-1BC3-7F53-013C59F4DADE}"/>
                </a:ext>
              </a:extLst>
            </p:cNvPr>
            <p:cNvGrpSpPr/>
            <p:nvPr/>
          </p:nvGrpSpPr>
          <p:grpSpPr>
            <a:xfrm>
              <a:off x="7543240" y="4536965"/>
              <a:ext cx="628907" cy="628907"/>
              <a:chOff x="2867802" y="3950805"/>
              <a:chExt cx="628907" cy="628907"/>
            </a:xfrm>
          </p:grpSpPr>
          <p:sp>
            <p:nvSpPr>
              <p:cNvPr id="33" name="Oval 32">
                <a:extLst>
                  <a:ext uri="{FF2B5EF4-FFF2-40B4-BE49-F238E27FC236}">
                    <a16:creationId xmlns:a16="http://schemas.microsoft.com/office/drawing/2014/main" id="{3A2FB4F4-FFB3-F9CA-5C33-C87AD41A8571}"/>
                  </a:ext>
                </a:extLst>
              </p:cNvPr>
              <p:cNvSpPr/>
              <p:nvPr/>
            </p:nvSpPr>
            <p:spPr>
              <a:xfrm>
                <a:off x="2867802" y="3950805"/>
                <a:ext cx="628907" cy="628907"/>
              </a:xfrm>
              <a:prstGeom prst="ellipse">
                <a:avLst/>
              </a:prstGeom>
              <a:solidFill>
                <a:schemeClr val="bg1"/>
              </a:solidFill>
              <a:ln w="28575"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>
                      <a:lumMod val="65000"/>
                    </a:prstClr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6A4FC280-74EF-7162-588D-81B30D56F588}"/>
                  </a:ext>
                </a:extLst>
              </p:cNvPr>
              <p:cNvSpPr txBox="1"/>
              <p:nvPr/>
            </p:nvSpPr>
            <p:spPr>
              <a:xfrm>
                <a:off x="2949594" y="4126758"/>
                <a:ext cx="465322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2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white">
                        <a:lumMod val="75000"/>
                      </a:prstClr>
                    </a:solidFill>
                    <a:effectLst/>
                    <a:uLnTx/>
                    <a:uFillTx/>
                    <a:latin typeface="Aptos" panose="020B0004020202020204" pitchFamily="34" charset="0"/>
                    <a:ea typeface="+mn-ea"/>
                    <a:cs typeface="Arial" panose="020B0604020202020204" pitchFamily="34" charset="0"/>
                  </a:rPr>
                  <a:t>RTH</a:t>
                </a:r>
              </a:p>
            </p:txBody>
          </p:sp>
        </p:grpSp>
        <p:cxnSp>
          <p:nvCxnSpPr>
            <p:cNvPr id="35" name="Straight Arrow Connector 34">
              <a:extLst>
                <a:ext uri="{FF2B5EF4-FFF2-40B4-BE49-F238E27FC236}">
                  <a16:creationId xmlns:a16="http://schemas.microsoft.com/office/drawing/2014/main" id="{71C1CBF6-6D53-5505-B120-E60BEB51DDC6}"/>
                </a:ext>
              </a:extLst>
            </p:cNvPr>
            <p:cNvCxnSpPr>
              <a:cxnSpLocks/>
            </p:cNvCxnSpPr>
            <p:nvPr/>
          </p:nvCxnSpPr>
          <p:spPr>
            <a:xfrm>
              <a:off x="4975127" y="4870482"/>
              <a:ext cx="1508258" cy="709621"/>
            </a:xfrm>
            <a:prstGeom prst="straightConnector1">
              <a:avLst/>
            </a:prstGeom>
            <a:ln>
              <a:solidFill>
                <a:schemeClr val="bg1">
                  <a:lumMod val="85000"/>
                </a:schemeClr>
              </a:solidFill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Arrow Connector 35">
              <a:extLst>
                <a:ext uri="{FF2B5EF4-FFF2-40B4-BE49-F238E27FC236}">
                  <a16:creationId xmlns:a16="http://schemas.microsoft.com/office/drawing/2014/main" id="{1FBB79EF-5496-250A-A332-4027AF0190C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948850" y="3983610"/>
              <a:ext cx="1143095" cy="575843"/>
            </a:xfrm>
            <a:prstGeom prst="straightConnector1">
              <a:avLst/>
            </a:prstGeom>
            <a:ln>
              <a:solidFill>
                <a:schemeClr val="bg1">
                  <a:lumMod val="85000"/>
                </a:schemeClr>
              </a:solidFill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Arrow Connector 36">
              <a:extLst>
                <a:ext uri="{FF2B5EF4-FFF2-40B4-BE49-F238E27FC236}">
                  <a16:creationId xmlns:a16="http://schemas.microsoft.com/office/drawing/2014/main" id="{1BA097EC-F5B7-7EDB-3D62-E545EB3A2D5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123124" y="5120144"/>
              <a:ext cx="428025" cy="331605"/>
            </a:xfrm>
            <a:prstGeom prst="straightConnector1">
              <a:avLst/>
            </a:prstGeom>
            <a:ln>
              <a:solidFill>
                <a:schemeClr val="bg1">
                  <a:lumMod val="85000"/>
                </a:schemeClr>
              </a:solidFill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Arrow Connector 37">
              <a:extLst>
                <a:ext uri="{FF2B5EF4-FFF2-40B4-BE49-F238E27FC236}">
                  <a16:creationId xmlns:a16="http://schemas.microsoft.com/office/drawing/2014/main" id="{7BF5341C-E7CA-AD4E-5CF9-32F9F465943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172147" y="4092067"/>
              <a:ext cx="1121028" cy="549041"/>
            </a:xfrm>
            <a:prstGeom prst="straightConnector1">
              <a:avLst/>
            </a:prstGeom>
            <a:ln>
              <a:solidFill>
                <a:schemeClr val="bg1">
                  <a:lumMod val="85000"/>
                </a:schemeClr>
              </a:solidFill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Arrow Connector 38">
              <a:extLst>
                <a:ext uri="{FF2B5EF4-FFF2-40B4-BE49-F238E27FC236}">
                  <a16:creationId xmlns:a16="http://schemas.microsoft.com/office/drawing/2014/main" id="{C624A689-6C6C-5617-8D69-4958B87451D0}"/>
                </a:ext>
              </a:extLst>
            </p:cNvPr>
            <p:cNvCxnSpPr>
              <a:cxnSpLocks/>
            </p:cNvCxnSpPr>
            <p:nvPr/>
          </p:nvCxnSpPr>
          <p:spPr>
            <a:xfrm>
              <a:off x="8191197" y="5026609"/>
              <a:ext cx="652171" cy="305691"/>
            </a:xfrm>
            <a:prstGeom prst="straightConnector1">
              <a:avLst/>
            </a:prstGeom>
            <a:ln>
              <a:solidFill>
                <a:schemeClr val="bg1">
                  <a:lumMod val="85000"/>
                </a:schemeClr>
              </a:solidFill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Arrow Connector 41">
              <a:extLst>
                <a:ext uri="{FF2B5EF4-FFF2-40B4-BE49-F238E27FC236}">
                  <a16:creationId xmlns:a16="http://schemas.microsoft.com/office/drawing/2014/main" id="{8DAB9B54-D4AF-3954-2EE9-411B5D0B3F8D}"/>
                </a:ext>
              </a:extLst>
            </p:cNvPr>
            <p:cNvCxnSpPr>
              <a:cxnSpLocks/>
            </p:cNvCxnSpPr>
            <p:nvPr/>
          </p:nvCxnSpPr>
          <p:spPr>
            <a:xfrm>
              <a:off x="9538950" y="5570578"/>
              <a:ext cx="981544" cy="276999"/>
            </a:xfrm>
            <a:prstGeom prst="straightConnector1">
              <a:avLst/>
            </a:prstGeom>
            <a:ln>
              <a:solidFill>
                <a:schemeClr val="bg1">
                  <a:lumMod val="85000"/>
                </a:schemeClr>
              </a:solidFill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02" name="Group 201">
              <a:extLst>
                <a:ext uri="{FF2B5EF4-FFF2-40B4-BE49-F238E27FC236}">
                  <a16:creationId xmlns:a16="http://schemas.microsoft.com/office/drawing/2014/main" id="{EFB11307-B666-87CB-B373-B1426541443C}"/>
                </a:ext>
              </a:extLst>
            </p:cNvPr>
            <p:cNvGrpSpPr/>
            <p:nvPr/>
          </p:nvGrpSpPr>
          <p:grpSpPr>
            <a:xfrm>
              <a:off x="10510969" y="5552173"/>
              <a:ext cx="751592" cy="628907"/>
              <a:chOff x="10510969" y="5552173"/>
              <a:chExt cx="751592" cy="628907"/>
            </a:xfrm>
          </p:grpSpPr>
          <p:sp>
            <p:nvSpPr>
              <p:cNvPr id="40" name="Rectangle: Rounded Corners 39">
                <a:extLst>
                  <a:ext uri="{FF2B5EF4-FFF2-40B4-BE49-F238E27FC236}">
                    <a16:creationId xmlns:a16="http://schemas.microsoft.com/office/drawing/2014/main" id="{65A07F5F-6DC6-114B-F6D8-BAE6D78DC358}"/>
                  </a:ext>
                </a:extLst>
              </p:cNvPr>
              <p:cNvSpPr/>
              <p:nvPr/>
            </p:nvSpPr>
            <p:spPr>
              <a:xfrm>
                <a:off x="10572312" y="5552173"/>
                <a:ext cx="628907" cy="628907"/>
              </a:xfrm>
              <a:prstGeom prst="roundRect">
                <a:avLst>
                  <a:gd name="adj" fmla="val 8678"/>
                </a:avLst>
              </a:prstGeom>
              <a:solidFill>
                <a:schemeClr val="bg1"/>
              </a:solidFill>
              <a:ln w="28575"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C8FD3D35-6B1E-3FF6-4140-0997A7614D70}"/>
                  </a:ext>
                </a:extLst>
              </p:cNvPr>
              <p:cNvSpPr txBox="1"/>
              <p:nvPr/>
            </p:nvSpPr>
            <p:spPr>
              <a:xfrm>
                <a:off x="10510969" y="5728127"/>
                <a:ext cx="751592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2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white">
                        <a:lumMod val="75000"/>
                      </a:prstClr>
                    </a:solidFill>
                    <a:effectLst/>
                    <a:uLnTx/>
                    <a:uFillTx/>
                    <a:latin typeface="Aptos" panose="020B0004020202020204" pitchFamily="34" charset="0"/>
                    <a:ea typeface="+mn-ea"/>
                    <a:cs typeface="Arial" panose="020B0604020202020204" pitchFamily="34" charset="0"/>
                  </a:rPr>
                  <a:t>WDQMS</a:t>
                </a:r>
              </a:p>
            </p:txBody>
          </p:sp>
        </p:grpSp>
      </p:grpSp>
      <p:grpSp>
        <p:nvGrpSpPr>
          <p:cNvPr id="209" name="Group 208">
            <a:extLst>
              <a:ext uri="{FF2B5EF4-FFF2-40B4-BE49-F238E27FC236}">
                <a16:creationId xmlns:a16="http://schemas.microsoft.com/office/drawing/2014/main" id="{4B225BB4-6DE9-DD4F-5A31-E4139B8F214E}"/>
              </a:ext>
            </a:extLst>
          </p:cNvPr>
          <p:cNvGrpSpPr/>
          <p:nvPr/>
        </p:nvGrpSpPr>
        <p:grpSpPr>
          <a:xfrm>
            <a:off x="1430655" y="808440"/>
            <a:ext cx="2456202" cy="855395"/>
            <a:chOff x="1430655" y="770340"/>
            <a:chExt cx="2456202" cy="855395"/>
          </a:xfrm>
        </p:grpSpPr>
        <p:grpSp>
          <p:nvGrpSpPr>
            <p:cNvPr id="49" name="Group 48">
              <a:extLst>
                <a:ext uri="{FF2B5EF4-FFF2-40B4-BE49-F238E27FC236}">
                  <a16:creationId xmlns:a16="http://schemas.microsoft.com/office/drawing/2014/main" id="{A164C04F-3F1A-F3A3-A8F4-B5CA95B2274F}"/>
                </a:ext>
              </a:extLst>
            </p:cNvPr>
            <p:cNvGrpSpPr/>
            <p:nvPr/>
          </p:nvGrpSpPr>
          <p:grpSpPr>
            <a:xfrm>
              <a:off x="1430655" y="770340"/>
              <a:ext cx="612283" cy="855395"/>
              <a:chOff x="2425679" y="690821"/>
              <a:chExt cx="612283" cy="855395"/>
            </a:xfrm>
          </p:grpSpPr>
          <p:pic>
            <p:nvPicPr>
              <p:cNvPr id="43" name="Picture 42">
                <a:extLst>
                  <a:ext uri="{FF2B5EF4-FFF2-40B4-BE49-F238E27FC236}">
                    <a16:creationId xmlns:a16="http://schemas.microsoft.com/office/drawing/2014/main" id="{DF0E40E5-4BB3-9A31-6FF3-AE9B9DF7700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2425679" y="690821"/>
                <a:ext cx="612283" cy="855395"/>
              </a:xfrm>
              <a:prstGeom prst="rect">
                <a:avLst/>
              </a:prstGeom>
            </p:spPr>
          </p:pic>
          <p:sp>
            <p:nvSpPr>
              <p:cNvPr id="45" name="Rectangle 44">
                <a:extLst>
                  <a:ext uri="{FF2B5EF4-FFF2-40B4-BE49-F238E27FC236}">
                    <a16:creationId xmlns:a16="http://schemas.microsoft.com/office/drawing/2014/main" id="{03934A9C-0E42-BB2C-1786-B01C8206E876}"/>
                  </a:ext>
                </a:extLst>
              </p:cNvPr>
              <p:cNvSpPr/>
              <p:nvPr/>
            </p:nvSpPr>
            <p:spPr>
              <a:xfrm>
                <a:off x="2631993" y="1000455"/>
                <a:ext cx="169804" cy="169804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A</a:t>
                </a:r>
              </a:p>
            </p:txBody>
          </p:sp>
        </p:grpSp>
        <p:grpSp>
          <p:nvGrpSpPr>
            <p:cNvPr id="50" name="Group 49">
              <a:extLst>
                <a:ext uri="{FF2B5EF4-FFF2-40B4-BE49-F238E27FC236}">
                  <a16:creationId xmlns:a16="http://schemas.microsoft.com/office/drawing/2014/main" id="{90A252B8-D359-15FF-B117-876DEE848B82}"/>
                </a:ext>
              </a:extLst>
            </p:cNvPr>
            <p:cNvGrpSpPr/>
            <p:nvPr/>
          </p:nvGrpSpPr>
          <p:grpSpPr>
            <a:xfrm>
              <a:off x="2045295" y="770340"/>
              <a:ext cx="612283" cy="855395"/>
              <a:chOff x="2425679" y="690821"/>
              <a:chExt cx="612283" cy="855395"/>
            </a:xfrm>
          </p:grpSpPr>
          <p:pic>
            <p:nvPicPr>
              <p:cNvPr id="57" name="Picture 56">
                <a:extLst>
                  <a:ext uri="{FF2B5EF4-FFF2-40B4-BE49-F238E27FC236}">
                    <a16:creationId xmlns:a16="http://schemas.microsoft.com/office/drawing/2014/main" id="{26FB9ABA-730C-F1C2-A9F5-1FA7A27753D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2425679" y="690821"/>
                <a:ext cx="612283" cy="855395"/>
              </a:xfrm>
              <a:prstGeom prst="rect">
                <a:avLst/>
              </a:prstGeom>
            </p:spPr>
          </p:pic>
          <p:sp>
            <p:nvSpPr>
              <p:cNvPr id="59" name="Rectangle 58">
                <a:extLst>
                  <a:ext uri="{FF2B5EF4-FFF2-40B4-BE49-F238E27FC236}">
                    <a16:creationId xmlns:a16="http://schemas.microsoft.com/office/drawing/2014/main" id="{4AC6FCCD-7492-7896-1ACD-96984014D38A}"/>
                  </a:ext>
                </a:extLst>
              </p:cNvPr>
              <p:cNvSpPr/>
              <p:nvPr/>
            </p:nvSpPr>
            <p:spPr>
              <a:xfrm>
                <a:off x="2631993" y="1000455"/>
                <a:ext cx="169804" cy="169804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B</a:t>
                </a:r>
              </a:p>
            </p:txBody>
          </p:sp>
        </p:grpSp>
        <p:grpSp>
          <p:nvGrpSpPr>
            <p:cNvPr id="60" name="Group 59">
              <a:extLst>
                <a:ext uri="{FF2B5EF4-FFF2-40B4-BE49-F238E27FC236}">
                  <a16:creationId xmlns:a16="http://schemas.microsoft.com/office/drawing/2014/main" id="{83E00935-C778-318F-BE05-9B0B0023201C}"/>
                </a:ext>
              </a:extLst>
            </p:cNvPr>
            <p:cNvGrpSpPr/>
            <p:nvPr/>
          </p:nvGrpSpPr>
          <p:grpSpPr>
            <a:xfrm>
              <a:off x="2659935" y="770340"/>
              <a:ext cx="612283" cy="855395"/>
              <a:chOff x="2425679" y="690821"/>
              <a:chExt cx="612283" cy="855395"/>
            </a:xfrm>
          </p:grpSpPr>
          <p:pic>
            <p:nvPicPr>
              <p:cNvPr id="63" name="Picture 62">
                <a:extLst>
                  <a:ext uri="{FF2B5EF4-FFF2-40B4-BE49-F238E27FC236}">
                    <a16:creationId xmlns:a16="http://schemas.microsoft.com/office/drawing/2014/main" id="{E8A3111C-164D-2EC4-6B11-5421A3FC973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2425679" y="690821"/>
                <a:ext cx="612283" cy="855395"/>
              </a:xfrm>
              <a:prstGeom prst="rect">
                <a:avLst/>
              </a:prstGeom>
            </p:spPr>
          </p:pic>
          <p:sp>
            <p:nvSpPr>
              <p:cNvPr id="192" name="Rectangle 191">
                <a:extLst>
                  <a:ext uri="{FF2B5EF4-FFF2-40B4-BE49-F238E27FC236}">
                    <a16:creationId xmlns:a16="http://schemas.microsoft.com/office/drawing/2014/main" id="{5407567A-56C4-8923-B808-673E3DB0F945}"/>
                  </a:ext>
                </a:extLst>
              </p:cNvPr>
              <p:cNvSpPr/>
              <p:nvPr/>
            </p:nvSpPr>
            <p:spPr>
              <a:xfrm>
                <a:off x="2631993" y="1000455"/>
                <a:ext cx="169804" cy="169804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C</a:t>
                </a:r>
              </a:p>
            </p:txBody>
          </p:sp>
        </p:grpSp>
        <p:grpSp>
          <p:nvGrpSpPr>
            <p:cNvPr id="193" name="Group 192">
              <a:extLst>
                <a:ext uri="{FF2B5EF4-FFF2-40B4-BE49-F238E27FC236}">
                  <a16:creationId xmlns:a16="http://schemas.microsoft.com/office/drawing/2014/main" id="{FFA70BE4-340F-4E84-F2AB-E41C8AE1ECC7}"/>
                </a:ext>
              </a:extLst>
            </p:cNvPr>
            <p:cNvGrpSpPr/>
            <p:nvPr/>
          </p:nvGrpSpPr>
          <p:grpSpPr>
            <a:xfrm>
              <a:off x="3274574" y="770340"/>
              <a:ext cx="612283" cy="855395"/>
              <a:chOff x="2425679" y="690821"/>
              <a:chExt cx="612283" cy="855395"/>
            </a:xfrm>
          </p:grpSpPr>
          <p:pic>
            <p:nvPicPr>
              <p:cNvPr id="194" name="Picture 193">
                <a:extLst>
                  <a:ext uri="{FF2B5EF4-FFF2-40B4-BE49-F238E27FC236}">
                    <a16:creationId xmlns:a16="http://schemas.microsoft.com/office/drawing/2014/main" id="{96153D67-1B98-8445-C9FA-C54EAB19E8F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2425679" y="690821"/>
                <a:ext cx="612283" cy="855395"/>
              </a:xfrm>
              <a:prstGeom prst="rect">
                <a:avLst/>
              </a:prstGeom>
            </p:spPr>
          </p:pic>
          <p:sp>
            <p:nvSpPr>
              <p:cNvPr id="201" name="Rectangle 200">
                <a:extLst>
                  <a:ext uri="{FF2B5EF4-FFF2-40B4-BE49-F238E27FC236}">
                    <a16:creationId xmlns:a16="http://schemas.microsoft.com/office/drawing/2014/main" id="{60B50C51-85D0-9F57-6768-836C7089532D}"/>
                  </a:ext>
                </a:extLst>
              </p:cNvPr>
              <p:cNvSpPr/>
              <p:nvPr/>
            </p:nvSpPr>
            <p:spPr>
              <a:xfrm>
                <a:off x="2631993" y="1000455"/>
                <a:ext cx="169804" cy="169804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D</a:t>
                </a:r>
              </a:p>
            </p:txBody>
          </p:sp>
        </p:grpSp>
      </p:grpSp>
      <p:grpSp>
        <p:nvGrpSpPr>
          <p:cNvPr id="214" name="Group 213">
            <a:extLst>
              <a:ext uri="{FF2B5EF4-FFF2-40B4-BE49-F238E27FC236}">
                <a16:creationId xmlns:a16="http://schemas.microsoft.com/office/drawing/2014/main" id="{85667923-2ABC-CC87-2526-3B53601A810F}"/>
              </a:ext>
            </a:extLst>
          </p:cNvPr>
          <p:cNvGrpSpPr/>
          <p:nvPr/>
        </p:nvGrpSpPr>
        <p:grpSpPr>
          <a:xfrm>
            <a:off x="2963924" y="2367446"/>
            <a:ext cx="716753" cy="326665"/>
            <a:chOff x="2963924" y="2367446"/>
            <a:chExt cx="716753" cy="326665"/>
          </a:xfrm>
        </p:grpSpPr>
        <p:grpSp>
          <p:nvGrpSpPr>
            <p:cNvPr id="210" name="Group 209">
              <a:extLst>
                <a:ext uri="{FF2B5EF4-FFF2-40B4-BE49-F238E27FC236}">
                  <a16:creationId xmlns:a16="http://schemas.microsoft.com/office/drawing/2014/main" id="{850A031D-F6E7-7CAD-380B-57E3436B8EB3}"/>
                </a:ext>
              </a:extLst>
            </p:cNvPr>
            <p:cNvGrpSpPr/>
            <p:nvPr/>
          </p:nvGrpSpPr>
          <p:grpSpPr>
            <a:xfrm>
              <a:off x="2963924" y="2367446"/>
              <a:ext cx="534458" cy="127000"/>
              <a:chOff x="2963178" y="2725764"/>
              <a:chExt cx="534458" cy="127000"/>
            </a:xfrm>
          </p:grpSpPr>
          <p:cxnSp>
            <p:nvCxnSpPr>
              <p:cNvPr id="211" name="Straight Connector 210">
                <a:extLst>
                  <a:ext uri="{FF2B5EF4-FFF2-40B4-BE49-F238E27FC236}">
                    <a16:creationId xmlns:a16="http://schemas.microsoft.com/office/drawing/2014/main" id="{E7E47893-1CA9-D6CC-9FCA-75DA6F83D6BA}"/>
                  </a:ext>
                </a:extLst>
              </p:cNvPr>
              <p:cNvCxnSpPr/>
              <p:nvPr/>
            </p:nvCxnSpPr>
            <p:spPr>
              <a:xfrm flipV="1">
                <a:off x="2963178" y="2789264"/>
                <a:ext cx="400050" cy="1"/>
              </a:xfrm>
              <a:prstGeom prst="line">
                <a:avLst/>
              </a:prstGeom>
              <a:noFill/>
              <a:ln w="19050" cap="flat" cmpd="sng" algn="ctr">
                <a:solidFill>
                  <a:schemeClr val="accent2">
                    <a:lumMod val="75000"/>
                  </a:schemeClr>
                </a:solidFill>
                <a:prstDash val="solid"/>
                <a:miter lim="800000"/>
              </a:ln>
              <a:effectLst/>
            </p:spPr>
          </p:cxnSp>
          <p:sp>
            <p:nvSpPr>
              <p:cNvPr id="212" name="Oval 211">
                <a:extLst>
                  <a:ext uri="{FF2B5EF4-FFF2-40B4-BE49-F238E27FC236}">
                    <a16:creationId xmlns:a16="http://schemas.microsoft.com/office/drawing/2014/main" id="{1154FB34-DCD8-6E75-F2F3-F2281A3B9967}"/>
                  </a:ext>
                </a:extLst>
              </p:cNvPr>
              <p:cNvSpPr/>
              <p:nvPr/>
            </p:nvSpPr>
            <p:spPr>
              <a:xfrm>
                <a:off x="3370636" y="2725764"/>
                <a:ext cx="127000" cy="127000"/>
              </a:xfrm>
              <a:prstGeom prst="ellipse">
                <a:avLst/>
              </a:prstGeom>
              <a:solidFill>
                <a:sysClr val="window" lastClr="FFFFFF"/>
              </a:solidFill>
              <a:ln w="19050" cap="flat" cmpd="sng" algn="ctr">
                <a:solidFill>
                  <a:schemeClr val="accent2">
                    <a:lumMod val="75000"/>
                  </a:schemeClr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sp>
          <p:nvSpPr>
            <p:cNvPr id="213" name="TextBox 212">
              <a:extLst>
                <a:ext uri="{FF2B5EF4-FFF2-40B4-BE49-F238E27FC236}">
                  <a16:creationId xmlns:a16="http://schemas.microsoft.com/office/drawing/2014/main" id="{104AA8D8-E26F-6C0A-6F45-866FBF6CC39C}"/>
                </a:ext>
              </a:extLst>
            </p:cNvPr>
            <p:cNvSpPr txBox="1"/>
            <p:nvPr/>
          </p:nvSpPr>
          <p:spPr>
            <a:xfrm>
              <a:off x="3194968" y="2440195"/>
              <a:ext cx="485709" cy="2539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50" b="0" i="0" u="none" strike="noStrike" kern="0" cap="none" spc="0" normalizeH="0" baseline="0" noProof="0" dirty="0">
                  <a:ln>
                    <a:noFill/>
                  </a:ln>
                  <a:solidFill>
                    <a:srgbClr val="E97132">
                      <a:lumMod val="75000"/>
                    </a:srgbClr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https</a:t>
              </a:r>
              <a:endParaRPr kumimoji="0" lang="en-GB" sz="1200" b="0" i="0" u="none" strike="noStrike" kern="0" cap="none" spc="0" normalizeH="0" baseline="0" noProof="0" dirty="0">
                <a:ln>
                  <a:noFill/>
                </a:ln>
                <a:solidFill>
                  <a:srgbClr val="E97132">
                    <a:lumMod val="75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pic>
        <p:nvPicPr>
          <p:cNvPr id="47" name="Picture 46">
            <a:extLst>
              <a:ext uri="{FF2B5EF4-FFF2-40B4-BE49-F238E27FC236}">
                <a16:creationId xmlns:a16="http://schemas.microsoft.com/office/drawing/2014/main" id="{C3F5A6B7-17D7-5977-1B2E-FE6B7DFB6365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504409" y="107790"/>
            <a:ext cx="444034" cy="620341"/>
          </a:xfrm>
          <a:prstGeom prst="rect">
            <a:avLst/>
          </a:prstGeom>
        </p:spPr>
      </p:pic>
      <p:pic>
        <p:nvPicPr>
          <p:cNvPr id="205" name="Picture 204">
            <a:extLst>
              <a:ext uri="{FF2B5EF4-FFF2-40B4-BE49-F238E27FC236}">
                <a16:creationId xmlns:a16="http://schemas.microsoft.com/office/drawing/2014/main" id="{FE0A860F-FA96-52CF-51C5-39F633764FA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122688" y="107539"/>
            <a:ext cx="444034" cy="620341"/>
          </a:xfrm>
          <a:prstGeom prst="rect">
            <a:avLst/>
          </a:prstGeom>
        </p:spPr>
      </p:pic>
      <p:pic>
        <p:nvPicPr>
          <p:cNvPr id="206" name="Picture 205">
            <a:extLst>
              <a:ext uri="{FF2B5EF4-FFF2-40B4-BE49-F238E27FC236}">
                <a16:creationId xmlns:a16="http://schemas.microsoft.com/office/drawing/2014/main" id="{C72C4A29-9AA6-1563-E1E6-30C172247C08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738968" y="107539"/>
            <a:ext cx="444034" cy="620341"/>
          </a:xfrm>
          <a:prstGeom prst="rect">
            <a:avLst/>
          </a:prstGeom>
        </p:spPr>
      </p:pic>
      <p:pic>
        <p:nvPicPr>
          <p:cNvPr id="207" name="Picture 206">
            <a:extLst>
              <a:ext uri="{FF2B5EF4-FFF2-40B4-BE49-F238E27FC236}">
                <a16:creationId xmlns:a16="http://schemas.microsoft.com/office/drawing/2014/main" id="{6353C909-67C8-5AB4-9EBC-95BC81B429B1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353933" y="108876"/>
            <a:ext cx="444034" cy="620341"/>
          </a:xfrm>
          <a:prstGeom prst="rect">
            <a:avLst/>
          </a:prstGeom>
        </p:spPr>
      </p:pic>
      <p:grpSp>
        <p:nvGrpSpPr>
          <p:cNvPr id="228" name="Group 227">
            <a:extLst>
              <a:ext uri="{FF2B5EF4-FFF2-40B4-BE49-F238E27FC236}">
                <a16:creationId xmlns:a16="http://schemas.microsoft.com/office/drawing/2014/main" id="{5FF833B1-87FE-10FB-1738-6AF28B26187C}"/>
              </a:ext>
            </a:extLst>
          </p:cNvPr>
          <p:cNvGrpSpPr/>
          <p:nvPr/>
        </p:nvGrpSpPr>
        <p:grpSpPr>
          <a:xfrm>
            <a:off x="2963178" y="2725764"/>
            <a:ext cx="786853" cy="316693"/>
            <a:chOff x="2963178" y="2725764"/>
            <a:chExt cx="786853" cy="316693"/>
          </a:xfrm>
        </p:grpSpPr>
        <p:grpSp>
          <p:nvGrpSpPr>
            <p:cNvPr id="220" name="Group 219">
              <a:extLst>
                <a:ext uri="{FF2B5EF4-FFF2-40B4-BE49-F238E27FC236}">
                  <a16:creationId xmlns:a16="http://schemas.microsoft.com/office/drawing/2014/main" id="{6A84FED5-5A91-F7F9-C25E-E1D0BD329476}"/>
                </a:ext>
              </a:extLst>
            </p:cNvPr>
            <p:cNvGrpSpPr/>
            <p:nvPr/>
          </p:nvGrpSpPr>
          <p:grpSpPr>
            <a:xfrm>
              <a:off x="2963178" y="2725764"/>
              <a:ext cx="534458" cy="127000"/>
              <a:chOff x="2963178" y="2725764"/>
              <a:chExt cx="534458" cy="127000"/>
            </a:xfrm>
          </p:grpSpPr>
          <p:cxnSp>
            <p:nvCxnSpPr>
              <p:cNvPr id="221" name="Straight Connector 220">
                <a:extLst>
                  <a:ext uri="{FF2B5EF4-FFF2-40B4-BE49-F238E27FC236}">
                    <a16:creationId xmlns:a16="http://schemas.microsoft.com/office/drawing/2014/main" id="{FAE43A98-3CE6-FF73-66AC-B144330A9AF0}"/>
                  </a:ext>
                </a:extLst>
              </p:cNvPr>
              <p:cNvCxnSpPr/>
              <p:nvPr/>
            </p:nvCxnSpPr>
            <p:spPr>
              <a:xfrm flipV="1">
                <a:off x="2963178" y="2789264"/>
                <a:ext cx="400050" cy="1"/>
              </a:xfrm>
              <a:prstGeom prst="line">
                <a:avLst/>
              </a:prstGeom>
              <a:noFill/>
              <a:ln w="19050" cap="flat" cmpd="sng" algn="ctr">
                <a:solidFill>
                  <a:schemeClr val="accent6">
                    <a:lumMod val="75000"/>
                  </a:schemeClr>
                </a:solidFill>
                <a:prstDash val="solid"/>
                <a:miter lim="800000"/>
              </a:ln>
              <a:effectLst/>
            </p:spPr>
          </p:cxnSp>
          <p:sp>
            <p:nvSpPr>
              <p:cNvPr id="226" name="Oval 225">
                <a:extLst>
                  <a:ext uri="{FF2B5EF4-FFF2-40B4-BE49-F238E27FC236}">
                    <a16:creationId xmlns:a16="http://schemas.microsoft.com/office/drawing/2014/main" id="{3580AE62-97A2-8052-A864-AF70A4F1E503}"/>
                  </a:ext>
                </a:extLst>
              </p:cNvPr>
              <p:cNvSpPr/>
              <p:nvPr/>
            </p:nvSpPr>
            <p:spPr>
              <a:xfrm>
                <a:off x="3370636" y="2725764"/>
                <a:ext cx="127000" cy="127000"/>
              </a:xfrm>
              <a:prstGeom prst="ellipse">
                <a:avLst/>
              </a:prstGeom>
              <a:solidFill>
                <a:sysClr val="window" lastClr="FFFFFF"/>
              </a:solidFill>
              <a:ln w="19050" cap="flat" cmpd="sng" algn="ctr">
                <a:solidFill>
                  <a:schemeClr val="accent6">
                    <a:lumMod val="75000"/>
                  </a:schemeClr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sp>
          <p:nvSpPr>
            <p:cNvPr id="227" name="TextBox 226">
              <a:extLst>
                <a:ext uri="{FF2B5EF4-FFF2-40B4-BE49-F238E27FC236}">
                  <a16:creationId xmlns:a16="http://schemas.microsoft.com/office/drawing/2014/main" id="{26DF5DA6-8C7F-2F01-7C52-8652A65C0570}"/>
                </a:ext>
              </a:extLst>
            </p:cNvPr>
            <p:cNvSpPr txBox="1"/>
            <p:nvPr/>
          </p:nvSpPr>
          <p:spPr>
            <a:xfrm>
              <a:off x="3118241" y="2788541"/>
              <a:ext cx="631790" cy="2539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50" b="0" i="0" u="none" strike="noStrike" kern="0" cap="none" spc="0" normalizeH="0" baseline="0" noProof="0" dirty="0" err="1">
                  <a:ln>
                    <a:noFill/>
                  </a:ln>
                  <a:solidFill>
                    <a:srgbClr val="4EA72E">
                      <a:lumMod val="75000"/>
                    </a:srgbClr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mqtts</a:t>
              </a:r>
              <a:endParaRPr kumimoji="0" lang="en-GB" sz="1200" b="0" i="0" u="none" strike="noStrike" kern="0" cap="none" spc="0" normalizeH="0" baseline="0" noProof="0" dirty="0">
                <a:ln>
                  <a:noFill/>
                </a:ln>
                <a:solidFill>
                  <a:srgbClr val="4EA72E">
                    <a:lumMod val="75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46" name="Group 45">
            <a:extLst>
              <a:ext uri="{FF2B5EF4-FFF2-40B4-BE49-F238E27FC236}">
                <a16:creationId xmlns:a16="http://schemas.microsoft.com/office/drawing/2014/main" id="{35B5D874-7335-7ED2-370A-7AEDFAD92957}"/>
              </a:ext>
            </a:extLst>
          </p:cNvPr>
          <p:cNvGrpSpPr/>
          <p:nvPr/>
        </p:nvGrpSpPr>
        <p:grpSpPr>
          <a:xfrm>
            <a:off x="4057134" y="213360"/>
            <a:ext cx="7824001" cy="3983167"/>
            <a:chOff x="4057134" y="538480"/>
            <a:chExt cx="7824001" cy="3849591"/>
          </a:xfrm>
        </p:grpSpPr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9DD68EA4-434E-59F8-962B-29F2251F6C91}"/>
                </a:ext>
              </a:extLst>
            </p:cNvPr>
            <p:cNvSpPr/>
            <p:nvPr/>
          </p:nvSpPr>
          <p:spPr>
            <a:xfrm>
              <a:off x="4063271" y="538480"/>
              <a:ext cx="7809616" cy="3849591"/>
            </a:xfrm>
            <a:prstGeom prst="rect">
              <a:avLst/>
            </a:prstGeom>
            <a:solidFill>
              <a:srgbClr val="FFFFFF"/>
            </a:solidFill>
            <a:ln>
              <a:solidFill>
                <a:srgbClr val="3963DA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6A944B60-74EB-E254-0518-75082E629A93}"/>
                </a:ext>
              </a:extLst>
            </p:cNvPr>
            <p:cNvSpPr txBox="1"/>
            <p:nvPr/>
          </p:nvSpPr>
          <p:spPr>
            <a:xfrm>
              <a:off x="4067337" y="559594"/>
              <a:ext cx="780554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Example WNM for observation report from Rotterdam The Hague (NL) </a:t>
              </a:r>
            </a:p>
          </p:txBody>
        </p:sp>
        <p:pic>
          <p:nvPicPr>
            <p:cNvPr id="21" name="Picture 20">
              <a:extLst>
                <a:ext uri="{FF2B5EF4-FFF2-40B4-BE49-F238E27FC236}">
                  <a16:creationId xmlns:a16="http://schemas.microsoft.com/office/drawing/2014/main" id="{1D31264C-9CF4-E0BA-8E20-52078B9F1FB9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11033564" y="642542"/>
              <a:ext cx="335309" cy="225572"/>
            </a:xfrm>
            <a:prstGeom prst="rect">
              <a:avLst/>
            </a:prstGeom>
          </p:spPr>
        </p:pic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472016B4-1059-4677-5E0D-57A5A8BE9DF7}"/>
                </a:ext>
              </a:extLst>
            </p:cNvPr>
            <p:cNvCxnSpPr/>
            <p:nvPr/>
          </p:nvCxnSpPr>
          <p:spPr>
            <a:xfrm>
              <a:off x="4057134" y="920893"/>
              <a:ext cx="7824001" cy="0"/>
            </a:xfrm>
            <a:prstGeom prst="line">
              <a:avLst/>
            </a:prstGeom>
            <a:ln>
              <a:solidFill>
                <a:srgbClr val="3963DA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8" name="Picture 17">
            <a:extLst>
              <a:ext uri="{FF2B5EF4-FFF2-40B4-BE49-F238E27FC236}">
                <a16:creationId xmlns:a16="http://schemas.microsoft.com/office/drawing/2014/main" id="{A6920161-4A68-FEB5-6A61-A5B9D512D80D}"/>
              </a:ext>
            </a:extLst>
          </p:cNvPr>
          <p:cNvPicPr>
            <a:picLocks noChangeAspect="1"/>
          </p:cNvPicPr>
          <p:nvPr/>
        </p:nvPicPr>
        <p:blipFill>
          <a:blip r:embed="rId10"/>
          <a:srcRect r="1025"/>
          <a:stretch/>
        </p:blipFill>
        <p:spPr>
          <a:xfrm>
            <a:off x="4075306" y="646420"/>
            <a:ext cx="7720088" cy="3530419"/>
          </a:xfrm>
          <a:prstGeom prst="rect">
            <a:avLst/>
          </a:prstGeom>
        </p:spPr>
      </p:pic>
      <p:grpSp>
        <p:nvGrpSpPr>
          <p:cNvPr id="17" name="Group 16">
            <a:extLst>
              <a:ext uri="{FF2B5EF4-FFF2-40B4-BE49-F238E27FC236}">
                <a16:creationId xmlns:a16="http://schemas.microsoft.com/office/drawing/2014/main" id="{14E46955-CCBE-9592-F9A8-188EF2FDA309}"/>
              </a:ext>
            </a:extLst>
          </p:cNvPr>
          <p:cNvGrpSpPr/>
          <p:nvPr/>
        </p:nvGrpSpPr>
        <p:grpSpPr>
          <a:xfrm>
            <a:off x="4975127" y="2074705"/>
            <a:ext cx="6820267" cy="1665409"/>
            <a:chOff x="4975127" y="2074705"/>
            <a:chExt cx="6820267" cy="1665409"/>
          </a:xfrm>
        </p:grpSpPr>
        <p:sp>
          <p:nvSpPr>
            <p:cNvPr id="48" name="Rectangle 47">
              <a:extLst>
                <a:ext uri="{FF2B5EF4-FFF2-40B4-BE49-F238E27FC236}">
                  <a16:creationId xmlns:a16="http://schemas.microsoft.com/office/drawing/2014/main" id="{CAA2FB54-9151-DF41-FE62-46F1AEF1F17D}"/>
                </a:ext>
              </a:extLst>
            </p:cNvPr>
            <p:cNvSpPr/>
            <p:nvPr/>
          </p:nvSpPr>
          <p:spPr>
            <a:xfrm>
              <a:off x="4975127" y="3536264"/>
              <a:ext cx="2756840" cy="203850"/>
            </a:xfrm>
            <a:prstGeom prst="rect">
              <a:avLst/>
            </a:prstGeom>
            <a:solidFill>
              <a:srgbClr val="FFFF00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360B25F7-88B0-AFA8-FD76-DF59AD814CD8}"/>
                </a:ext>
              </a:extLst>
            </p:cNvPr>
            <p:cNvSpPr txBox="1"/>
            <p:nvPr/>
          </p:nvSpPr>
          <p:spPr>
            <a:xfrm>
              <a:off x="7437817" y="2074705"/>
              <a:ext cx="4357577" cy="1477328"/>
            </a:xfrm>
            <a:prstGeom prst="rect">
              <a:avLst/>
            </a:prstGeom>
            <a:solidFill>
              <a:srgbClr val="FFFFFF">
                <a:alpha val="80000"/>
              </a:srgbClr>
            </a:solidFill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The WIGOS Station Identifier should also be included – it helps the WIS2 Gateways in recompiling bulletins and provides a mechanism for data consumers to identify which WNMs relate to data they need</a:t>
              </a:r>
              <a:endPara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6259568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D03301-5EDF-4592-9FA6-36ABD79A45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9" name="Group 228">
            <a:extLst>
              <a:ext uri="{FF2B5EF4-FFF2-40B4-BE49-F238E27FC236}">
                <a16:creationId xmlns:a16="http://schemas.microsoft.com/office/drawing/2014/main" id="{636542FB-2E98-C293-CDD8-9138A113FE7F}"/>
              </a:ext>
            </a:extLst>
          </p:cNvPr>
          <p:cNvGrpSpPr/>
          <p:nvPr/>
        </p:nvGrpSpPr>
        <p:grpSpPr>
          <a:xfrm>
            <a:off x="1715333" y="622374"/>
            <a:ext cx="1850457" cy="672547"/>
            <a:chOff x="1715333" y="622374"/>
            <a:chExt cx="1850457" cy="672547"/>
          </a:xfrm>
        </p:grpSpPr>
        <p:cxnSp>
          <p:nvCxnSpPr>
            <p:cNvPr id="215" name="Straight Connector 214">
              <a:extLst>
                <a:ext uri="{FF2B5EF4-FFF2-40B4-BE49-F238E27FC236}">
                  <a16:creationId xmlns:a16="http://schemas.microsoft.com/office/drawing/2014/main" id="{660B74D6-7E29-B97B-BF5C-158F01E47C38}"/>
                </a:ext>
              </a:extLst>
            </p:cNvPr>
            <p:cNvCxnSpPr/>
            <p:nvPr/>
          </p:nvCxnSpPr>
          <p:spPr>
            <a:xfrm>
              <a:off x="1715333" y="622374"/>
              <a:ext cx="0" cy="661357"/>
            </a:xfrm>
            <a:prstGeom prst="line">
              <a:avLst/>
            </a:prstGeom>
            <a:ln w="12700">
              <a:solidFill>
                <a:schemeClr val="tx1"/>
              </a:solidFill>
              <a:prstDash val="sysDot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6" name="Straight Connector 215">
              <a:extLst>
                <a:ext uri="{FF2B5EF4-FFF2-40B4-BE49-F238E27FC236}">
                  <a16:creationId xmlns:a16="http://schemas.microsoft.com/office/drawing/2014/main" id="{3F19CC9A-0A36-9B33-F1B2-23070833F857}"/>
                </a:ext>
              </a:extLst>
            </p:cNvPr>
            <p:cNvCxnSpPr/>
            <p:nvPr/>
          </p:nvCxnSpPr>
          <p:spPr>
            <a:xfrm>
              <a:off x="2341276" y="622375"/>
              <a:ext cx="0" cy="661357"/>
            </a:xfrm>
            <a:prstGeom prst="line">
              <a:avLst/>
            </a:prstGeom>
            <a:ln w="12700">
              <a:solidFill>
                <a:schemeClr val="tx1"/>
              </a:solidFill>
              <a:prstDash val="sysDot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7" name="Straight Connector 216">
              <a:extLst>
                <a:ext uri="{FF2B5EF4-FFF2-40B4-BE49-F238E27FC236}">
                  <a16:creationId xmlns:a16="http://schemas.microsoft.com/office/drawing/2014/main" id="{5A5B6F25-8D37-6633-BEB0-11AFB914A7BC}"/>
                </a:ext>
              </a:extLst>
            </p:cNvPr>
            <p:cNvCxnSpPr/>
            <p:nvPr/>
          </p:nvCxnSpPr>
          <p:spPr>
            <a:xfrm>
              <a:off x="2956921" y="633564"/>
              <a:ext cx="0" cy="661357"/>
            </a:xfrm>
            <a:prstGeom prst="line">
              <a:avLst/>
            </a:prstGeom>
            <a:ln w="12700">
              <a:solidFill>
                <a:schemeClr val="tx1"/>
              </a:solidFill>
              <a:prstDash val="sysDot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9" name="Straight Connector 218">
              <a:extLst>
                <a:ext uri="{FF2B5EF4-FFF2-40B4-BE49-F238E27FC236}">
                  <a16:creationId xmlns:a16="http://schemas.microsoft.com/office/drawing/2014/main" id="{00F07797-5909-A10C-A4FF-B687C2F84BA9}"/>
                </a:ext>
              </a:extLst>
            </p:cNvPr>
            <p:cNvCxnSpPr/>
            <p:nvPr/>
          </p:nvCxnSpPr>
          <p:spPr>
            <a:xfrm>
              <a:off x="3565790" y="626521"/>
              <a:ext cx="0" cy="661357"/>
            </a:xfrm>
            <a:prstGeom prst="line">
              <a:avLst/>
            </a:prstGeom>
            <a:ln w="12700">
              <a:solidFill>
                <a:schemeClr val="tx1"/>
              </a:solidFill>
              <a:prstDash val="sysDot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222" name="Picture 221">
            <a:extLst>
              <a:ext uri="{FF2B5EF4-FFF2-40B4-BE49-F238E27FC236}">
                <a16:creationId xmlns:a16="http://schemas.microsoft.com/office/drawing/2014/main" id="{96E87C10-A44D-DC56-1249-DA850CBD485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418180"/>
            <a:ext cx="5197907" cy="1439820"/>
          </a:xfrm>
          <a:prstGeom prst="rect">
            <a:avLst/>
          </a:prstGeom>
        </p:spPr>
      </p:pic>
      <p:grpSp>
        <p:nvGrpSpPr>
          <p:cNvPr id="13" name="Group 12">
            <a:extLst>
              <a:ext uri="{FF2B5EF4-FFF2-40B4-BE49-F238E27FC236}">
                <a16:creationId xmlns:a16="http://schemas.microsoft.com/office/drawing/2014/main" id="{1BB4C984-32C6-EAF8-B882-09FF7286747E}"/>
              </a:ext>
            </a:extLst>
          </p:cNvPr>
          <p:cNvGrpSpPr/>
          <p:nvPr/>
        </p:nvGrpSpPr>
        <p:grpSpPr>
          <a:xfrm>
            <a:off x="2588900" y="323658"/>
            <a:ext cx="8879200" cy="6210684"/>
            <a:chOff x="1942544" y="1301750"/>
            <a:chExt cx="6082512" cy="4254500"/>
          </a:xfrm>
        </p:grpSpPr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E10EF597-457E-DC98-0117-6E75E4359ACA}"/>
                </a:ext>
              </a:extLst>
            </p:cNvPr>
            <p:cNvGrpSpPr/>
            <p:nvPr/>
          </p:nvGrpSpPr>
          <p:grpSpPr>
            <a:xfrm>
              <a:off x="1942544" y="1301750"/>
              <a:ext cx="6082512" cy="4254500"/>
              <a:chOff x="1942544" y="1301750"/>
              <a:chExt cx="6082512" cy="4254500"/>
            </a:xfrm>
          </p:grpSpPr>
          <p:sp>
            <p:nvSpPr>
              <p:cNvPr id="7" name="Cloud 6">
                <a:extLst>
                  <a:ext uri="{FF2B5EF4-FFF2-40B4-BE49-F238E27FC236}">
                    <a16:creationId xmlns:a16="http://schemas.microsoft.com/office/drawing/2014/main" id="{24E93CE1-D485-4222-A9A6-DE367EA6E097}"/>
                  </a:ext>
                </a:extLst>
              </p:cNvPr>
              <p:cNvSpPr/>
              <p:nvPr/>
            </p:nvSpPr>
            <p:spPr>
              <a:xfrm rot="401311">
                <a:off x="1948500" y="1301750"/>
                <a:ext cx="6070600" cy="4254500"/>
              </a:xfrm>
              <a:prstGeom prst="cloud">
                <a:avLst/>
              </a:prstGeom>
              <a:solidFill>
                <a:schemeClr val="bg1"/>
              </a:solidFill>
              <a:ln w="38100">
                <a:solidFill>
                  <a:schemeClr val="bg1">
                    <a:lumMod val="75000"/>
                  </a:schemeClr>
                </a:solidFill>
                <a:prstDash val="sysDash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8" name="Cloud 7">
                <a:extLst>
                  <a:ext uri="{FF2B5EF4-FFF2-40B4-BE49-F238E27FC236}">
                    <a16:creationId xmlns:a16="http://schemas.microsoft.com/office/drawing/2014/main" id="{4206C82D-2752-500D-3DE3-44FB76AF967A}"/>
                  </a:ext>
                </a:extLst>
              </p:cNvPr>
              <p:cNvSpPr/>
              <p:nvPr/>
            </p:nvSpPr>
            <p:spPr>
              <a:xfrm rot="401311">
                <a:off x="1942544" y="1382575"/>
                <a:ext cx="6082512" cy="4118248"/>
              </a:xfrm>
              <a:prstGeom prst="cloud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</p:grp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2B100B31-EE65-28B2-78CD-30A07648BD75}"/>
                </a:ext>
              </a:extLst>
            </p:cNvPr>
            <p:cNvCxnSpPr>
              <a:cxnSpLocks/>
            </p:cNvCxnSpPr>
            <p:nvPr/>
          </p:nvCxnSpPr>
          <p:spPr>
            <a:xfrm>
              <a:off x="2133600" y="3429000"/>
              <a:ext cx="5867400" cy="0"/>
            </a:xfrm>
            <a:prstGeom prst="line">
              <a:avLst/>
            </a:prstGeom>
            <a:solidFill>
              <a:schemeClr val="bg1"/>
            </a:solidFill>
            <a:ln w="38100">
              <a:solidFill>
                <a:schemeClr val="bg1">
                  <a:lumMod val="75000"/>
                </a:schemeClr>
              </a:solidFill>
              <a:prstDash val="sys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sp>
        <p:nvSpPr>
          <p:cNvPr id="14" name="TextBox 13">
            <a:extLst>
              <a:ext uri="{FF2B5EF4-FFF2-40B4-BE49-F238E27FC236}">
                <a16:creationId xmlns:a16="http://schemas.microsoft.com/office/drawing/2014/main" id="{2BA28485-8C84-CC86-92F1-0B977F32DB67}"/>
              </a:ext>
            </a:extLst>
          </p:cNvPr>
          <p:cNvSpPr txBox="1"/>
          <p:nvPr/>
        </p:nvSpPr>
        <p:spPr>
          <a:xfrm>
            <a:off x="6238875" y="314003"/>
            <a:ext cx="818636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WIS2</a:t>
            </a:r>
          </a:p>
        </p:txBody>
      </p:sp>
      <p:grpSp>
        <p:nvGrpSpPr>
          <p:cNvPr id="225" name="Group 224">
            <a:extLst>
              <a:ext uri="{FF2B5EF4-FFF2-40B4-BE49-F238E27FC236}">
                <a16:creationId xmlns:a16="http://schemas.microsoft.com/office/drawing/2014/main" id="{7AA7C5AD-FEED-2162-FF48-BE46FE6A2F77}"/>
              </a:ext>
            </a:extLst>
          </p:cNvPr>
          <p:cNvGrpSpPr/>
          <p:nvPr/>
        </p:nvGrpSpPr>
        <p:grpSpPr>
          <a:xfrm>
            <a:off x="350689" y="4160355"/>
            <a:ext cx="466050" cy="669682"/>
            <a:chOff x="1159011" y="4934512"/>
            <a:chExt cx="466050" cy="669682"/>
          </a:xfrm>
        </p:grpSpPr>
        <p:sp>
          <p:nvSpPr>
            <p:cNvPr id="224" name="Rectangle: Rounded Corners 223">
              <a:extLst>
                <a:ext uri="{FF2B5EF4-FFF2-40B4-BE49-F238E27FC236}">
                  <a16:creationId xmlns:a16="http://schemas.microsoft.com/office/drawing/2014/main" id="{762FD5A7-267B-F31F-5235-F18B0A7A9EE1}"/>
                </a:ext>
              </a:extLst>
            </p:cNvPr>
            <p:cNvSpPr/>
            <p:nvPr/>
          </p:nvSpPr>
          <p:spPr>
            <a:xfrm>
              <a:off x="1159011" y="4934512"/>
              <a:ext cx="466050" cy="669682"/>
            </a:xfrm>
            <a:prstGeom prst="roundRect">
              <a:avLst>
                <a:gd name="adj" fmla="val 8535"/>
              </a:avLst>
            </a:prstGeom>
            <a:solidFill>
              <a:schemeClr val="bg1"/>
            </a:solidFill>
            <a:ln w="12700">
              <a:prstDash val="sys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218" name="Rectangle 217">
              <a:extLst>
                <a:ext uri="{FF2B5EF4-FFF2-40B4-BE49-F238E27FC236}">
                  <a16:creationId xmlns:a16="http://schemas.microsoft.com/office/drawing/2014/main" id="{3E91649A-A281-BA4E-0F39-B129815FE4B7}"/>
                </a:ext>
              </a:extLst>
            </p:cNvPr>
            <p:cNvSpPr/>
            <p:nvPr/>
          </p:nvSpPr>
          <p:spPr>
            <a:xfrm>
              <a:off x="1307134" y="5356687"/>
              <a:ext cx="169804" cy="169804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A</a:t>
              </a:r>
            </a:p>
          </p:txBody>
        </p:sp>
        <p:pic>
          <p:nvPicPr>
            <p:cNvPr id="223" name="Picture 222" descr="A black and white symbol&#10;&#10;Description automatically generated">
              <a:extLst>
                <a:ext uri="{FF2B5EF4-FFF2-40B4-BE49-F238E27FC236}">
                  <a16:creationId xmlns:a16="http://schemas.microsoft.com/office/drawing/2014/main" id="{63B5988F-675A-3729-5203-1251F71A9811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216187" y="4970684"/>
              <a:ext cx="351698" cy="351696"/>
            </a:xfrm>
            <a:prstGeom prst="rect">
              <a:avLst/>
            </a:prstGeom>
          </p:spPr>
        </p:pic>
      </p:grpSp>
      <p:grpSp>
        <p:nvGrpSpPr>
          <p:cNvPr id="234" name="Group 233">
            <a:extLst>
              <a:ext uri="{FF2B5EF4-FFF2-40B4-BE49-F238E27FC236}">
                <a16:creationId xmlns:a16="http://schemas.microsoft.com/office/drawing/2014/main" id="{4CA48037-2546-3D7A-CDA2-2B3B48F76975}"/>
              </a:ext>
            </a:extLst>
          </p:cNvPr>
          <p:cNvGrpSpPr/>
          <p:nvPr/>
        </p:nvGrpSpPr>
        <p:grpSpPr>
          <a:xfrm>
            <a:off x="858066" y="4163562"/>
            <a:ext cx="466050" cy="669682"/>
            <a:chOff x="1159011" y="4934512"/>
            <a:chExt cx="466050" cy="669682"/>
          </a:xfrm>
        </p:grpSpPr>
        <p:sp>
          <p:nvSpPr>
            <p:cNvPr id="235" name="Rectangle: Rounded Corners 234">
              <a:extLst>
                <a:ext uri="{FF2B5EF4-FFF2-40B4-BE49-F238E27FC236}">
                  <a16:creationId xmlns:a16="http://schemas.microsoft.com/office/drawing/2014/main" id="{DB8C8FF3-4FED-9A1B-A0ED-0556BFC9D83A}"/>
                </a:ext>
              </a:extLst>
            </p:cNvPr>
            <p:cNvSpPr/>
            <p:nvPr/>
          </p:nvSpPr>
          <p:spPr>
            <a:xfrm>
              <a:off x="1159011" y="4934512"/>
              <a:ext cx="466050" cy="669682"/>
            </a:xfrm>
            <a:prstGeom prst="roundRect">
              <a:avLst>
                <a:gd name="adj" fmla="val 8535"/>
              </a:avLst>
            </a:prstGeom>
            <a:solidFill>
              <a:schemeClr val="bg1"/>
            </a:solidFill>
            <a:ln w="12700">
              <a:prstDash val="sys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236" name="Rectangle 235">
              <a:extLst>
                <a:ext uri="{FF2B5EF4-FFF2-40B4-BE49-F238E27FC236}">
                  <a16:creationId xmlns:a16="http://schemas.microsoft.com/office/drawing/2014/main" id="{EAD9B622-3F50-52CD-451D-F46D45C45EA2}"/>
                </a:ext>
              </a:extLst>
            </p:cNvPr>
            <p:cNvSpPr/>
            <p:nvPr/>
          </p:nvSpPr>
          <p:spPr>
            <a:xfrm>
              <a:off x="1307134" y="5356687"/>
              <a:ext cx="169804" cy="169804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B</a:t>
              </a:r>
            </a:p>
          </p:txBody>
        </p:sp>
        <p:pic>
          <p:nvPicPr>
            <p:cNvPr id="237" name="Picture 236" descr="A black and white symbol&#10;&#10;Description automatically generated">
              <a:extLst>
                <a:ext uri="{FF2B5EF4-FFF2-40B4-BE49-F238E27FC236}">
                  <a16:creationId xmlns:a16="http://schemas.microsoft.com/office/drawing/2014/main" id="{454488F3-206A-BBA2-8776-9077029A85D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216187" y="4970684"/>
              <a:ext cx="351698" cy="351696"/>
            </a:xfrm>
            <a:prstGeom prst="rect">
              <a:avLst/>
            </a:prstGeom>
          </p:spPr>
        </p:pic>
      </p:grpSp>
      <p:grpSp>
        <p:nvGrpSpPr>
          <p:cNvPr id="238" name="Group 237">
            <a:extLst>
              <a:ext uri="{FF2B5EF4-FFF2-40B4-BE49-F238E27FC236}">
                <a16:creationId xmlns:a16="http://schemas.microsoft.com/office/drawing/2014/main" id="{C53200B4-E1BD-448E-FE44-F5084B4CB73A}"/>
              </a:ext>
            </a:extLst>
          </p:cNvPr>
          <p:cNvGrpSpPr/>
          <p:nvPr/>
        </p:nvGrpSpPr>
        <p:grpSpPr>
          <a:xfrm>
            <a:off x="856832" y="4869695"/>
            <a:ext cx="466050" cy="669682"/>
            <a:chOff x="1159011" y="4934512"/>
            <a:chExt cx="466050" cy="669682"/>
          </a:xfrm>
        </p:grpSpPr>
        <p:sp>
          <p:nvSpPr>
            <p:cNvPr id="239" name="Rectangle: Rounded Corners 238">
              <a:extLst>
                <a:ext uri="{FF2B5EF4-FFF2-40B4-BE49-F238E27FC236}">
                  <a16:creationId xmlns:a16="http://schemas.microsoft.com/office/drawing/2014/main" id="{4636C2A0-D601-0F36-A501-3C981A0C1329}"/>
                </a:ext>
              </a:extLst>
            </p:cNvPr>
            <p:cNvSpPr/>
            <p:nvPr/>
          </p:nvSpPr>
          <p:spPr>
            <a:xfrm>
              <a:off x="1159011" y="4934512"/>
              <a:ext cx="466050" cy="669682"/>
            </a:xfrm>
            <a:prstGeom prst="roundRect">
              <a:avLst>
                <a:gd name="adj" fmla="val 8535"/>
              </a:avLst>
            </a:prstGeom>
            <a:solidFill>
              <a:schemeClr val="bg1"/>
            </a:solidFill>
            <a:ln w="12700">
              <a:prstDash val="sys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240" name="Rectangle 239">
              <a:extLst>
                <a:ext uri="{FF2B5EF4-FFF2-40B4-BE49-F238E27FC236}">
                  <a16:creationId xmlns:a16="http://schemas.microsoft.com/office/drawing/2014/main" id="{CC997E3C-5A79-8984-910F-3C86B881775A}"/>
                </a:ext>
              </a:extLst>
            </p:cNvPr>
            <p:cNvSpPr/>
            <p:nvPr/>
          </p:nvSpPr>
          <p:spPr>
            <a:xfrm>
              <a:off x="1307134" y="5356687"/>
              <a:ext cx="169804" cy="169804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D</a:t>
              </a:r>
            </a:p>
          </p:txBody>
        </p:sp>
        <p:pic>
          <p:nvPicPr>
            <p:cNvPr id="241" name="Picture 240" descr="A black and white symbol&#10;&#10;Description automatically generated">
              <a:extLst>
                <a:ext uri="{FF2B5EF4-FFF2-40B4-BE49-F238E27FC236}">
                  <a16:creationId xmlns:a16="http://schemas.microsoft.com/office/drawing/2014/main" id="{2E12E343-6E59-925D-1C2E-EF8EE7296362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216187" y="4970684"/>
              <a:ext cx="351698" cy="351696"/>
            </a:xfrm>
            <a:prstGeom prst="rect">
              <a:avLst/>
            </a:prstGeom>
          </p:spPr>
        </p:pic>
      </p:grpSp>
      <p:grpSp>
        <p:nvGrpSpPr>
          <p:cNvPr id="242" name="Group 241">
            <a:extLst>
              <a:ext uri="{FF2B5EF4-FFF2-40B4-BE49-F238E27FC236}">
                <a16:creationId xmlns:a16="http://schemas.microsoft.com/office/drawing/2014/main" id="{18C4BD87-DCD0-D047-949F-18CFA43E0639}"/>
              </a:ext>
            </a:extLst>
          </p:cNvPr>
          <p:cNvGrpSpPr/>
          <p:nvPr/>
        </p:nvGrpSpPr>
        <p:grpSpPr>
          <a:xfrm>
            <a:off x="349454" y="4869695"/>
            <a:ext cx="466050" cy="669682"/>
            <a:chOff x="1159011" y="4934512"/>
            <a:chExt cx="466050" cy="669682"/>
          </a:xfrm>
        </p:grpSpPr>
        <p:sp>
          <p:nvSpPr>
            <p:cNvPr id="243" name="Rectangle: Rounded Corners 242">
              <a:extLst>
                <a:ext uri="{FF2B5EF4-FFF2-40B4-BE49-F238E27FC236}">
                  <a16:creationId xmlns:a16="http://schemas.microsoft.com/office/drawing/2014/main" id="{B67AA79A-7E3D-2126-C263-964542A65AA4}"/>
                </a:ext>
              </a:extLst>
            </p:cNvPr>
            <p:cNvSpPr/>
            <p:nvPr/>
          </p:nvSpPr>
          <p:spPr>
            <a:xfrm>
              <a:off x="1159011" y="4934512"/>
              <a:ext cx="466050" cy="669682"/>
            </a:xfrm>
            <a:prstGeom prst="roundRect">
              <a:avLst>
                <a:gd name="adj" fmla="val 8535"/>
              </a:avLst>
            </a:prstGeom>
            <a:solidFill>
              <a:schemeClr val="bg1"/>
            </a:solidFill>
            <a:ln w="12700">
              <a:prstDash val="sys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244" name="Rectangle 243">
              <a:extLst>
                <a:ext uri="{FF2B5EF4-FFF2-40B4-BE49-F238E27FC236}">
                  <a16:creationId xmlns:a16="http://schemas.microsoft.com/office/drawing/2014/main" id="{5309D7B3-883E-3EDD-23AF-9C9F3ECF848C}"/>
                </a:ext>
              </a:extLst>
            </p:cNvPr>
            <p:cNvSpPr/>
            <p:nvPr/>
          </p:nvSpPr>
          <p:spPr>
            <a:xfrm>
              <a:off x="1307134" y="5356687"/>
              <a:ext cx="169804" cy="169804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C</a:t>
              </a:r>
            </a:p>
          </p:txBody>
        </p:sp>
        <p:pic>
          <p:nvPicPr>
            <p:cNvPr id="245" name="Picture 244" descr="A black and white symbol&#10;&#10;Description automatically generated">
              <a:extLst>
                <a:ext uri="{FF2B5EF4-FFF2-40B4-BE49-F238E27FC236}">
                  <a16:creationId xmlns:a16="http://schemas.microsoft.com/office/drawing/2014/main" id="{63619DB1-DB6C-F785-6A1E-2A5B1415AB66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216187" y="4970684"/>
              <a:ext cx="351698" cy="351696"/>
            </a:xfrm>
            <a:prstGeom prst="rect">
              <a:avLst/>
            </a:prstGeom>
          </p:spPr>
        </p:pic>
      </p:grpSp>
      <p:grpSp>
        <p:nvGrpSpPr>
          <p:cNvPr id="249" name="Group 248">
            <a:extLst>
              <a:ext uri="{FF2B5EF4-FFF2-40B4-BE49-F238E27FC236}">
                <a16:creationId xmlns:a16="http://schemas.microsoft.com/office/drawing/2014/main" id="{BB913BAE-5C90-15B8-BC7A-8EDB5F7E913A}"/>
              </a:ext>
            </a:extLst>
          </p:cNvPr>
          <p:cNvGrpSpPr/>
          <p:nvPr/>
        </p:nvGrpSpPr>
        <p:grpSpPr>
          <a:xfrm>
            <a:off x="1633202" y="1621248"/>
            <a:ext cx="1960897" cy="3158269"/>
            <a:chOff x="1633202" y="1621248"/>
            <a:chExt cx="1960897" cy="3158269"/>
          </a:xfrm>
        </p:grpSpPr>
        <p:sp>
          <p:nvSpPr>
            <p:cNvPr id="247" name="Rectangle: Rounded Corners 246">
              <a:extLst>
                <a:ext uri="{FF2B5EF4-FFF2-40B4-BE49-F238E27FC236}">
                  <a16:creationId xmlns:a16="http://schemas.microsoft.com/office/drawing/2014/main" id="{48376504-DB53-AC5F-981E-2B4C6F4FDF7F}"/>
                </a:ext>
              </a:extLst>
            </p:cNvPr>
            <p:cNvSpPr/>
            <p:nvPr/>
          </p:nvSpPr>
          <p:spPr>
            <a:xfrm>
              <a:off x="1633202" y="1858519"/>
              <a:ext cx="1960897" cy="2920998"/>
            </a:xfrm>
            <a:prstGeom prst="roundRect">
              <a:avLst>
                <a:gd name="adj" fmla="val 3624"/>
              </a:avLst>
            </a:prstGeom>
            <a:solidFill>
              <a:schemeClr val="bg1">
                <a:lumMod val="95000"/>
                <a:alpha val="50196"/>
              </a:schemeClr>
            </a:solidFill>
            <a:ln w="12700">
              <a:solidFill>
                <a:schemeClr val="tx1">
                  <a:lumMod val="50000"/>
                  <a:lumOff val="50000"/>
                </a:schemeClr>
              </a:solidFill>
              <a:prstDash val="sysDot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248" name="TextBox 247">
              <a:extLst>
                <a:ext uri="{FF2B5EF4-FFF2-40B4-BE49-F238E27FC236}">
                  <a16:creationId xmlns:a16="http://schemas.microsoft.com/office/drawing/2014/main" id="{20CAEE93-FF44-A0EE-D91E-D64E70A2641E}"/>
                </a:ext>
              </a:extLst>
            </p:cNvPr>
            <p:cNvSpPr txBox="1"/>
            <p:nvPr/>
          </p:nvSpPr>
          <p:spPr>
            <a:xfrm>
              <a:off x="2059127" y="1621248"/>
              <a:ext cx="1179193" cy="2539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5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WIS Centre</a:t>
              </a:r>
              <a:endParaRPr kumimoji="0" lang="en-GB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246" name="Group 245">
            <a:extLst>
              <a:ext uri="{FF2B5EF4-FFF2-40B4-BE49-F238E27FC236}">
                <a16:creationId xmlns:a16="http://schemas.microsoft.com/office/drawing/2014/main" id="{AC20631C-A19A-5300-F7A3-BEA930B98559}"/>
              </a:ext>
            </a:extLst>
          </p:cNvPr>
          <p:cNvGrpSpPr/>
          <p:nvPr/>
        </p:nvGrpSpPr>
        <p:grpSpPr>
          <a:xfrm>
            <a:off x="238558" y="2004858"/>
            <a:ext cx="2724621" cy="2574854"/>
            <a:chOff x="238558" y="2004858"/>
            <a:chExt cx="2724621" cy="2574854"/>
          </a:xfrm>
        </p:grpSpPr>
        <p:pic>
          <p:nvPicPr>
            <p:cNvPr id="52" name="Picture 51">
              <a:extLst>
                <a:ext uri="{FF2B5EF4-FFF2-40B4-BE49-F238E27FC236}">
                  <a16:creationId xmlns:a16="http://schemas.microsoft.com/office/drawing/2014/main" id="{BB81C2E2-297D-5B86-73D7-523DF5953921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256121" y="3053461"/>
              <a:ext cx="1338982" cy="751078"/>
            </a:xfrm>
            <a:prstGeom prst="rect">
              <a:avLst/>
            </a:prstGeom>
          </p:spPr>
        </p:pic>
        <p:grpSp>
          <p:nvGrpSpPr>
            <p:cNvPr id="53" name="Group 52">
              <a:extLst>
                <a:ext uri="{FF2B5EF4-FFF2-40B4-BE49-F238E27FC236}">
                  <a16:creationId xmlns:a16="http://schemas.microsoft.com/office/drawing/2014/main" id="{5EA1DF2F-5817-3639-2802-A0763A04D811}"/>
                </a:ext>
              </a:extLst>
            </p:cNvPr>
            <p:cNvGrpSpPr/>
            <p:nvPr/>
          </p:nvGrpSpPr>
          <p:grpSpPr>
            <a:xfrm>
              <a:off x="2334271" y="2004858"/>
              <a:ext cx="628907" cy="910662"/>
              <a:chOff x="6648193" y="889820"/>
              <a:chExt cx="628907" cy="910662"/>
            </a:xfrm>
          </p:grpSpPr>
          <p:sp>
            <p:nvSpPr>
              <p:cNvPr id="54" name="Rectangle: Rounded Corners 53">
                <a:extLst>
                  <a:ext uri="{FF2B5EF4-FFF2-40B4-BE49-F238E27FC236}">
                    <a16:creationId xmlns:a16="http://schemas.microsoft.com/office/drawing/2014/main" id="{7DCBC710-1683-690C-636E-4C93A9270458}"/>
                  </a:ext>
                </a:extLst>
              </p:cNvPr>
              <p:cNvSpPr/>
              <p:nvPr/>
            </p:nvSpPr>
            <p:spPr>
              <a:xfrm>
                <a:off x="6648193" y="1171575"/>
                <a:ext cx="628907" cy="628907"/>
              </a:xfrm>
              <a:prstGeom prst="roundRect">
                <a:avLst>
                  <a:gd name="adj" fmla="val 8678"/>
                </a:avLst>
              </a:prstGeom>
              <a:solidFill>
                <a:schemeClr val="bg1"/>
              </a:solidFill>
              <a:ln w="28575">
                <a:solidFill>
                  <a:srgbClr val="3963DA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3963DA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3963DA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WIS2 Node</a:t>
                </a:r>
              </a:p>
            </p:txBody>
          </p:sp>
          <p:pic>
            <p:nvPicPr>
              <p:cNvPr id="55" name="Picture 54">
                <a:extLst>
                  <a:ext uri="{FF2B5EF4-FFF2-40B4-BE49-F238E27FC236}">
                    <a16:creationId xmlns:a16="http://schemas.microsoft.com/office/drawing/2014/main" id="{1739F8E9-193E-425A-D2F1-1AE4B82AE76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6701185" y="889820"/>
                <a:ext cx="522922" cy="532516"/>
              </a:xfrm>
              <a:prstGeom prst="rect">
                <a:avLst/>
              </a:prstGeom>
            </p:spPr>
          </p:pic>
        </p:grpSp>
        <p:sp>
          <p:nvSpPr>
            <p:cNvPr id="56" name="Rectangle: Rounded Corners 55">
              <a:extLst>
                <a:ext uri="{FF2B5EF4-FFF2-40B4-BE49-F238E27FC236}">
                  <a16:creationId xmlns:a16="http://schemas.microsoft.com/office/drawing/2014/main" id="{DC1EE10A-8D7E-9111-9FE4-1C261CAA54F3}"/>
                </a:ext>
              </a:extLst>
            </p:cNvPr>
            <p:cNvSpPr/>
            <p:nvPr/>
          </p:nvSpPr>
          <p:spPr>
            <a:xfrm>
              <a:off x="2334272" y="3950805"/>
              <a:ext cx="628907" cy="628907"/>
            </a:xfrm>
            <a:prstGeom prst="roundRect">
              <a:avLst>
                <a:gd name="adj" fmla="val 8678"/>
              </a:avLst>
            </a:pr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MSS</a:t>
              </a:r>
            </a:p>
          </p:txBody>
        </p:sp>
        <p:cxnSp>
          <p:nvCxnSpPr>
            <p:cNvPr id="58" name="Straight Arrow Connector 57">
              <a:extLst>
                <a:ext uri="{FF2B5EF4-FFF2-40B4-BE49-F238E27FC236}">
                  <a16:creationId xmlns:a16="http://schemas.microsoft.com/office/drawing/2014/main" id="{0AC32314-C250-F6AF-CF12-63FEB66FBA8B}"/>
                </a:ext>
              </a:extLst>
            </p:cNvPr>
            <p:cNvCxnSpPr/>
            <p:nvPr/>
          </p:nvCxnSpPr>
          <p:spPr>
            <a:xfrm flipV="1">
              <a:off x="1476375" y="2733675"/>
              <a:ext cx="751592" cy="419100"/>
            </a:xfrm>
            <a:prstGeom prst="straightConnector1">
              <a:avLst/>
            </a:prstGeom>
            <a:ln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Straight Arrow Connector 60">
              <a:extLst>
                <a:ext uri="{FF2B5EF4-FFF2-40B4-BE49-F238E27FC236}">
                  <a16:creationId xmlns:a16="http://schemas.microsoft.com/office/drawing/2014/main" id="{A906D876-95C3-18CA-C2C8-F22B9AB9D268}"/>
                </a:ext>
              </a:extLst>
            </p:cNvPr>
            <p:cNvCxnSpPr>
              <a:cxnSpLocks/>
            </p:cNvCxnSpPr>
            <p:nvPr/>
          </p:nvCxnSpPr>
          <p:spPr>
            <a:xfrm>
              <a:off x="1476375" y="3741255"/>
              <a:ext cx="751592" cy="419100"/>
            </a:xfrm>
            <a:prstGeom prst="straightConnector1">
              <a:avLst/>
            </a:prstGeom>
            <a:ln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62" name="TextBox 61">
              <a:extLst>
                <a:ext uri="{FF2B5EF4-FFF2-40B4-BE49-F238E27FC236}">
                  <a16:creationId xmlns:a16="http://schemas.microsoft.com/office/drawing/2014/main" id="{986D944C-6BAB-F4D7-165A-7CBB1582855F}"/>
                </a:ext>
              </a:extLst>
            </p:cNvPr>
            <p:cNvSpPr txBox="1"/>
            <p:nvPr/>
          </p:nvSpPr>
          <p:spPr>
            <a:xfrm>
              <a:off x="238558" y="3676872"/>
              <a:ext cx="1179193" cy="43858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5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data management system</a:t>
              </a: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</a:t>
              </a:r>
            </a:p>
          </p:txBody>
        </p:sp>
      </p:grpSp>
      <p:sp>
        <p:nvSpPr>
          <p:cNvPr id="250" name="TextBox 249">
            <a:extLst>
              <a:ext uri="{FF2B5EF4-FFF2-40B4-BE49-F238E27FC236}">
                <a16:creationId xmlns:a16="http://schemas.microsoft.com/office/drawing/2014/main" id="{11AA6AC2-D783-1862-1073-87D1D4C1C836}"/>
              </a:ext>
            </a:extLst>
          </p:cNvPr>
          <p:cNvSpPr txBox="1"/>
          <p:nvPr/>
        </p:nvSpPr>
        <p:spPr>
          <a:xfrm>
            <a:off x="6619182" y="6359331"/>
            <a:ext cx="818636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GTS</a:t>
            </a:r>
          </a:p>
        </p:txBody>
      </p:sp>
      <p:sp>
        <p:nvSpPr>
          <p:cNvPr id="251" name="TextBox 250">
            <a:extLst>
              <a:ext uri="{FF2B5EF4-FFF2-40B4-BE49-F238E27FC236}">
                <a16:creationId xmlns:a16="http://schemas.microsoft.com/office/drawing/2014/main" id="{38BA584A-D3AC-7115-230C-3411C4308D4B}"/>
              </a:ext>
            </a:extLst>
          </p:cNvPr>
          <p:cNvSpPr txBox="1"/>
          <p:nvPr/>
        </p:nvSpPr>
        <p:spPr>
          <a:xfrm>
            <a:off x="1558820" y="5324359"/>
            <a:ext cx="4111696" cy="1200329"/>
          </a:xfrm>
          <a:prstGeom prst="rect">
            <a:avLst/>
          </a:prstGeom>
          <a:solidFill>
            <a:srgbClr val="FFFFFF">
              <a:alpha val="69804"/>
            </a:srgbClr>
          </a:solidFill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WIS2 distribution example</a:t>
            </a: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Because these data-objects relate to reports distributed on GTS extra information is needed in the WNM …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2D6AA9C-81A4-C095-E6D7-73139B911D97}"/>
              </a:ext>
            </a:extLst>
          </p:cNvPr>
          <p:cNvSpPr txBox="1"/>
          <p:nvPr/>
        </p:nvSpPr>
        <p:spPr>
          <a:xfrm>
            <a:off x="2074853" y="3688682"/>
            <a:ext cx="117919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CCCC = </a:t>
            </a:r>
            <a:r>
              <a:rPr kumimoji="0" lang="en-GB" sz="12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TEST</a:t>
            </a:r>
            <a:endParaRPr kumimoji="0" lang="en-GB" sz="16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+mn-cs"/>
            </a:endParaRPr>
          </a:p>
        </p:txBody>
      </p:sp>
      <p:grpSp>
        <p:nvGrpSpPr>
          <p:cNvPr id="203" name="Group 202">
            <a:extLst>
              <a:ext uri="{FF2B5EF4-FFF2-40B4-BE49-F238E27FC236}">
                <a16:creationId xmlns:a16="http://schemas.microsoft.com/office/drawing/2014/main" id="{59D7BB84-9E96-F330-66C7-9BE57DE29450}"/>
              </a:ext>
            </a:extLst>
          </p:cNvPr>
          <p:cNvGrpSpPr/>
          <p:nvPr/>
        </p:nvGrpSpPr>
        <p:grpSpPr>
          <a:xfrm>
            <a:off x="3037962" y="3577971"/>
            <a:ext cx="8224599" cy="2603109"/>
            <a:chOff x="3037962" y="3577971"/>
            <a:chExt cx="8224599" cy="2603109"/>
          </a:xfrm>
        </p:grpSpPr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1CB79EEB-02F5-9844-C8E2-14DD675A2BB6}"/>
                </a:ext>
              </a:extLst>
            </p:cNvPr>
            <p:cNvGrpSpPr/>
            <p:nvPr/>
          </p:nvGrpSpPr>
          <p:grpSpPr>
            <a:xfrm>
              <a:off x="4281843" y="4427055"/>
              <a:ext cx="628907" cy="628907"/>
              <a:chOff x="2867802" y="3950805"/>
              <a:chExt cx="628907" cy="628907"/>
            </a:xfrm>
          </p:grpSpPr>
          <p:sp>
            <p:nvSpPr>
              <p:cNvPr id="4" name="Oval 3">
                <a:extLst>
                  <a:ext uri="{FF2B5EF4-FFF2-40B4-BE49-F238E27FC236}">
                    <a16:creationId xmlns:a16="http://schemas.microsoft.com/office/drawing/2014/main" id="{163F7631-860C-3A21-15BB-F7817CF78EA2}"/>
                  </a:ext>
                </a:extLst>
              </p:cNvPr>
              <p:cNvSpPr/>
              <p:nvPr/>
            </p:nvSpPr>
            <p:spPr>
              <a:xfrm>
                <a:off x="2867802" y="3950805"/>
                <a:ext cx="628907" cy="628907"/>
              </a:xfrm>
              <a:prstGeom prst="ellipse">
                <a:avLst/>
              </a:prstGeom>
              <a:solidFill>
                <a:schemeClr val="bg1"/>
              </a:solidFill>
              <a:ln w="28575"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CBAC7DD6-B3BD-598B-4D04-8F1DD45F22AE}"/>
                  </a:ext>
                </a:extLst>
              </p:cNvPr>
              <p:cNvSpPr txBox="1"/>
              <p:nvPr/>
            </p:nvSpPr>
            <p:spPr>
              <a:xfrm>
                <a:off x="2949594" y="4126758"/>
                <a:ext cx="465322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2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white">
                        <a:lumMod val="75000"/>
                      </a:prstClr>
                    </a:solidFill>
                    <a:effectLst/>
                    <a:uLnTx/>
                    <a:uFillTx/>
                    <a:latin typeface="Aptos" panose="020B0004020202020204" pitchFamily="34" charset="0"/>
                    <a:ea typeface="+mn-ea"/>
                    <a:cs typeface="Arial" panose="020B0604020202020204" pitchFamily="34" charset="0"/>
                  </a:rPr>
                  <a:t>RTH</a:t>
                </a:r>
              </a:p>
            </p:txBody>
          </p:sp>
        </p:grpSp>
        <p:cxnSp>
          <p:nvCxnSpPr>
            <p:cNvPr id="6" name="Straight Arrow Connector 5">
              <a:extLst>
                <a:ext uri="{FF2B5EF4-FFF2-40B4-BE49-F238E27FC236}">
                  <a16:creationId xmlns:a16="http://schemas.microsoft.com/office/drawing/2014/main" id="{3D7C2AE4-8BBD-7F9E-159A-C5F3F8A9F21B}"/>
                </a:ext>
              </a:extLst>
            </p:cNvPr>
            <p:cNvCxnSpPr>
              <a:cxnSpLocks/>
            </p:cNvCxnSpPr>
            <p:nvPr/>
          </p:nvCxnSpPr>
          <p:spPr>
            <a:xfrm>
              <a:off x="3037962" y="4315266"/>
              <a:ext cx="1175587" cy="306792"/>
            </a:xfrm>
            <a:prstGeom prst="straightConnector1">
              <a:avLst/>
            </a:prstGeom>
            <a:ln>
              <a:solidFill>
                <a:schemeClr val="bg1">
                  <a:lumMod val="85000"/>
                </a:schemeClr>
              </a:solidFill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7F029967-BA69-423C-CD19-F1184FCD1F96}"/>
                </a:ext>
              </a:extLst>
            </p:cNvPr>
            <p:cNvGrpSpPr/>
            <p:nvPr/>
          </p:nvGrpSpPr>
          <p:grpSpPr>
            <a:xfrm>
              <a:off x="6188224" y="3577971"/>
              <a:ext cx="628907" cy="628907"/>
              <a:chOff x="2867802" y="3950805"/>
              <a:chExt cx="628907" cy="628907"/>
            </a:xfrm>
          </p:grpSpPr>
          <p:sp>
            <p:nvSpPr>
              <p:cNvPr id="12" name="Oval 11">
                <a:extLst>
                  <a:ext uri="{FF2B5EF4-FFF2-40B4-BE49-F238E27FC236}">
                    <a16:creationId xmlns:a16="http://schemas.microsoft.com/office/drawing/2014/main" id="{640E277B-B9C8-4940-C010-755BD34F4ADE}"/>
                  </a:ext>
                </a:extLst>
              </p:cNvPr>
              <p:cNvSpPr/>
              <p:nvPr/>
            </p:nvSpPr>
            <p:spPr>
              <a:xfrm>
                <a:off x="2867802" y="3950805"/>
                <a:ext cx="628907" cy="628907"/>
              </a:xfrm>
              <a:prstGeom prst="ellipse">
                <a:avLst/>
              </a:prstGeom>
              <a:solidFill>
                <a:schemeClr val="bg1"/>
              </a:solidFill>
              <a:ln w="28575"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23F358A8-8025-A0DF-F06C-0753587B7EDC}"/>
                  </a:ext>
                </a:extLst>
              </p:cNvPr>
              <p:cNvSpPr txBox="1"/>
              <p:nvPr/>
            </p:nvSpPr>
            <p:spPr>
              <a:xfrm>
                <a:off x="2949594" y="4068702"/>
                <a:ext cx="465322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2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white">
                        <a:lumMod val="75000"/>
                      </a:prstClr>
                    </a:solidFill>
                    <a:effectLst/>
                    <a:uLnTx/>
                    <a:uFillTx/>
                    <a:latin typeface="Aptos" panose="020B0004020202020204" pitchFamily="34" charset="0"/>
                    <a:ea typeface="+mn-ea"/>
                    <a:cs typeface="Arial" panose="020B0604020202020204" pitchFamily="34" charset="0"/>
                  </a:rPr>
                  <a:t>RTH</a:t>
                </a:r>
              </a:p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8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white">
                        <a:lumMod val="75000"/>
                      </a:prstClr>
                    </a:solidFill>
                    <a:effectLst/>
                    <a:uLnTx/>
                    <a:uFillTx/>
                    <a:latin typeface="Aptos" panose="020B0004020202020204" pitchFamily="34" charset="0"/>
                    <a:ea typeface="+mn-ea"/>
                    <a:cs typeface="Arial" panose="020B0604020202020204" pitchFamily="34" charset="0"/>
                  </a:rPr>
                  <a:t>Exeter</a:t>
                </a:r>
              </a:p>
            </p:txBody>
          </p:sp>
        </p:grp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9AE665A2-C7CD-82BC-607A-88A5AB8A278A}"/>
                </a:ext>
              </a:extLst>
            </p:cNvPr>
            <p:cNvGrpSpPr/>
            <p:nvPr/>
          </p:nvGrpSpPr>
          <p:grpSpPr>
            <a:xfrm>
              <a:off x="9293175" y="3577971"/>
              <a:ext cx="628907" cy="628907"/>
              <a:chOff x="2867802" y="3950805"/>
              <a:chExt cx="628907" cy="628907"/>
            </a:xfrm>
          </p:grpSpPr>
          <p:sp>
            <p:nvSpPr>
              <p:cNvPr id="23" name="Oval 22">
                <a:extLst>
                  <a:ext uri="{FF2B5EF4-FFF2-40B4-BE49-F238E27FC236}">
                    <a16:creationId xmlns:a16="http://schemas.microsoft.com/office/drawing/2014/main" id="{5565CB8C-BD90-C1D2-8323-E0289A2E6205}"/>
                  </a:ext>
                </a:extLst>
              </p:cNvPr>
              <p:cNvSpPr/>
              <p:nvPr/>
            </p:nvSpPr>
            <p:spPr>
              <a:xfrm>
                <a:off x="2867802" y="3950805"/>
                <a:ext cx="628907" cy="628907"/>
              </a:xfrm>
              <a:prstGeom prst="ellipse">
                <a:avLst/>
              </a:prstGeom>
              <a:solidFill>
                <a:schemeClr val="bg1"/>
              </a:solidFill>
              <a:ln w="28575"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15F9A4EC-E8D8-0312-3528-7A2736C1AADA}"/>
                  </a:ext>
                </a:extLst>
              </p:cNvPr>
              <p:cNvSpPr txBox="1"/>
              <p:nvPr/>
            </p:nvSpPr>
            <p:spPr>
              <a:xfrm>
                <a:off x="2932200" y="4068702"/>
                <a:ext cx="500110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2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white">
                        <a:lumMod val="75000"/>
                      </a:prstClr>
                    </a:solidFill>
                    <a:effectLst/>
                    <a:uLnTx/>
                    <a:uFillTx/>
                    <a:latin typeface="Aptos" panose="020B0004020202020204" pitchFamily="34" charset="0"/>
                    <a:ea typeface="+mn-ea"/>
                    <a:cs typeface="Arial" panose="020B0604020202020204" pitchFamily="34" charset="0"/>
                  </a:rPr>
                  <a:t>RTH</a:t>
                </a:r>
              </a:p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8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white">
                        <a:lumMod val="75000"/>
                      </a:prstClr>
                    </a:solidFill>
                    <a:effectLst/>
                    <a:uLnTx/>
                    <a:uFillTx/>
                    <a:latin typeface="Aptos" panose="020B0004020202020204" pitchFamily="34" charset="0"/>
                    <a:ea typeface="+mn-ea"/>
                    <a:cs typeface="Arial" panose="020B0604020202020204" pitchFamily="34" charset="0"/>
                  </a:rPr>
                  <a:t>Beijing</a:t>
                </a:r>
                <a:endParaRPr kumimoji="0" lang="en-GB" sz="700" b="0" i="0" u="none" strike="noStrike" kern="0" cap="none" spc="0" normalizeH="0" baseline="0" noProof="0" dirty="0">
                  <a:ln>
                    <a:noFill/>
                  </a:ln>
                  <a:solidFill>
                    <a:prstClr val="white">
                      <a:lumMod val="75000"/>
                    </a:prstClr>
                  </a:solidFill>
                  <a:effectLst/>
                  <a:uLnTx/>
                  <a:uFillTx/>
                  <a:latin typeface="Aptos" panose="020B0004020202020204" pitchFamily="34" charset="0"/>
                  <a:ea typeface="+mn-ea"/>
                  <a:cs typeface="Arial" panose="020B0604020202020204" pitchFamily="34" charset="0"/>
                </a:endParaRPr>
              </a:p>
            </p:txBody>
          </p:sp>
        </p:grpSp>
        <p:grpSp>
          <p:nvGrpSpPr>
            <p:cNvPr id="26" name="Group 25">
              <a:extLst>
                <a:ext uri="{FF2B5EF4-FFF2-40B4-BE49-F238E27FC236}">
                  <a16:creationId xmlns:a16="http://schemas.microsoft.com/office/drawing/2014/main" id="{8BB4A6E0-415E-055E-4229-090436AF9E23}"/>
                </a:ext>
              </a:extLst>
            </p:cNvPr>
            <p:cNvGrpSpPr/>
            <p:nvPr/>
          </p:nvGrpSpPr>
          <p:grpSpPr>
            <a:xfrm>
              <a:off x="6521485" y="5413675"/>
              <a:ext cx="628907" cy="628907"/>
              <a:chOff x="2867802" y="3950805"/>
              <a:chExt cx="628907" cy="628907"/>
            </a:xfrm>
          </p:grpSpPr>
          <p:sp>
            <p:nvSpPr>
              <p:cNvPr id="27" name="Oval 26">
                <a:extLst>
                  <a:ext uri="{FF2B5EF4-FFF2-40B4-BE49-F238E27FC236}">
                    <a16:creationId xmlns:a16="http://schemas.microsoft.com/office/drawing/2014/main" id="{E37DDE06-0496-DDA6-5485-F02D75B14382}"/>
                  </a:ext>
                </a:extLst>
              </p:cNvPr>
              <p:cNvSpPr/>
              <p:nvPr/>
            </p:nvSpPr>
            <p:spPr>
              <a:xfrm>
                <a:off x="2867802" y="3950805"/>
                <a:ext cx="628907" cy="628907"/>
              </a:xfrm>
              <a:prstGeom prst="ellipse">
                <a:avLst/>
              </a:prstGeom>
              <a:solidFill>
                <a:schemeClr val="bg1"/>
              </a:solidFill>
              <a:ln w="28575"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>
                      <a:lumMod val="65000"/>
                    </a:prstClr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F7AA5029-8CE1-4FEC-C4C2-267EB684BD72}"/>
                  </a:ext>
                </a:extLst>
              </p:cNvPr>
              <p:cNvSpPr txBox="1"/>
              <p:nvPr/>
            </p:nvSpPr>
            <p:spPr>
              <a:xfrm>
                <a:off x="2949594" y="4126758"/>
                <a:ext cx="465322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2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white">
                        <a:lumMod val="75000"/>
                      </a:prstClr>
                    </a:solidFill>
                    <a:effectLst/>
                    <a:uLnTx/>
                    <a:uFillTx/>
                    <a:latin typeface="Aptos" panose="020B0004020202020204" pitchFamily="34" charset="0"/>
                    <a:ea typeface="+mn-ea"/>
                    <a:cs typeface="Arial" panose="020B0604020202020204" pitchFamily="34" charset="0"/>
                  </a:rPr>
                  <a:t>RTH</a:t>
                </a:r>
              </a:p>
            </p:txBody>
          </p:sp>
        </p:grpSp>
        <p:grpSp>
          <p:nvGrpSpPr>
            <p:cNvPr id="29" name="Group 28">
              <a:extLst>
                <a:ext uri="{FF2B5EF4-FFF2-40B4-BE49-F238E27FC236}">
                  <a16:creationId xmlns:a16="http://schemas.microsoft.com/office/drawing/2014/main" id="{C9075A83-1D8A-D217-4E3C-ED40DFADE07C}"/>
                </a:ext>
              </a:extLst>
            </p:cNvPr>
            <p:cNvGrpSpPr/>
            <p:nvPr/>
          </p:nvGrpSpPr>
          <p:grpSpPr>
            <a:xfrm>
              <a:off x="8862418" y="5165872"/>
              <a:ext cx="628907" cy="628907"/>
              <a:chOff x="2867802" y="3950805"/>
              <a:chExt cx="628907" cy="628907"/>
            </a:xfrm>
          </p:grpSpPr>
          <p:sp>
            <p:nvSpPr>
              <p:cNvPr id="30" name="Oval 29">
                <a:extLst>
                  <a:ext uri="{FF2B5EF4-FFF2-40B4-BE49-F238E27FC236}">
                    <a16:creationId xmlns:a16="http://schemas.microsoft.com/office/drawing/2014/main" id="{643FDB0B-535E-E1E5-F0E6-A40BDE99CB98}"/>
                  </a:ext>
                </a:extLst>
              </p:cNvPr>
              <p:cNvSpPr/>
              <p:nvPr/>
            </p:nvSpPr>
            <p:spPr>
              <a:xfrm>
                <a:off x="2867802" y="3950805"/>
                <a:ext cx="628907" cy="628907"/>
              </a:xfrm>
              <a:prstGeom prst="ellipse">
                <a:avLst/>
              </a:prstGeom>
              <a:solidFill>
                <a:schemeClr val="bg1"/>
              </a:solidFill>
              <a:ln w="28575"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>
                      <a:lumMod val="65000"/>
                    </a:prstClr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EAC256FD-0B1D-EBBF-6702-3F85FB79D96B}"/>
                  </a:ext>
                </a:extLst>
              </p:cNvPr>
              <p:cNvSpPr txBox="1"/>
              <p:nvPr/>
            </p:nvSpPr>
            <p:spPr>
              <a:xfrm>
                <a:off x="2949594" y="4126758"/>
                <a:ext cx="465322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2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white">
                        <a:lumMod val="75000"/>
                      </a:prstClr>
                    </a:solidFill>
                    <a:effectLst/>
                    <a:uLnTx/>
                    <a:uFillTx/>
                    <a:latin typeface="Aptos" panose="020B0004020202020204" pitchFamily="34" charset="0"/>
                    <a:ea typeface="+mn-ea"/>
                    <a:cs typeface="Arial" panose="020B0604020202020204" pitchFamily="34" charset="0"/>
                  </a:rPr>
                  <a:t>RTH</a:t>
                </a:r>
              </a:p>
            </p:txBody>
          </p:sp>
        </p:grpSp>
        <p:grpSp>
          <p:nvGrpSpPr>
            <p:cNvPr id="32" name="Group 31">
              <a:extLst>
                <a:ext uri="{FF2B5EF4-FFF2-40B4-BE49-F238E27FC236}">
                  <a16:creationId xmlns:a16="http://schemas.microsoft.com/office/drawing/2014/main" id="{B302B975-09E8-0311-8D49-6DB57B174149}"/>
                </a:ext>
              </a:extLst>
            </p:cNvPr>
            <p:cNvGrpSpPr/>
            <p:nvPr/>
          </p:nvGrpSpPr>
          <p:grpSpPr>
            <a:xfrm>
              <a:off x="7543240" y="4536965"/>
              <a:ext cx="628907" cy="628907"/>
              <a:chOff x="2867802" y="3950805"/>
              <a:chExt cx="628907" cy="628907"/>
            </a:xfrm>
          </p:grpSpPr>
          <p:sp>
            <p:nvSpPr>
              <p:cNvPr id="33" name="Oval 32">
                <a:extLst>
                  <a:ext uri="{FF2B5EF4-FFF2-40B4-BE49-F238E27FC236}">
                    <a16:creationId xmlns:a16="http://schemas.microsoft.com/office/drawing/2014/main" id="{3519DE74-2D09-5752-2EE7-B3EA57928A0F}"/>
                  </a:ext>
                </a:extLst>
              </p:cNvPr>
              <p:cNvSpPr/>
              <p:nvPr/>
            </p:nvSpPr>
            <p:spPr>
              <a:xfrm>
                <a:off x="2867802" y="3950805"/>
                <a:ext cx="628907" cy="628907"/>
              </a:xfrm>
              <a:prstGeom prst="ellipse">
                <a:avLst/>
              </a:prstGeom>
              <a:solidFill>
                <a:schemeClr val="bg1"/>
              </a:solidFill>
              <a:ln w="28575"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>
                      <a:lumMod val="65000"/>
                    </a:prstClr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0F423228-29F8-76F0-1950-41F2C9D55C6C}"/>
                  </a:ext>
                </a:extLst>
              </p:cNvPr>
              <p:cNvSpPr txBox="1"/>
              <p:nvPr/>
            </p:nvSpPr>
            <p:spPr>
              <a:xfrm>
                <a:off x="2949594" y="4126758"/>
                <a:ext cx="465322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2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white">
                        <a:lumMod val="75000"/>
                      </a:prstClr>
                    </a:solidFill>
                    <a:effectLst/>
                    <a:uLnTx/>
                    <a:uFillTx/>
                    <a:latin typeface="Aptos" panose="020B0004020202020204" pitchFamily="34" charset="0"/>
                    <a:ea typeface="+mn-ea"/>
                    <a:cs typeface="Arial" panose="020B0604020202020204" pitchFamily="34" charset="0"/>
                  </a:rPr>
                  <a:t>RTH</a:t>
                </a:r>
              </a:p>
            </p:txBody>
          </p:sp>
        </p:grpSp>
        <p:cxnSp>
          <p:nvCxnSpPr>
            <p:cNvPr id="35" name="Straight Arrow Connector 34">
              <a:extLst>
                <a:ext uri="{FF2B5EF4-FFF2-40B4-BE49-F238E27FC236}">
                  <a16:creationId xmlns:a16="http://schemas.microsoft.com/office/drawing/2014/main" id="{8A9EBB67-013B-EA4F-9CAC-C523F1DD4C8E}"/>
                </a:ext>
              </a:extLst>
            </p:cNvPr>
            <p:cNvCxnSpPr>
              <a:cxnSpLocks/>
            </p:cNvCxnSpPr>
            <p:nvPr/>
          </p:nvCxnSpPr>
          <p:spPr>
            <a:xfrm>
              <a:off x="4975127" y="4870482"/>
              <a:ext cx="1508258" cy="709621"/>
            </a:xfrm>
            <a:prstGeom prst="straightConnector1">
              <a:avLst/>
            </a:prstGeom>
            <a:ln>
              <a:solidFill>
                <a:schemeClr val="bg1">
                  <a:lumMod val="85000"/>
                </a:schemeClr>
              </a:solidFill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Arrow Connector 35">
              <a:extLst>
                <a:ext uri="{FF2B5EF4-FFF2-40B4-BE49-F238E27FC236}">
                  <a16:creationId xmlns:a16="http://schemas.microsoft.com/office/drawing/2014/main" id="{465BE335-CAB4-A40B-5F8D-5DC55D9C3E9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948850" y="3983610"/>
              <a:ext cx="1143095" cy="575843"/>
            </a:xfrm>
            <a:prstGeom prst="straightConnector1">
              <a:avLst/>
            </a:prstGeom>
            <a:ln>
              <a:solidFill>
                <a:schemeClr val="bg1">
                  <a:lumMod val="85000"/>
                </a:schemeClr>
              </a:solidFill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Arrow Connector 36">
              <a:extLst>
                <a:ext uri="{FF2B5EF4-FFF2-40B4-BE49-F238E27FC236}">
                  <a16:creationId xmlns:a16="http://schemas.microsoft.com/office/drawing/2014/main" id="{954AC29F-7C0C-963B-75AC-433BFF04882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123124" y="5120144"/>
              <a:ext cx="428025" cy="331605"/>
            </a:xfrm>
            <a:prstGeom prst="straightConnector1">
              <a:avLst/>
            </a:prstGeom>
            <a:ln>
              <a:solidFill>
                <a:schemeClr val="bg1">
                  <a:lumMod val="85000"/>
                </a:schemeClr>
              </a:solidFill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Arrow Connector 37">
              <a:extLst>
                <a:ext uri="{FF2B5EF4-FFF2-40B4-BE49-F238E27FC236}">
                  <a16:creationId xmlns:a16="http://schemas.microsoft.com/office/drawing/2014/main" id="{4E6EC648-F56F-CB1C-ECEA-DB90BEF0D33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172147" y="4092067"/>
              <a:ext cx="1121028" cy="549041"/>
            </a:xfrm>
            <a:prstGeom prst="straightConnector1">
              <a:avLst/>
            </a:prstGeom>
            <a:ln>
              <a:solidFill>
                <a:schemeClr val="bg1">
                  <a:lumMod val="85000"/>
                </a:schemeClr>
              </a:solidFill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Arrow Connector 38">
              <a:extLst>
                <a:ext uri="{FF2B5EF4-FFF2-40B4-BE49-F238E27FC236}">
                  <a16:creationId xmlns:a16="http://schemas.microsoft.com/office/drawing/2014/main" id="{5EBB4E40-E1DA-3369-8925-2E488A92926E}"/>
                </a:ext>
              </a:extLst>
            </p:cNvPr>
            <p:cNvCxnSpPr>
              <a:cxnSpLocks/>
            </p:cNvCxnSpPr>
            <p:nvPr/>
          </p:nvCxnSpPr>
          <p:spPr>
            <a:xfrm>
              <a:off x="8191197" y="5026609"/>
              <a:ext cx="652171" cy="305691"/>
            </a:xfrm>
            <a:prstGeom prst="straightConnector1">
              <a:avLst/>
            </a:prstGeom>
            <a:ln>
              <a:solidFill>
                <a:schemeClr val="bg1">
                  <a:lumMod val="85000"/>
                </a:schemeClr>
              </a:solidFill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Arrow Connector 41">
              <a:extLst>
                <a:ext uri="{FF2B5EF4-FFF2-40B4-BE49-F238E27FC236}">
                  <a16:creationId xmlns:a16="http://schemas.microsoft.com/office/drawing/2014/main" id="{DACDD78D-9E42-6291-2AD8-F9ECE58EED4C}"/>
                </a:ext>
              </a:extLst>
            </p:cNvPr>
            <p:cNvCxnSpPr>
              <a:cxnSpLocks/>
            </p:cNvCxnSpPr>
            <p:nvPr/>
          </p:nvCxnSpPr>
          <p:spPr>
            <a:xfrm>
              <a:off x="9538950" y="5570578"/>
              <a:ext cx="981544" cy="276999"/>
            </a:xfrm>
            <a:prstGeom prst="straightConnector1">
              <a:avLst/>
            </a:prstGeom>
            <a:ln>
              <a:solidFill>
                <a:schemeClr val="bg1">
                  <a:lumMod val="85000"/>
                </a:schemeClr>
              </a:solidFill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02" name="Group 201">
              <a:extLst>
                <a:ext uri="{FF2B5EF4-FFF2-40B4-BE49-F238E27FC236}">
                  <a16:creationId xmlns:a16="http://schemas.microsoft.com/office/drawing/2014/main" id="{D70E318D-C22C-4F1B-6DD4-9F29E0D168C1}"/>
                </a:ext>
              </a:extLst>
            </p:cNvPr>
            <p:cNvGrpSpPr/>
            <p:nvPr/>
          </p:nvGrpSpPr>
          <p:grpSpPr>
            <a:xfrm>
              <a:off x="10510969" y="5552173"/>
              <a:ext cx="751592" cy="628907"/>
              <a:chOff x="10510969" y="5552173"/>
              <a:chExt cx="751592" cy="628907"/>
            </a:xfrm>
          </p:grpSpPr>
          <p:sp>
            <p:nvSpPr>
              <p:cNvPr id="40" name="Rectangle: Rounded Corners 39">
                <a:extLst>
                  <a:ext uri="{FF2B5EF4-FFF2-40B4-BE49-F238E27FC236}">
                    <a16:creationId xmlns:a16="http://schemas.microsoft.com/office/drawing/2014/main" id="{AD8AFF07-FE6D-B22B-887D-DE9256DFC461}"/>
                  </a:ext>
                </a:extLst>
              </p:cNvPr>
              <p:cNvSpPr/>
              <p:nvPr/>
            </p:nvSpPr>
            <p:spPr>
              <a:xfrm>
                <a:off x="10572312" y="5552173"/>
                <a:ext cx="628907" cy="628907"/>
              </a:xfrm>
              <a:prstGeom prst="roundRect">
                <a:avLst>
                  <a:gd name="adj" fmla="val 8678"/>
                </a:avLst>
              </a:prstGeom>
              <a:solidFill>
                <a:schemeClr val="bg1"/>
              </a:solidFill>
              <a:ln w="28575"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11FFC908-6084-785C-7DC8-FB79DDAF4701}"/>
                  </a:ext>
                </a:extLst>
              </p:cNvPr>
              <p:cNvSpPr txBox="1"/>
              <p:nvPr/>
            </p:nvSpPr>
            <p:spPr>
              <a:xfrm>
                <a:off x="10510969" y="5728127"/>
                <a:ext cx="751592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2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white">
                        <a:lumMod val="75000"/>
                      </a:prstClr>
                    </a:solidFill>
                    <a:effectLst/>
                    <a:uLnTx/>
                    <a:uFillTx/>
                    <a:latin typeface="Aptos" panose="020B0004020202020204" pitchFamily="34" charset="0"/>
                    <a:ea typeface="+mn-ea"/>
                    <a:cs typeface="Arial" panose="020B0604020202020204" pitchFamily="34" charset="0"/>
                  </a:rPr>
                  <a:t>WDQMS</a:t>
                </a:r>
              </a:p>
            </p:txBody>
          </p:sp>
        </p:grpSp>
      </p:grpSp>
      <p:grpSp>
        <p:nvGrpSpPr>
          <p:cNvPr id="209" name="Group 208">
            <a:extLst>
              <a:ext uri="{FF2B5EF4-FFF2-40B4-BE49-F238E27FC236}">
                <a16:creationId xmlns:a16="http://schemas.microsoft.com/office/drawing/2014/main" id="{A704804F-E571-1C06-DB2F-5709760FB9AF}"/>
              </a:ext>
            </a:extLst>
          </p:cNvPr>
          <p:cNvGrpSpPr/>
          <p:nvPr/>
        </p:nvGrpSpPr>
        <p:grpSpPr>
          <a:xfrm>
            <a:off x="1430655" y="808440"/>
            <a:ext cx="2456202" cy="855395"/>
            <a:chOff x="1430655" y="770340"/>
            <a:chExt cx="2456202" cy="855395"/>
          </a:xfrm>
        </p:grpSpPr>
        <p:grpSp>
          <p:nvGrpSpPr>
            <p:cNvPr id="49" name="Group 48">
              <a:extLst>
                <a:ext uri="{FF2B5EF4-FFF2-40B4-BE49-F238E27FC236}">
                  <a16:creationId xmlns:a16="http://schemas.microsoft.com/office/drawing/2014/main" id="{CF942B88-AA1D-7E94-CF38-F0412A691A2F}"/>
                </a:ext>
              </a:extLst>
            </p:cNvPr>
            <p:cNvGrpSpPr/>
            <p:nvPr/>
          </p:nvGrpSpPr>
          <p:grpSpPr>
            <a:xfrm>
              <a:off x="1430655" y="770340"/>
              <a:ext cx="612283" cy="855395"/>
              <a:chOff x="2425679" y="690821"/>
              <a:chExt cx="612283" cy="855395"/>
            </a:xfrm>
          </p:grpSpPr>
          <p:pic>
            <p:nvPicPr>
              <p:cNvPr id="43" name="Picture 42">
                <a:extLst>
                  <a:ext uri="{FF2B5EF4-FFF2-40B4-BE49-F238E27FC236}">
                    <a16:creationId xmlns:a16="http://schemas.microsoft.com/office/drawing/2014/main" id="{8D4059DB-E362-5595-232A-9ACD8A1D4B8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2425679" y="690821"/>
                <a:ext cx="612283" cy="855395"/>
              </a:xfrm>
              <a:prstGeom prst="rect">
                <a:avLst/>
              </a:prstGeom>
            </p:spPr>
          </p:pic>
          <p:sp>
            <p:nvSpPr>
              <p:cNvPr id="45" name="Rectangle 44">
                <a:extLst>
                  <a:ext uri="{FF2B5EF4-FFF2-40B4-BE49-F238E27FC236}">
                    <a16:creationId xmlns:a16="http://schemas.microsoft.com/office/drawing/2014/main" id="{5101B48D-642F-3674-9C1D-825877CF7007}"/>
                  </a:ext>
                </a:extLst>
              </p:cNvPr>
              <p:cNvSpPr/>
              <p:nvPr/>
            </p:nvSpPr>
            <p:spPr>
              <a:xfrm>
                <a:off x="2631993" y="1000455"/>
                <a:ext cx="169804" cy="169804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A</a:t>
                </a:r>
              </a:p>
            </p:txBody>
          </p:sp>
        </p:grpSp>
        <p:grpSp>
          <p:nvGrpSpPr>
            <p:cNvPr id="50" name="Group 49">
              <a:extLst>
                <a:ext uri="{FF2B5EF4-FFF2-40B4-BE49-F238E27FC236}">
                  <a16:creationId xmlns:a16="http://schemas.microsoft.com/office/drawing/2014/main" id="{E6CB5370-6CDF-786A-6BDE-43B7CE3041BA}"/>
                </a:ext>
              </a:extLst>
            </p:cNvPr>
            <p:cNvGrpSpPr/>
            <p:nvPr/>
          </p:nvGrpSpPr>
          <p:grpSpPr>
            <a:xfrm>
              <a:off x="2045295" y="770340"/>
              <a:ext cx="612283" cy="855395"/>
              <a:chOff x="2425679" y="690821"/>
              <a:chExt cx="612283" cy="855395"/>
            </a:xfrm>
          </p:grpSpPr>
          <p:pic>
            <p:nvPicPr>
              <p:cNvPr id="57" name="Picture 56">
                <a:extLst>
                  <a:ext uri="{FF2B5EF4-FFF2-40B4-BE49-F238E27FC236}">
                    <a16:creationId xmlns:a16="http://schemas.microsoft.com/office/drawing/2014/main" id="{B73DFDB0-37BC-E8DA-692E-1F5C9063564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2425679" y="690821"/>
                <a:ext cx="612283" cy="855395"/>
              </a:xfrm>
              <a:prstGeom prst="rect">
                <a:avLst/>
              </a:prstGeom>
            </p:spPr>
          </p:pic>
          <p:sp>
            <p:nvSpPr>
              <p:cNvPr id="59" name="Rectangle 58">
                <a:extLst>
                  <a:ext uri="{FF2B5EF4-FFF2-40B4-BE49-F238E27FC236}">
                    <a16:creationId xmlns:a16="http://schemas.microsoft.com/office/drawing/2014/main" id="{222C1803-99F5-1BC0-4871-845D0BCF2D6B}"/>
                  </a:ext>
                </a:extLst>
              </p:cNvPr>
              <p:cNvSpPr/>
              <p:nvPr/>
            </p:nvSpPr>
            <p:spPr>
              <a:xfrm>
                <a:off x="2631993" y="1000455"/>
                <a:ext cx="169804" cy="169804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B</a:t>
                </a:r>
              </a:p>
            </p:txBody>
          </p:sp>
        </p:grpSp>
        <p:grpSp>
          <p:nvGrpSpPr>
            <p:cNvPr id="60" name="Group 59">
              <a:extLst>
                <a:ext uri="{FF2B5EF4-FFF2-40B4-BE49-F238E27FC236}">
                  <a16:creationId xmlns:a16="http://schemas.microsoft.com/office/drawing/2014/main" id="{94EADD59-53AB-9647-9CBA-74AC1ED8A953}"/>
                </a:ext>
              </a:extLst>
            </p:cNvPr>
            <p:cNvGrpSpPr/>
            <p:nvPr/>
          </p:nvGrpSpPr>
          <p:grpSpPr>
            <a:xfrm>
              <a:off x="2659935" y="770340"/>
              <a:ext cx="612283" cy="855395"/>
              <a:chOff x="2425679" y="690821"/>
              <a:chExt cx="612283" cy="855395"/>
            </a:xfrm>
          </p:grpSpPr>
          <p:pic>
            <p:nvPicPr>
              <p:cNvPr id="63" name="Picture 62">
                <a:extLst>
                  <a:ext uri="{FF2B5EF4-FFF2-40B4-BE49-F238E27FC236}">
                    <a16:creationId xmlns:a16="http://schemas.microsoft.com/office/drawing/2014/main" id="{03F3FA37-5ECA-7AE6-286A-73A8FB6F0D3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2425679" y="690821"/>
                <a:ext cx="612283" cy="855395"/>
              </a:xfrm>
              <a:prstGeom prst="rect">
                <a:avLst/>
              </a:prstGeom>
            </p:spPr>
          </p:pic>
          <p:sp>
            <p:nvSpPr>
              <p:cNvPr id="192" name="Rectangle 191">
                <a:extLst>
                  <a:ext uri="{FF2B5EF4-FFF2-40B4-BE49-F238E27FC236}">
                    <a16:creationId xmlns:a16="http://schemas.microsoft.com/office/drawing/2014/main" id="{6180298D-691A-CCFD-B46C-CD485C1EB75D}"/>
                  </a:ext>
                </a:extLst>
              </p:cNvPr>
              <p:cNvSpPr/>
              <p:nvPr/>
            </p:nvSpPr>
            <p:spPr>
              <a:xfrm>
                <a:off x="2631993" y="1000455"/>
                <a:ext cx="169804" cy="169804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C</a:t>
                </a:r>
              </a:p>
            </p:txBody>
          </p:sp>
        </p:grpSp>
        <p:grpSp>
          <p:nvGrpSpPr>
            <p:cNvPr id="193" name="Group 192">
              <a:extLst>
                <a:ext uri="{FF2B5EF4-FFF2-40B4-BE49-F238E27FC236}">
                  <a16:creationId xmlns:a16="http://schemas.microsoft.com/office/drawing/2014/main" id="{879F78D7-E3FE-1ABF-EE0D-D198470A3664}"/>
                </a:ext>
              </a:extLst>
            </p:cNvPr>
            <p:cNvGrpSpPr/>
            <p:nvPr/>
          </p:nvGrpSpPr>
          <p:grpSpPr>
            <a:xfrm>
              <a:off x="3274574" y="770340"/>
              <a:ext cx="612283" cy="855395"/>
              <a:chOff x="2425679" y="690821"/>
              <a:chExt cx="612283" cy="855395"/>
            </a:xfrm>
          </p:grpSpPr>
          <p:pic>
            <p:nvPicPr>
              <p:cNvPr id="194" name="Picture 193">
                <a:extLst>
                  <a:ext uri="{FF2B5EF4-FFF2-40B4-BE49-F238E27FC236}">
                    <a16:creationId xmlns:a16="http://schemas.microsoft.com/office/drawing/2014/main" id="{3090CA98-5FC5-B40D-227D-8655469B003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2425679" y="690821"/>
                <a:ext cx="612283" cy="855395"/>
              </a:xfrm>
              <a:prstGeom prst="rect">
                <a:avLst/>
              </a:prstGeom>
            </p:spPr>
          </p:pic>
          <p:sp>
            <p:nvSpPr>
              <p:cNvPr id="201" name="Rectangle 200">
                <a:extLst>
                  <a:ext uri="{FF2B5EF4-FFF2-40B4-BE49-F238E27FC236}">
                    <a16:creationId xmlns:a16="http://schemas.microsoft.com/office/drawing/2014/main" id="{0BCE820B-77A0-6B94-F79B-40E4087B901C}"/>
                  </a:ext>
                </a:extLst>
              </p:cNvPr>
              <p:cNvSpPr/>
              <p:nvPr/>
            </p:nvSpPr>
            <p:spPr>
              <a:xfrm>
                <a:off x="2631993" y="1000455"/>
                <a:ext cx="169804" cy="169804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D</a:t>
                </a:r>
              </a:p>
            </p:txBody>
          </p:sp>
        </p:grpSp>
      </p:grpSp>
      <p:grpSp>
        <p:nvGrpSpPr>
          <p:cNvPr id="214" name="Group 213">
            <a:extLst>
              <a:ext uri="{FF2B5EF4-FFF2-40B4-BE49-F238E27FC236}">
                <a16:creationId xmlns:a16="http://schemas.microsoft.com/office/drawing/2014/main" id="{00E02C9B-C3F6-98FC-7EE8-02681898AA35}"/>
              </a:ext>
            </a:extLst>
          </p:cNvPr>
          <p:cNvGrpSpPr/>
          <p:nvPr/>
        </p:nvGrpSpPr>
        <p:grpSpPr>
          <a:xfrm>
            <a:off x="2963924" y="2367446"/>
            <a:ext cx="716753" cy="326665"/>
            <a:chOff x="2963924" y="2367446"/>
            <a:chExt cx="716753" cy="326665"/>
          </a:xfrm>
        </p:grpSpPr>
        <p:grpSp>
          <p:nvGrpSpPr>
            <p:cNvPr id="210" name="Group 209">
              <a:extLst>
                <a:ext uri="{FF2B5EF4-FFF2-40B4-BE49-F238E27FC236}">
                  <a16:creationId xmlns:a16="http://schemas.microsoft.com/office/drawing/2014/main" id="{A8DFB52D-CD1E-9AD2-48FF-8C4B5549B769}"/>
                </a:ext>
              </a:extLst>
            </p:cNvPr>
            <p:cNvGrpSpPr/>
            <p:nvPr/>
          </p:nvGrpSpPr>
          <p:grpSpPr>
            <a:xfrm>
              <a:off x="2963924" y="2367446"/>
              <a:ext cx="534458" cy="127000"/>
              <a:chOff x="2963178" y="2725764"/>
              <a:chExt cx="534458" cy="127000"/>
            </a:xfrm>
          </p:grpSpPr>
          <p:cxnSp>
            <p:nvCxnSpPr>
              <p:cNvPr id="211" name="Straight Connector 210">
                <a:extLst>
                  <a:ext uri="{FF2B5EF4-FFF2-40B4-BE49-F238E27FC236}">
                    <a16:creationId xmlns:a16="http://schemas.microsoft.com/office/drawing/2014/main" id="{1BF709F8-B939-D7F8-4257-DCECFDF7CC3B}"/>
                  </a:ext>
                </a:extLst>
              </p:cNvPr>
              <p:cNvCxnSpPr/>
              <p:nvPr/>
            </p:nvCxnSpPr>
            <p:spPr>
              <a:xfrm flipV="1">
                <a:off x="2963178" y="2789264"/>
                <a:ext cx="400050" cy="1"/>
              </a:xfrm>
              <a:prstGeom prst="line">
                <a:avLst/>
              </a:prstGeom>
              <a:noFill/>
              <a:ln w="19050" cap="flat" cmpd="sng" algn="ctr">
                <a:solidFill>
                  <a:schemeClr val="accent2">
                    <a:lumMod val="75000"/>
                  </a:schemeClr>
                </a:solidFill>
                <a:prstDash val="solid"/>
                <a:miter lim="800000"/>
              </a:ln>
              <a:effectLst/>
            </p:spPr>
          </p:cxnSp>
          <p:sp>
            <p:nvSpPr>
              <p:cNvPr id="212" name="Oval 211">
                <a:extLst>
                  <a:ext uri="{FF2B5EF4-FFF2-40B4-BE49-F238E27FC236}">
                    <a16:creationId xmlns:a16="http://schemas.microsoft.com/office/drawing/2014/main" id="{E50C4345-0D4B-766C-2A3A-5D951B0005B8}"/>
                  </a:ext>
                </a:extLst>
              </p:cNvPr>
              <p:cNvSpPr/>
              <p:nvPr/>
            </p:nvSpPr>
            <p:spPr>
              <a:xfrm>
                <a:off x="3370636" y="2725764"/>
                <a:ext cx="127000" cy="127000"/>
              </a:xfrm>
              <a:prstGeom prst="ellipse">
                <a:avLst/>
              </a:prstGeom>
              <a:solidFill>
                <a:sysClr val="window" lastClr="FFFFFF"/>
              </a:solidFill>
              <a:ln w="19050" cap="flat" cmpd="sng" algn="ctr">
                <a:solidFill>
                  <a:schemeClr val="accent2">
                    <a:lumMod val="75000"/>
                  </a:schemeClr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sp>
          <p:nvSpPr>
            <p:cNvPr id="213" name="TextBox 212">
              <a:extLst>
                <a:ext uri="{FF2B5EF4-FFF2-40B4-BE49-F238E27FC236}">
                  <a16:creationId xmlns:a16="http://schemas.microsoft.com/office/drawing/2014/main" id="{96FDA190-D9A5-8C3A-5268-BD9490132493}"/>
                </a:ext>
              </a:extLst>
            </p:cNvPr>
            <p:cNvSpPr txBox="1"/>
            <p:nvPr/>
          </p:nvSpPr>
          <p:spPr>
            <a:xfrm>
              <a:off x="3194968" y="2440195"/>
              <a:ext cx="485709" cy="2539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50" b="0" i="0" u="none" strike="noStrike" kern="0" cap="none" spc="0" normalizeH="0" baseline="0" noProof="0" dirty="0">
                  <a:ln>
                    <a:noFill/>
                  </a:ln>
                  <a:solidFill>
                    <a:srgbClr val="E97132">
                      <a:lumMod val="75000"/>
                    </a:srgbClr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https</a:t>
              </a:r>
              <a:endParaRPr kumimoji="0" lang="en-GB" sz="1200" b="0" i="0" u="none" strike="noStrike" kern="0" cap="none" spc="0" normalizeH="0" baseline="0" noProof="0" dirty="0">
                <a:ln>
                  <a:noFill/>
                </a:ln>
                <a:solidFill>
                  <a:srgbClr val="E97132">
                    <a:lumMod val="75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pic>
        <p:nvPicPr>
          <p:cNvPr id="47" name="Picture 46">
            <a:extLst>
              <a:ext uri="{FF2B5EF4-FFF2-40B4-BE49-F238E27FC236}">
                <a16:creationId xmlns:a16="http://schemas.microsoft.com/office/drawing/2014/main" id="{808148BA-EDB5-556A-6E9E-1387E0AFD5E1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504409" y="107790"/>
            <a:ext cx="444034" cy="620341"/>
          </a:xfrm>
          <a:prstGeom prst="rect">
            <a:avLst/>
          </a:prstGeom>
        </p:spPr>
      </p:pic>
      <p:pic>
        <p:nvPicPr>
          <p:cNvPr id="205" name="Picture 204">
            <a:extLst>
              <a:ext uri="{FF2B5EF4-FFF2-40B4-BE49-F238E27FC236}">
                <a16:creationId xmlns:a16="http://schemas.microsoft.com/office/drawing/2014/main" id="{B904762B-D337-ABC2-C96E-27435C3F0D7C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122688" y="107539"/>
            <a:ext cx="444034" cy="620341"/>
          </a:xfrm>
          <a:prstGeom prst="rect">
            <a:avLst/>
          </a:prstGeom>
        </p:spPr>
      </p:pic>
      <p:pic>
        <p:nvPicPr>
          <p:cNvPr id="206" name="Picture 205">
            <a:extLst>
              <a:ext uri="{FF2B5EF4-FFF2-40B4-BE49-F238E27FC236}">
                <a16:creationId xmlns:a16="http://schemas.microsoft.com/office/drawing/2014/main" id="{E053CEF5-E228-9D96-4229-A3CDC4929C06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738968" y="107539"/>
            <a:ext cx="444034" cy="620341"/>
          </a:xfrm>
          <a:prstGeom prst="rect">
            <a:avLst/>
          </a:prstGeom>
        </p:spPr>
      </p:pic>
      <p:pic>
        <p:nvPicPr>
          <p:cNvPr id="207" name="Picture 206">
            <a:extLst>
              <a:ext uri="{FF2B5EF4-FFF2-40B4-BE49-F238E27FC236}">
                <a16:creationId xmlns:a16="http://schemas.microsoft.com/office/drawing/2014/main" id="{54623275-E25B-8F5F-39F3-26D61A77DE88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353933" y="108876"/>
            <a:ext cx="444034" cy="620341"/>
          </a:xfrm>
          <a:prstGeom prst="rect">
            <a:avLst/>
          </a:prstGeom>
        </p:spPr>
      </p:pic>
      <p:grpSp>
        <p:nvGrpSpPr>
          <p:cNvPr id="228" name="Group 227">
            <a:extLst>
              <a:ext uri="{FF2B5EF4-FFF2-40B4-BE49-F238E27FC236}">
                <a16:creationId xmlns:a16="http://schemas.microsoft.com/office/drawing/2014/main" id="{F62DD053-C146-A597-21E5-0473EB402118}"/>
              </a:ext>
            </a:extLst>
          </p:cNvPr>
          <p:cNvGrpSpPr/>
          <p:nvPr/>
        </p:nvGrpSpPr>
        <p:grpSpPr>
          <a:xfrm>
            <a:off x="2963178" y="2725764"/>
            <a:ext cx="786853" cy="316693"/>
            <a:chOff x="2963178" y="2725764"/>
            <a:chExt cx="786853" cy="316693"/>
          </a:xfrm>
        </p:grpSpPr>
        <p:grpSp>
          <p:nvGrpSpPr>
            <p:cNvPr id="220" name="Group 219">
              <a:extLst>
                <a:ext uri="{FF2B5EF4-FFF2-40B4-BE49-F238E27FC236}">
                  <a16:creationId xmlns:a16="http://schemas.microsoft.com/office/drawing/2014/main" id="{F1DBE979-4D4F-30A9-D0B1-3C674CE7A4C2}"/>
                </a:ext>
              </a:extLst>
            </p:cNvPr>
            <p:cNvGrpSpPr/>
            <p:nvPr/>
          </p:nvGrpSpPr>
          <p:grpSpPr>
            <a:xfrm>
              <a:off x="2963178" y="2725764"/>
              <a:ext cx="534458" cy="127000"/>
              <a:chOff x="2963178" y="2725764"/>
              <a:chExt cx="534458" cy="127000"/>
            </a:xfrm>
          </p:grpSpPr>
          <p:cxnSp>
            <p:nvCxnSpPr>
              <p:cNvPr id="221" name="Straight Connector 220">
                <a:extLst>
                  <a:ext uri="{FF2B5EF4-FFF2-40B4-BE49-F238E27FC236}">
                    <a16:creationId xmlns:a16="http://schemas.microsoft.com/office/drawing/2014/main" id="{79116465-634B-43B0-D506-E6008CC39496}"/>
                  </a:ext>
                </a:extLst>
              </p:cNvPr>
              <p:cNvCxnSpPr/>
              <p:nvPr/>
            </p:nvCxnSpPr>
            <p:spPr>
              <a:xfrm flipV="1">
                <a:off x="2963178" y="2789264"/>
                <a:ext cx="400050" cy="1"/>
              </a:xfrm>
              <a:prstGeom prst="line">
                <a:avLst/>
              </a:prstGeom>
              <a:noFill/>
              <a:ln w="19050" cap="flat" cmpd="sng" algn="ctr">
                <a:solidFill>
                  <a:schemeClr val="accent6">
                    <a:lumMod val="75000"/>
                  </a:schemeClr>
                </a:solidFill>
                <a:prstDash val="solid"/>
                <a:miter lim="800000"/>
              </a:ln>
              <a:effectLst/>
            </p:spPr>
          </p:cxnSp>
          <p:sp>
            <p:nvSpPr>
              <p:cNvPr id="226" name="Oval 225">
                <a:extLst>
                  <a:ext uri="{FF2B5EF4-FFF2-40B4-BE49-F238E27FC236}">
                    <a16:creationId xmlns:a16="http://schemas.microsoft.com/office/drawing/2014/main" id="{05EFF6E4-7249-1578-0EDD-26B7B2D8236F}"/>
                  </a:ext>
                </a:extLst>
              </p:cNvPr>
              <p:cNvSpPr/>
              <p:nvPr/>
            </p:nvSpPr>
            <p:spPr>
              <a:xfrm>
                <a:off x="3370636" y="2725764"/>
                <a:ext cx="127000" cy="127000"/>
              </a:xfrm>
              <a:prstGeom prst="ellipse">
                <a:avLst/>
              </a:prstGeom>
              <a:solidFill>
                <a:sysClr val="window" lastClr="FFFFFF"/>
              </a:solidFill>
              <a:ln w="19050" cap="flat" cmpd="sng" algn="ctr">
                <a:solidFill>
                  <a:schemeClr val="accent6">
                    <a:lumMod val="75000"/>
                  </a:schemeClr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sp>
          <p:nvSpPr>
            <p:cNvPr id="227" name="TextBox 226">
              <a:extLst>
                <a:ext uri="{FF2B5EF4-FFF2-40B4-BE49-F238E27FC236}">
                  <a16:creationId xmlns:a16="http://schemas.microsoft.com/office/drawing/2014/main" id="{BB9465E6-A8EC-145D-7771-D9EC2122F44B}"/>
                </a:ext>
              </a:extLst>
            </p:cNvPr>
            <p:cNvSpPr txBox="1"/>
            <p:nvPr/>
          </p:nvSpPr>
          <p:spPr>
            <a:xfrm>
              <a:off x="3118241" y="2788541"/>
              <a:ext cx="631790" cy="2539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50" b="0" i="0" u="none" strike="noStrike" kern="0" cap="none" spc="0" normalizeH="0" baseline="0" noProof="0" dirty="0" err="1">
                  <a:ln>
                    <a:noFill/>
                  </a:ln>
                  <a:solidFill>
                    <a:srgbClr val="4EA72E">
                      <a:lumMod val="75000"/>
                    </a:srgbClr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mqtts</a:t>
              </a:r>
              <a:endParaRPr kumimoji="0" lang="en-GB" sz="1200" b="0" i="0" u="none" strike="noStrike" kern="0" cap="none" spc="0" normalizeH="0" baseline="0" noProof="0" dirty="0">
                <a:ln>
                  <a:noFill/>
                </a:ln>
                <a:solidFill>
                  <a:srgbClr val="4EA72E">
                    <a:lumMod val="75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46" name="Group 45">
            <a:extLst>
              <a:ext uri="{FF2B5EF4-FFF2-40B4-BE49-F238E27FC236}">
                <a16:creationId xmlns:a16="http://schemas.microsoft.com/office/drawing/2014/main" id="{F9635731-16B4-A74B-DF01-BA1DBDE6F674}"/>
              </a:ext>
            </a:extLst>
          </p:cNvPr>
          <p:cNvGrpSpPr/>
          <p:nvPr/>
        </p:nvGrpSpPr>
        <p:grpSpPr>
          <a:xfrm>
            <a:off x="4057134" y="213360"/>
            <a:ext cx="7824001" cy="3983167"/>
            <a:chOff x="4057134" y="538480"/>
            <a:chExt cx="7824001" cy="3849591"/>
          </a:xfrm>
        </p:grpSpPr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CD040AD9-1442-D458-1B71-07BDE3C0A3CE}"/>
                </a:ext>
              </a:extLst>
            </p:cNvPr>
            <p:cNvSpPr/>
            <p:nvPr/>
          </p:nvSpPr>
          <p:spPr>
            <a:xfrm>
              <a:off x="4063271" y="538480"/>
              <a:ext cx="7809616" cy="3849591"/>
            </a:xfrm>
            <a:prstGeom prst="rect">
              <a:avLst/>
            </a:prstGeom>
            <a:solidFill>
              <a:srgbClr val="FFFFFF"/>
            </a:solidFill>
            <a:ln>
              <a:solidFill>
                <a:srgbClr val="3963DA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41332836-796E-BF40-C6B1-28382FEFB6E7}"/>
                </a:ext>
              </a:extLst>
            </p:cNvPr>
            <p:cNvSpPr txBox="1"/>
            <p:nvPr/>
          </p:nvSpPr>
          <p:spPr>
            <a:xfrm>
              <a:off x="4067337" y="559594"/>
              <a:ext cx="780554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Example WNM for observation report from Rotterdam The Hague (NL) </a:t>
              </a:r>
            </a:p>
          </p:txBody>
        </p:sp>
        <p:pic>
          <p:nvPicPr>
            <p:cNvPr id="21" name="Picture 20">
              <a:extLst>
                <a:ext uri="{FF2B5EF4-FFF2-40B4-BE49-F238E27FC236}">
                  <a16:creationId xmlns:a16="http://schemas.microsoft.com/office/drawing/2014/main" id="{DE6735CF-0F32-927A-4738-9D9A620F0A5A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11033564" y="642542"/>
              <a:ext cx="335309" cy="225572"/>
            </a:xfrm>
            <a:prstGeom prst="rect">
              <a:avLst/>
            </a:prstGeom>
          </p:spPr>
        </p:pic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57CB01CC-2691-8970-B02F-D891D75B48AF}"/>
                </a:ext>
              </a:extLst>
            </p:cNvPr>
            <p:cNvCxnSpPr/>
            <p:nvPr/>
          </p:nvCxnSpPr>
          <p:spPr>
            <a:xfrm>
              <a:off x="4057134" y="920893"/>
              <a:ext cx="7824001" cy="0"/>
            </a:xfrm>
            <a:prstGeom prst="line">
              <a:avLst/>
            </a:prstGeom>
            <a:ln>
              <a:solidFill>
                <a:srgbClr val="3963DA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8" name="Picture 17">
            <a:extLst>
              <a:ext uri="{FF2B5EF4-FFF2-40B4-BE49-F238E27FC236}">
                <a16:creationId xmlns:a16="http://schemas.microsoft.com/office/drawing/2014/main" id="{283A6F6E-1517-B528-323D-9F8BC24B8CC2}"/>
              </a:ext>
            </a:extLst>
          </p:cNvPr>
          <p:cNvPicPr>
            <a:picLocks noChangeAspect="1"/>
          </p:cNvPicPr>
          <p:nvPr/>
        </p:nvPicPr>
        <p:blipFill>
          <a:blip r:embed="rId10"/>
          <a:srcRect r="1025"/>
          <a:stretch/>
        </p:blipFill>
        <p:spPr>
          <a:xfrm>
            <a:off x="4075306" y="646420"/>
            <a:ext cx="7720088" cy="3530419"/>
          </a:xfrm>
          <a:prstGeom prst="rect">
            <a:avLst/>
          </a:prstGeom>
        </p:spPr>
      </p:pic>
      <p:sp>
        <p:nvSpPr>
          <p:cNvPr id="48" name="Rectangle 47">
            <a:extLst>
              <a:ext uri="{FF2B5EF4-FFF2-40B4-BE49-F238E27FC236}">
                <a16:creationId xmlns:a16="http://schemas.microsoft.com/office/drawing/2014/main" id="{5E8460D1-55D9-75BE-6326-0D2B2560D15E}"/>
              </a:ext>
            </a:extLst>
          </p:cNvPr>
          <p:cNvSpPr/>
          <p:nvPr/>
        </p:nvSpPr>
        <p:spPr>
          <a:xfrm>
            <a:off x="4975127" y="2955238"/>
            <a:ext cx="6140548" cy="633343"/>
          </a:xfrm>
          <a:prstGeom prst="rect">
            <a:avLst/>
          </a:prstGeom>
          <a:solidFill>
            <a:srgbClr val="FFFF00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C60DADFE-AD07-506C-FAD7-18472C126D48}"/>
              </a:ext>
            </a:extLst>
          </p:cNvPr>
          <p:cNvSpPr txBox="1"/>
          <p:nvPr/>
        </p:nvSpPr>
        <p:spPr>
          <a:xfrm>
            <a:off x="7437817" y="2189005"/>
            <a:ext cx="4357577" cy="646331"/>
          </a:xfrm>
          <a:prstGeom prst="rect">
            <a:avLst/>
          </a:prstGeom>
          <a:solidFill>
            <a:srgbClr val="FFFFFF">
              <a:alpha val="80000"/>
            </a:srgbClr>
          </a:solidFill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Including a checksum to validate integrity of the data is recommended practice too</a:t>
            </a:r>
            <a:endParaRPr kumimoji="0" lang="en-GB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121998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E2B18E-905A-AE18-C6B9-639B7E008E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9" name="Group 228">
            <a:extLst>
              <a:ext uri="{FF2B5EF4-FFF2-40B4-BE49-F238E27FC236}">
                <a16:creationId xmlns:a16="http://schemas.microsoft.com/office/drawing/2014/main" id="{99511480-6F47-E13E-CDFD-E8AF70A3D4F6}"/>
              </a:ext>
            </a:extLst>
          </p:cNvPr>
          <p:cNvGrpSpPr/>
          <p:nvPr/>
        </p:nvGrpSpPr>
        <p:grpSpPr>
          <a:xfrm>
            <a:off x="1715333" y="622374"/>
            <a:ext cx="1850457" cy="672547"/>
            <a:chOff x="1715333" y="622374"/>
            <a:chExt cx="1850457" cy="672547"/>
          </a:xfrm>
        </p:grpSpPr>
        <p:cxnSp>
          <p:nvCxnSpPr>
            <p:cNvPr id="215" name="Straight Connector 214">
              <a:extLst>
                <a:ext uri="{FF2B5EF4-FFF2-40B4-BE49-F238E27FC236}">
                  <a16:creationId xmlns:a16="http://schemas.microsoft.com/office/drawing/2014/main" id="{84531905-01E3-3404-BFB0-159C02DBC0DC}"/>
                </a:ext>
              </a:extLst>
            </p:cNvPr>
            <p:cNvCxnSpPr/>
            <p:nvPr/>
          </p:nvCxnSpPr>
          <p:spPr>
            <a:xfrm>
              <a:off x="1715333" y="622374"/>
              <a:ext cx="0" cy="661357"/>
            </a:xfrm>
            <a:prstGeom prst="line">
              <a:avLst/>
            </a:prstGeom>
            <a:ln w="12700">
              <a:solidFill>
                <a:schemeClr val="tx1"/>
              </a:solidFill>
              <a:prstDash val="sysDot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6" name="Straight Connector 215">
              <a:extLst>
                <a:ext uri="{FF2B5EF4-FFF2-40B4-BE49-F238E27FC236}">
                  <a16:creationId xmlns:a16="http://schemas.microsoft.com/office/drawing/2014/main" id="{FFB01057-F316-73B3-0AC5-99CF9B380F84}"/>
                </a:ext>
              </a:extLst>
            </p:cNvPr>
            <p:cNvCxnSpPr/>
            <p:nvPr/>
          </p:nvCxnSpPr>
          <p:spPr>
            <a:xfrm>
              <a:off x="2341276" y="622375"/>
              <a:ext cx="0" cy="661357"/>
            </a:xfrm>
            <a:prstGeom prst="line">
              <a:avLst/>
            </a:prstGeom>
            <a:ln w="12700">
              <a:solidFill>
                <a:schemeClr val="tx1"/>
              </a:solidFill>
              <a:prstDash val="sysDot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7" name="Straight Connector 216">
              <a:extLst>
                <a:ext uri="{FF2B5EF4-FFF2-40B4-BE49-F238E27FC236}">
                  <a16:creationId xmlns:a16="http://schemas.microsoft.com/office/drawing/2014/main" id="{85DDF560-F037-9A0B-EA35-9173620B411C}"/>
                </a:ext>
              </a:extLst>
            </p:cNvPr>
            <p:cNvCxnSpPr/>
            <p:nvPr/>
          </p:nvCxnSpPr>
          <p:spPr>
            <a:xfrm>
              <a:off x="2956921" y="633564"/>
              <a:ext cx="0" cy="661357"/>
            </a:xfrm>
            <a:prstGeom prst="line">
              <a:avLst/>
            </a:prstGeom>
            <a:ln w="12700">
              <a:solidFill>
                <a:schemeClr val="tx1"/>
              </a:solidFill>
              <a:prstDash val="sysDot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9" name="Straight Connector 218">
              <a:extLst>
                <a:ext uri="{FF2B5EF4-FFF2-40B4-BE49-F238E27FC236}">
                  <a16:creationId xmlns:a16="http://schemas.microsoft.com/office/drawing/2014/main" id="{5CC9C86A-4698-54DF-4BB7-A04CF0827440}"/>
                </a:ext>
              </a:extLst>
            </p:cNvPr>
            <p:cNvCxnSpPr/>
            <p:nvPr/>
          </p:nvCxnSpPr>
          <p:spPr>
            <a:xfrm>
              <a:off x="3565790" y="626521"/>
              <a:ext cx="0" cy="661357"/>
            </a:xfrm>
            <a:prstGeom prst="line">
              <a:avLst/>
            </a:prstGeom>
            <a:ln w="12700">
              <a:solidFill>
                <a:schemeClr val="tx1"/>
              </a:solidFill>
              <a:prstDash val="sysDot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222" name="Picture 221">
            <a:extLst>
              <a:ext uri="{FF2B5EF4-FFF2-40B4-BE49-F238E27FC236}">
                <a16:creationId xmlns:a16="http://schemas.microsoft.com/office/drawing/2014/main" id="{43036B0A-B349-B78A-2E2C-8ED75A78A6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418180"/>
            <a:ext cx="5197907" cy="1439820"/>
          </a:xfrm>
          <a:prstGeom prst="rect">
            <a:avLst/>
          </a:prstGeom>
        </p:spPr>
      </p:pic>
      <p:grpSp>
        <p:nvGrpSpPr>
          <p:cNvPr id="13" name="Group 12">
            <a:extLst>
              <a:ext uri="{FF2B5EF4-FFF2-40B4-BE49-F238E27FC236}">
                <a16:creationId xmlns:a16="http://schemas.microsoft.com/office/drawing/2014/main" id="{C7148924-3F3F-618D-F43B-ED2496A3CB74}"/>
              </a:ext>
            </a:extLst>
          </p:cNvPr>
          <p:cNvGrpSpPr/>
          <p:nvPr/>
        </p:nvGrpSpPr>
        <p:grpSpPr>
          <a:xfrm>
            <a:off x="2588900" y="323658"/>
            <a:ext cx="8879200" cy="6210684"/>
            <a:chOff x="1942544" y="1301750"/>
            <a:chExt cx="6082512" cy="4254500"/>
          </a:xfrm>
        </p:grpSpPr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7C2D0FB1-D855-D83A-C909-A1FD52EFE122}"/>
                </a:ext>
              </a:extLst>
            </p:cNvPr>
            <p:cNvGrpSpPr/>
            <p:nvPr/>
          </p:nvGrpSpPr>
          <p:grpSpPr>
            <a:xfrm>
              <a:off x="1942544" y="1301750"/>
              <a:ext cx="6082512" cy="4254500"/>
              <a:chOff x="1942544" y="1301750"/>
              <a:chExt cx="6082512" cy="4254500"/>
            </a:xfrm>
          </p:grpSpPr>
          <p:sp>
            <p:nvSpPr>
              <p:cNvPr id="7" name="Cloud 6">
                <a:extLst>
                  <a:ext uri="{FF2B5EF4-FFF2-40B4-BE49-F238E27FC236}">
                    <a16:creationId xmlns:a16="http://schemas.microsoft.com/office/drawing/2014/main" id="{A7FC8303-0809-F634-8C52-BAA6CB394C2B}"/>
                  </a:ext>
                </a:extLst>
              </p:cNvPr>
              <p:cNvSpPr/>
              <p:nvPr/>
            </p:nvSpPr>
            <p:spPr>
              <a:xfrm rot="401311">
                <a:off x="1948500" y="1301750"/>
                <a:ext cx="6070600" cy="4254500"/>
              </a:xfrm>
              <a:prstGeom prst="cloud">
                <a:avLst/>
              </a:prstGeom>
              <a:solidFill>
                <a:schemeClr val="bg1"/>
              </a:solidFill>
              <a:ln w="38100">
                <a:solidFill>
                  <a:schemeClr val="bg1">
                    <a:lumMod val="75000"/>
                  </a:schemeClr>
                </a:solidFill>
                <a:prstDash val="sysDash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8" name="Cloud 7">
                <a:extLst>
                  <a:ext uri="{FF2B5EF4-FFF2-40B4-BE49-F238E27FC236}">
                    <a16:creationId xmlns:a16="http://schemas.microsoft.com/office/drawing/2014/main" id="{3CCEC39D-BC62-E15C-CA6D-569F0651E28B}"/>
                  </a:ext>
                </a:extLst>
              </p:cNvPr>
              <p:cNvSpPr/>
              <p:nvPr/>
            </p:nvSpPr>
            <p:spPr>
              <a:xfrm rot="401311">
                <a:off x="1942544" y="1382575"/>
                <a:ext cx="6082512" cy="4118248"/>
              </a:xfrm>
              <a:prstGeom prst="cloud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</p:grp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CABAF70B-A3DD-BE8C-8C90-D1FCD5DEBF16}"/>
                </a:ext>
              </a:extLst>
            </p:cNvPr>
            <p:cNvCxnSpPr>
              <a:cxnSpLocks/>
            </p:cNvCxnSpPr>
            <p:nvPr/>
          </p:nvCxnSpPr>
          <p:spPr>
            <a:xfrm>
              <a:off x="2133600" y="3429000"/>
              <a:ext cx="5867400" cy="0"/>
            </a:xfrm>
            <a:prstGeom prst="line">
              <a:avLst/>
            </a:prstGeom>
            <a:solidFill>
              <a:schemeClr val="bg1"/>
            </a:solidFill>
            <a:ln w="38100">
              <a:solidFill>
                <a:schemeClr val="bg1">
                  <a:lumMod val="75000"/>
                </a:schemeClr>
              </a:solidFill>
              <a:prstDash val="sys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sp>
        <p:nvSpPr>
          <p:cNvPr id="14" name="TextBox 13">
            <a:extLst>
              <a:ext uri="{FF2B5EF4-FFF2-40B4-BE49-F238E27FC236}">
                <a16:creationId xmlns:a16="http://schemas.microsoft.com/office/drawing/2014/main" id="{98568233-7708-0C54-230B-5921E71F84FF}"/>
              </a:ext>
            </a:extLst>
          </p:cNvPr>
          <p:cNvSpPr txBox="1"/>
          <p:nvPr/>
        </p:nvSpPr>
        <p:spPr>
          <a:xfrm>
            <a:off x="6238875" y="314003"/>
            <a:ext cx="818636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WIS2</a:t>
            </a:r>
          </a:p>
        </p:txBody>
      </p:sp>
      <p:grpSp>
        <p:nvGrpSpPr>
          <p:cNvPr id="225" name="Group 224">
            <a:extLst>
              <a:ext uri="{FF2B5EF4-FFF2-40B4-BE49-F238E27FC236}">
                <a16:creationId xmlns:a16="http://schemas.microsoft.com/office/drawing/2014/main" id="{58CE9094-607B-6CE7-C302-F918419E77A9}"/>
              </a:ext>
            </a:extLst>
          </p:cNvPr>
          <p:cNvGrpSpPr/>
          <p:nvPr/>
        </p:nvGrpSpPr>
        <p:grpSpPr>
          <a:xfrm>
            <a:off x="350689" y="4160355"/>
            <a:ext cx="466050" cy="669682"/>
            <a:chOff x="1159011" y="4934512"/>
            <a:chExt cx="466050" cy="669682"/>
          </a:xfrm>
        </p:grpSpPr>
        <p:sp>
          <p:nvSpPr>
            <p:cNvPr id="224" name="Rectangle: Rounded Corners 223">
              <a:extLst>
                <a:ext uri="{FF2B5EF4-FFF2-40B4-BE49-F238E27FC236}">
                  <a16:creationId xmlns:a16="http://schemas.microsoft.com/office/drawing/2014/main" id="{8CF191B7-C08F-0D9F-6EAA-7FE1E385ED57}"/>
                </a:ext>
              </a:extLst>
            </p:cNvPr>
            <p:cNvSpPr/>
            <p:nvPr/>
          </p:nvSpPr>
          <p:spPr>
            <a:xfrm>
              <a:off x="1159011" y="4934512"/>
              <a:ext cx="466050" cy="669682"/>
            </a:xfrm>
            <a:prstGeom prst="roundRect">
              <a:avLst>
                <a:gd name="adj" fmla="val 8535"/>
              </a:avLst>
            </a:prstGeom>
            <a:solidFill>
              <a:schemeClr val="bg1"/>
            </a:solidFill>
            <a:ln w="12700">
              <a:prstDash val="sys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218" name="Rectangle 217">
              <a:extLst>
                <a:ext uri="{FF2B5EF4-FFF2-40B4-BE49-F238E27FC236}">
                  <a16:creationId xmlns:a16="http://schemas.microsoft.com/office/drawing/2014/main" id="{F8B75C8F-6381-9753-1E9B-856469C4F81D}"/>
                </a:ext>
              </a:extLst>
            </p:cNvPr>
            <p:cNvSpPr/>
            <p:nvPr/>
          </p:nvSpPr>
          <p:spPr>
            <a:xfrm>
              <a:off x="1307134" y="5356687"/>
              <a:ext cx="169804" cy="169804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A</a:t>
              </a:r>
            </a:p>
          </p:txBody>
        </p:sp>
        <p:pic>
          <p:nvPicPr>
            <p:cNvPr id="223" name="Picture 222" descr="A black and white symbol&#10;&#10;Description automatically generated">
              <a:extLst>
                <a:ext uri="{FF2B5EF4-FFF2-40B4-BE49-F238E27FC236}">
                  <a16:creationId xmlns:a16="http://schemas.microsoft.com/office/drawing/2014/main" id="{A05788F1-06DC-8C5A-2C1D-A0B76D4C1DA1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216187" y="4970684"/>
              <a:ext cx="351698" cy="351696"/>
            </a:xfrm>
            <a:prstGeom prst="rect">
              <a:avLst/>
            </a:prstGeom>
          </p:spPr>
        </p:pic>
      </p:grpSp>
      <p:grpSp>
        <p:nvGrpSpPr>
          <p:cNvPr id="234" name="Group 233">
            <a:extLst>
              <a:ext uri="{FF2B5EF4-FFF2-40B4-BE49-F238E27FC236}">
                <a16:creationId xmlns:a16="http://schemas.microsoft.com/office/drawing/2014/main" id="{1AF4756F-DAAA-388E-850E-EF7C7A561B2D}"/>
              </a:ext>
            </a:extLst>
          </p:cNvPr>
          <p:cNvGrpSpPr/>
          <p:nvPr/>
        </p:nvGrpSpPr>
        <p:grpSpPr>
          <a:xfrm>
            <a:off x="858066" y="4163562"/>
            <a:ext cx="466050" cy="669682"/>
            <a:chOff x="1159011" y="4934512"/>
            <a:chExt cx="466050" cy="669682"/>
          </a:xfrm>
        </p:grpSpPr>
        <p:sp>
          <p:nvSpPr>
            <p:cNvPr id="235" name="Rectangle: Rounded Corners 234">
              <a:extLst>
                <a:ext uri="{FF2B5EF4-FFF2-40B4-BE49-F238E27FC236}">
                  <a16:creationId xmlns:a16="http://schemas.microsoft.com/office/drawing/2014/main" id="{EC662F24-D61E-2569-68AA-7B0E91B288AA}"/>
                </a:ext>
              </a:extLst>
            </p:cNvPr>
            <p:cNvSpPr/>
            <p:nvPr/>
          </p:nvSpPr>
          <p:spPr>
            <a:xfrm>
              <a:off x="1159011" y="4934512"/>
              <a:ext cx="466050" cy="669682"/>
            </a:xfrm>
            <a:prstGeom prst="roundRect">
              <a:avLst>
                <a:gd name="adj" fmla="val 8535"/>
              </a:avLst>
            </a:prstGeom>
            <a:solidFill>
              <a:schemeClr val="bg1"/>
            </a:solidFill>
            <a:ln w="12700">
              <a:prstDash val="sys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236" name="Rectangle 235">
              <a:extLst>
                <a:ext uri="{FF2B5EF4-FFF2-40B4-BE49-F238E27FC236}">
                  <a16:creationId xmlns:a16="http://schemas.microsoft.com/office/drawing/2014/main" id="{6F5804CE-A4E9-EB9C-72B8-3BAAFF4BB272}"/>
                </a:ext>
              </a:extLst>
            </p:cNvPr>
            <p:cNvSpPr/>
            <p:nvPr/>
          </p:nvSpPr>
          <p:spPr>
            <a:xfrm>
              <a:off x="1307134" y="5356687"/>
              <a:ext cx="169804" cy="169804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B</a:t>
              </a:r>
            </a:p>
          </p:txBody>
        </p:sp>
        <p:pic>
          <p:nvPicPr>
            <p:cNvPr id="237" name="Picture 236" descr="A black and white symbol&#10;&#10;Description automatically generated">
              <a:extLst>
                <a:ext uri="{FF2B5EF4-FFF2-40B4-BE49-F238E27FC236}">
                  <a16:creationId xmlns:a16="http://schemas.microsoft.com/office/drawing/2014/main" id="{03A1FB64-8C80-CFCD-821D-97C3C97FA94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216187" y="4970684"/>
              <a:ext cx="351698" cy="351696"/>
            </a:xfrm>
            <a:prstGeom prst="rect">
              <a:avLst/>
            </a:prstGeom>
          </p:spPr>
        </p:pic>
      </p:grpSp>
      <p:grpSp>
        <p:nvGrpSpPr>
          <p:cNvPr id="238" name="Group 237">
            <a:extLst>
              <a:ext uri="{FF2B5EF4-FFF2-40B4-BE49-F238E27FC236}">
                <a16:creationId xmlns:a16="http://schemas.microsoft.com/office/drawing/2014/main" id="{D24C6685-52B4-F66C-6B4D-CAFF06980374}"/>
              </a:ext>
            </a:extLst>
          </p:cNvPr>
          <p:cNvGrpSpPr/>
          <p:nvPr/>
        </p:nvGrpSpPr>
        <p:grpSpPr>
          <a:xfrm>
            <a:off x="856832" y="4869695"/>
            <a:ext cx="466050" cy="669682"/>
            <a:chOff x="1159011" y="4934512"/>
            <a:chExt cx="466050" cy="669682"/>
          </a:xfrm>
        </p:grpSpPr>
        <p:sp>
          <p:nvSpPr>
            <p:cNvPr id="239" name="Rectangle: Rounded Corners 238">
              <a:extLst>
                <a:ext uri="{FF2B5EF4-FFF2-40B4-BE49-F238E27FC236}">
                  <a16:creationId xmlns:a16="http://schemas.microsoft.com/office/drawing/2014/main" id="{9E2D0A24-AD55-B9F0-9C41-A30E1967E674}"/>
                </a:ext>
              </a:extLst>
            </p:cNvPr>
            <p:cNvSpPr/>
            <p:nvPr/>
          </p:nvSpPr>
          <p:spPr>
            <a:xfrm>
              <a:off x="1159011" y="4934512"/>
              <a:ext cx="466050" cy="669682"/>
            </a:xfrm>
            <a:prstGeom prst="roundRect">
              <a:avLst>
                <a:gd name="adj" fmla="val 8535"/>
              </a:avLst>
            </a:prstGeom>
            <a:solidFill>
              <a:schemeClr val="bg1"/>
            </a:solidFill>
            <a:ln w="12700">
              <a:prstDash val="sys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240" name="Rectangle 239">
              <a:extLst>
                <a:ext uri="{FF2B5EF4-FFF2-40B4-BE49-F238E27FC236}">
                  <a16:creationId xmlns:a16="http://schemas.microsoft.com/office/drawing/2014/main" id="{7B8C19FB-FE5F-CFD5-C297-3EC868A02A65}"/>
                </a:ext>
              </a:extLst>
            </p:cNvPr>
            <p:cNvSpPr/>
            <p:nvPr/>
          </p:nvSpPr>
          <p:spPr>
            <a:xfrm>
              <a:off x="1307134" y="5356687"/>
              <a:ext cx="169804" cy="169804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D</a:t>
              </a:r>
            </a:p>
          </p:txBody>
        </p:sp>
        <p:pic>
          <p:nvPicPr>
            <p:cNvPr id="241" name="Picture 240" descr="A black and white symbol&#10;&#10;Description automatically generated">
              <a:extLst>
                <a:ext uri="{FF2B5EF4-FFF2-40B4-BE49-F238E27FC236}">
                  <a16:creationId xmlns:a16="http://schemas.microsoft.com/office/drawing/2014/main" id="{F1753572-F824-01B2-EC4F-4141BABAFC8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216187" y="4970684"/>
              <a:ext cx="351698" cy="351696"/>
            </a:xfrm>
            <a:prstGeom prst="rect">
              <a:avLst/>
            </a:prstGeom>
          </p:spPr>
        </p:pic>
      </p:grpSp>
      <p:grpSp>
        <p:nvGrpSpPr>
          <p:cNvPr id="242" name="Group 241">
            <a:extLst>
              <a:ext uri="{FF2B5EF4-FFF2-40B4-BE49-F238E27FC236}">
                <a16:creationId xmlns:a16="http://schemas.microsoft.com/office/drawing/2014/main" id="{2244C5E3-64ED-1953-85BE-79830404CDF7}"/>
              </a:ext>
            </a:extLst>
          </p:cNvPr>
          <p:cNvGrpSpPr/>
          <p:nvPr/>
        </p:nvGrpSpPr>
        <p:grpSpPr>
          <a:xfrm>
            <a:off x="349454" y="4869695"/>
            <a:ext cx="466050" cy="669682"/>
            <a:chOff x="1159011" y="4934512"/>
            <a:chExt cx="466050" cy="669682"/>
          </a:xfrm>
        </p:grpSpPr>
        <p:sp>
          <p:nvSpPr>
            <p:cNvPr id="243" name="Rectangle: Rounded Corners 242">
              <a:extLst>
                <a:ext uri="{FF2B5EF4-FFF2-40B4-BE49-F238E27FC236}">
                  <a16:creationId xmlns:a16="http://schemas.microsoft.com/office/drawing/2014/main" id="{8ADC4204-75DF-4B8D-76DC-F8F0E5664401}"/>
                </a:ext>
              </a:extLst>
            </p:cNvPr>
            <p:cNvSpPr/>
            <p:nvPr/>
          </p:nvSpPr>
          <p:spPr>
            <a:xfrm>
              <a:off x="1159011" y="4934512"/>
              <a:ext cx="466050" cy="669682"/>
            </a:xfrm>
            <a:prstGeom prst="roundRect">
              <a:avLst>
                <a:gd name="adj" fmla="val 8535"/>
              </a:avLst>
            </a:prstGeom>
            <a:solidFill>
              <a:schemeClr val="bg1"/>
            </a:solidFill>
            <a:ln w="12700">
              <a:prstDash val="sys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244" name="Rectangle 243">
              <a:extLst>
                <a:ext uri="{FF2B5EF4-FFF2-40B4-BE49-F238E27FC236}">
                  <a16:creationId xmlns:a16="http://schemas.microsoft.com/office/drawing/2014/main" id="{54FF9903-2A1B-D96E-D24C-67DC970D676E}"/>
                </a:ext>
              </a:extLst>
            </p:cNvPr>
            <p:cNvSpPr/>
            <p:nvPr/>
          </p:nvSpPr>
          <p:spPr>
            <a:xfrm>
              <a:off x="1307134" y="5356687"/>
              <a:ext cx="169804" cy="169804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C</a:t>
              </a:r>
            </a:p>
          </p:txBody>
        </p:sp>
        <p:pic>
          <p:nvPicPr>
            <p:cNvPr id="245" name="Picture 244" descr="A black and white symbol&#10;&#10;Description automatically generated">
              <a:extLst>
                <a:ext uri="{FF2B5EF4-FFF2-40B4-BE49-F238E27FC236}">
                  <a16:creationId xmlns:a16="http://schemas.microsoft.com/office/drawing/2014/main" id="{C397996C-A27D-B56A-FA5D-D0F5FCF76E06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216187" y="4970684"/>
              <a:ext cx="351698" cy="351696"/>
            </a:xfrm>
            <a:prstGeom prst="rect">
              <a:avLst/>
            </a:prstGeom>
          </p:spPr>
        </p:pic>
      </p:grpSp>
      <p:grpSp>
        <p:nvGrpSpPr>
          <p:cNvPr id="249" name="Group 248">
            <a:extLst>
              <a:ext uri="{FF2B5EF4-FFF2-40B4-BE49-F238E27FC236}">
                <a16:creationId xmlns:a16="http://schemas.microsoft.com/office/drawing/2014/main" id="{1CDC7BED-D795-A0A5-B5E2-487EA8AA77B5}"/>
              </a:ext>
            </a:extLst>
          </p:cNvPr>
          <p:cNvGrpSpPr/>
          <p:nvPr/>
        </p:nvGrpSpPr>
        <p:grpSpPr>
          <a:xfrm>
            <a:off x="1633202" y="1621248"/>
            <a:ext cx="1960897" cy="3158269"/>
            <a:chOff x="1633202" y="1621248"/>
            <a:chExt cx="1960897" cy="3158269"/>
          </a:xfrm>
        </p:grpSpPr>
        <p:sp>
          <p:nvSpPr>
            <p:cNvPr id="247" name="Rectangle: Rounded Corners 246">
              <a:extLst>
                <a:ext uri="{FF2B5EF4-FFF2-40B4-BE49-F238E27FC236}">
                  <a16:creationId xmlns:a16="http://schemas.microsoft.com/office/drawing/2014/main" id="{5F971A4A-084B-E24C-A68E-AB724F0F9312}"/>
                </a:ext>
              </a:extLst>
            </p:cNvPr>
            <p:cNvSpPr/>
            <p:nvPr/>
          </p:nvSpPr>
          <p:spPr>
            <a:xfrm>
              <a:off x="1633202" y="1858519"/>
              <a:ext cx="1960897" cy="2920998"/>
            </a:xfrm>
            <a:prstGeom prst="roundRect">
              <a:avLst>
                <a:gd name="adj" fmla="val 3624"/>
              </a:avLst>
            </a:prstGeom>
            <a:solidFill>
              <a:schemeClr val="bg1">
                <a:lumMod val="95000"/>
                <a:alpha val="50196"/>
              </a:schemeClr>
            </a:solidFill>
            <a:ln w="12700">
              <a:solidFill>
                <a:schemeClr val="tx1">
                  <a:lumMod val="50000"/>
                  <a:lumOff val="50000"/>
                </a:schemeClr>
              </a:solidFill>
              <a:prstDash val="sysDot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248" name="TextBox 247">
              <a:extLst>
                <a:ext uri="{FF2B5EF4-FFF2-40B4-BE49-F238E27FC236}">
                  <a16:creationId xmlns:a16="http://schemas.microsoft.com/office/drawing/2014/main" id="{288F33FC-880E-ABAF-B54E-E1E93004054B}"/>
                </a:ext>
              </a:extLst>
            </p:cNvPr>
            <p:cNvSpPr txBox="1"/>
            <p:nvPr/>
          </p:nvSpPr>
          <p:spPr>
            <a:xfrm>
              <a:off x="2059127" y="1621248"/>
              <a:ext cx="1179193" cy="2539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5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WIS Centre</a:t>
              </a:r>
              <a:endParaRPr kumimoji="0" lang="en-GB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246" name="Group 245">
            <a:extLst>
              <a:ext uri="{FF2B5EF4-FFF2-40B4-BE49-F238E27FC236}">
                <a16:creationId xmlns:a16="http://schemas.microsoft.com/office/drawing/2014/main" id="{4E00DF22-F712-D781-3E03-E3B8EF388834}"/>
              </a:ext>
            </a:extLst>
          </p:cNvPr>
          <p:cNvGrpSpPr/>
          <p:nvPr/>
        </p:nvGrpSpPr>
        <p:grpSpPr>
          <a:xfrm>
            <a:off x="238558" y="2004858"/>
            <a:ext cx="2724621" cy="2574854"/>
            <a:chOff x="238558" y="2004858"/>
            <a:chExt cx="2724621" cy="2574854"/>
          </a:xfrm>
        </p:grpSpPr>
        <p:pic>
          <p:nvPicPr>
            <p:cNvPr id="52" name="Picture 51">
              <a:extLst>
                <a:ext uri="{FF2B5EF4-FFF2-40B4-BE49-F238E27FC236}">
                  <a16:creationId xmlns:a16="http://schemas.microsoft.com/office/drawing/2014/main" id="{26135A29-4D02-42AE-F470-4258796BCB91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256121" y="3053461"/>
              <a:ext cx="1338982" cy="751078"/>
            </a:xfrm>
            <a:prstGeom prst="rect">
              <a:avLst/>
            </a:prstGeom>
          </p:spPr>
        </p:pic>
        <p:grpSp>
          <p:nvGrpSpPr>
            <p:cNvPr id="53" name="Group 52">
              <a:extLst>
                <a:ext uri="{FF2B5EF4-FFF2-40B4-BE49-F238E27FC236}">
                  <a16:creationId xmlns:a16="http://schemas.microsoft.com/office/drawing/2014/main" id="{87EC8D32-4431-C790-9F43-78522271CBA0}"/>
                </a:ext>
              </a:extLst>
            </p:cNvPr>
            <p:cNvGrpSpPr/>
            <p:nvPr/>
          </p:nvGrpSpPr>
          <p:grpSpPr>
            <a:xfrm>
              <a:off x="2334271" y="2004858"/>
              <a:ext cx="628907" cy="910662"/>
              <a:chOff x="6648193" y="889820"/>
              <a:chExt cx="628907" cy="910662"/>
            </a:xfrm>
          </p:grpSpPr>
          <p:sp>
            <p:nvSpPr>
              <p:cNvPr id="54" name="Rectangle: Rounded Corners 53">
                <a:extLst>
                  <a:ext uri="{FF2B5EF4-FFF2-40B4-BE49-F238E27FC236}">
                    <a16:creationId xmlns:a16="http://schemas.microsoft.com/office/drawing/2014/main" id="{03F68C75-3DD7-F7CC-E969-C55D02267FF2}"/>
                  </a:ext>
                </a:extLst>
              </p:cNvPr>
              <p:cNvSpPr/>
              <p:nvPr/>
            </p:nvSpPr>
            <p:spPr>
              <a:xfrm>
                <a:off x="6648193" y="1171575"/>
                <a:ext cx="628907" cy="628907"/>
              </a:xfrm>
              <a:prstGeom prst="roundRect">
                <a:avLst>
                  <a:gd name="adj" fmla="val 8678"/>
                </a:avLst>
              </a:prstGeom>
              <a:solidFill>
                <a:schemeClr val="bg1"/>
              </a:solidFill>
              <a:ln w="28575">
                <a:solidFill>
                  <a:srgbClr val="3963DA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3963DA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3963DA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WIS2 Node</a:t>
                </a:r>
              </a:p>
            </p:txBody>
          </p:sp>
          <p:pic>
            <p:nvPicPr>
              <p:cNvPr id="55" name="Picture 54">
                <a:extLst>
                  <a:ext uri="{FF2B5EF4-FFF2-40B4-BE49-F238E27FC236}">
                    <a16:creationId xmlns:a16="http://schemas.microsoft.com/office/drawing/2014/main" id="{977DF878-2FFD-451F-B886-3B7F7C896A0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6701185" y="889820"/>
                <a:ext cx="522922" cy="532516"/>
              </a:xfrm>
              <a:prstGeom prst="rect">
                <a:avLst/>
              </a:prstGeom>
            </p:spPr>
          </p:pic>
        </p:grpSp>
        <p:sp>
          <p:nvSpPr>
            <p:cNvPr id="56" name="Rectangle: Rounded Corners 55">
              <a:extLst>
                <a:ext uri="{FF2B5EF4-FFF2-40B4-BE49-F238E27FC236}">
                  <a16:creationId xmlns:a16="http://schemas.microsoft.com/office/drawing/2014/main" id="{DE522A20-AB25-8DCF-C9BF-B14DD59E0CEB}"/>
                </a:ext>
              </a:extLst>
            </p:cNvPr>
            <p:cNvSpPr/>
            <p:nvPr/>
          </p:nvSpPr>
          <p:spPr>
            <a:xfrm>
              <a:off x="2334272" y="3950805"/>
              <a:ext cx="628907" cy="628907"/>
            </a:xfrm>
            <a:prstGeom prst="roundRect">
              <a:avLst>
                <a:gd name="adj" fmla="val 8678"/>
              </a:avLst>
            </a:pr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MSS</a:t>
              </a:r>
            </a:p>
          </p:txBody>
        </p:sp>
        <p:cxnSp>
          <p:nvCxnSpPr>
            <p:cNvPr id="58" name="Straight Arrow Connector 57">
              <a:extLst>
                <a:ext uri="{FF2B5EF4-FFF2-40B4-BE49-F238E27FC236}">
                  <a16:creationId xmlns:a16="http://schemas.microsoft.com/office/drawing/2014/main" id="{C39CBB62-6ACE-7B50-88C9-750E6638A164}"/>
                </a:ext>
              </a:extLst>
            </p:cNvPr>
            <p:cNvCxnSpPr/>
            <p:nvPr/>
          </p:nvCxnSpPr>
          <p:spPr>
            <a:xfrm flipV="1">
              <a:off x="1476375" y="2733675"/>
              <a:ext cx="751592" cy="419100"/>
            </a:xfrm>
            <a:prstGeom prst="straightConnector1">
              <a:avLst/>
            </a:prstGeom>
            <a:ln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Straight Arrow Connector 60">
              <a:extLst>
                <a:ext uri="{FF2B5EF4-FFF2-40B4-BE49-F238E27FC236}">
                  <a16:creationId xmlns:a16="http://schemas.microsoft.com/office/drawing/2014/main" id="{2C60A88D-66B7-4111-19A9-60336B7D04A9}"/>
                </a:ext>
              </a:extLst>
            </p:cNvPr>
            <p:cNvCxnSpPr>
              <a:cxnSpLocks/>
            </p:cNvCxnSpPr>
            <p:nvPr/>
          </p:nvCxnSpPr>
          <p:spPr>
            <a:xfrm>
              <a:off x="1476375" y="3741255"/>
              <a:ext cx="751592" cy="419100"/>
            </a:xfrm>
            <a:prstGeom prst="straightConnector1">
              <a:avLst/>
            </a:prstGeom>
            <a:ln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62" name="TextBox 61">
              <a:extLst>
                <a:ext uri="{FF2B5EF4-FFF2-40B4-BE49-F238E27FC236}">
                  <a16:creationId xmlns:a16="http://schemas.microsoft.com/office/drawing/2014/main" id="{1BF8EB08-0F8D-B07A-12A9-01BD85514413}"/>
                </a:ext>
              </a:extLst>
            </p:cNvPr>
            <p:cNvSpPr txBox="1"/>
            <p:nvPr/>
          </p:nvSpPr>
          <p:spPr>
            <a:xfrm>
              <a:off x="238558" y="3676872"/>
              <a:ext cx="1179193" cy="43858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5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data management system</a:t>
              </a: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</a:t>
              </a:r>
            </a:p>
          </p:txBody>
        </p:sp>
      </p:grpSp>
      <p:sp>
        <p:nvSpPr>
          <p:cNvPr id="250" name="TextBox 249">
            <a:extLst>
              <a:ext uri="{FF2B5EF4-FFF2-40B4-BE49-F238E27FC236}">
                <a16:creationId xmlns:a16="http://schemas.microsoft.com/office/drawing/2014/main" id="{CC43B55B-867B-BD98-0A93-BD6131286648}"/>
              </a:ext>
            </a:extLst>
          </p:cNvPr>
          <p:cNvSpPr txBox="1"/>
          <p:nvPr/>
        </p:nvSpPr>
        <p:spPr>
          <a:xfrm>
            <a:off x="6619182" y="6359331"/>
            <a:ext cx="818636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GTS</a:t>
            </a:r>
          </a:p>
        </p:txBody>
      </p:sp>
      <p:sp>
        <p:nvSpPr>
          <p:cNvPr id="251" name="TextBox 250">
            <a:extLst>
              <a:ext uri="{FF2B5EF4-FFF2-40B4-BE49-F238E27FC236}">
                <a16:creationId xmlns:a16="http://schemas.microsoft.com/office/drawing/2014/main" id="{B0239845-90C4-A3FA-05C4-5B4922BAB25A}"/>
              </a:ext>
            </a:extLst>
          </p:cNvPr>
          <p:cNvSpPr txBox="1"/>
          <p:nvPr/>
        </p:nvSpPr>
        <p:spPr>
          <a:xfrm>
            <a:off x="1558820" y="5324359"/>
            <a:ext cx="4111696" cy="1200329"/>
          </a:xfrm>
          <a:prstGeom prst="rect">
            <a:avLst/>
          </a:prstGeom>
          <a:solidFill>
            <a:srgbClr val="FFFFFF">
              <a:alpha val="69804"/>
            </a:srgbClr>
          </a:solidFill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WIS2 distribution example</a:t>
            </a: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Because these data-objects relate to reports distributed on GTS extra information is needed in the WNM …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A71B653-5E84-33B9-1BB1-E488F3A25ED5}"/>
              </a:ext>
            </a:extLst>
          </p:cNvPr>
          <p:cNvSpPr txBox="1"/>
          <p:nvPr/>
        </p:nvSpPr>
        <p:spPr>
          <a:xfrm>
            <a:off x="2074853" y="3688682"/>
            <a:ext cx="117919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CCCC = </a:t>
            </a:r>
            <a:r>
              <a:rPr kumimoji="0" lang="en-GB" sz="12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TEST</a:t>
            </a:r>
            <a:endParaRPr kumimoji="0" lang="en-GB" sz="16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+mn-cs"/>
            </a:endParaRPr>
          </a:p>
        </p:txBody>
      </p:sp>
      <p:grpSp>
        <p:nvGrpSpPr>
          <p:cNvPr id="203" name="Group 202">
            <a:extLst>
              <a:ext uri="{FF2B5EF4-FFF2-40B4-BE49-F238E27FC236}">
                <a16:creationId xmlns:a16="http://schemas.microsoft.com/office/drawing/2014/main" id="{B548F766-70BB-F717-53D4-F5279C51F953}"/>
              </a:ext>
            </a:extLst>
          </p:cNvPr>
          <p:cNvGrpSpPr/>
          <p:nvPr/>
        </p:nvGrpSpPr>
        <p:grpSpPr>
          <a:xfrm>
            <a:off x="3037962" y="3577971"/>
            <a:ext cx="8224599" cy="2603109"/>
            <a:chOff x="3037962" y="3577971"/>
            <a:chExt cx="8224599" cy="2603109"/>
          </a:xfrm>
        </p:grpSpPr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22278E68-8F2D-B29C-6D32-072AB9C05C8F}"/>
                </a:ext>
              </a:extLst>
            </p:cNvPr>
            <p:cNvGrpSpPr/>
            <p:nvPr/>
          </p:nvGrpSpPr>
          <p:grpSpPr>
            <a:xfrm>
              <a:off x="4281843" y="4427055"/>
              <a:ext cx="628907" cy="628907"/>
              <a:chOff x="2867802" y="3950805"/>
              <a:chExt cx="628907" cy="628907"/>
            </a:xfrm>
          </p:grpSpPr>
          <p:sp>
            <p:nvSpPr>
              <p:cNvPr id="4" name="Oval 3">
                <a:extLst>
                  <a:ext uri="{FF2B5EF4-FFF2-40B4-BE49-F238E27FC236}">
                    <a16:creationId xmlns:a16="http://schemas.microsoft.com/office/drawing/2014/main" id="{5E9DD4B4-EFD7-8BA4-315D-70924409E4A0}"/>
                  </a:ext>
                </a:extLst>
              </p:cNvPr>
              <p:cNvSpPr/>
              <p:nvPr/>
            </p:nvSpPr>
            <p:spPr>
              <a:xfrm>
                <a:off x="2867802" y="3950805"/>
                <a:ext cx="628907" cy="628907"/>
              </a:xfrm>
              <a:prstGeom prst="ellipse">
                <a:avLst/>
              </a:prstGeom>
              <a:solidFill>
                <a:schemeClr val="bg1"/>
              </a:solidFill>
              <a:ln w="28575"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EA3E574C-4855-3893-CE41-7E09693AB543}"/>
                  </a:ext>
                </a:extLst>
              </p:cNvPr>
              <p:cNvSpPr txBox="1"/>
              <p:nvPr/>
            </p:nvSpPr>
            <p:spPr>
              <a:xfrm>
                <a:off x="2949594" y="4126758"/>
                <a:ext cx="465322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2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white">
                        <a:lumMod val="75000"/>
                      </a:prstClr>
                    </a:solidFill>
                    <a:effectLst/>
                    <a:uLnTx/>
                    <a:uFillTx/>
                    <a:latin typeface="Aptos" panose="020B0004020202020204" pitchFamily="34" charset="0"/>
                    <a:ea typeface="+mn-ea"/>
                    <a:cs typeface="Arial" panose="020B0604020202020204" pitchFamily="34" charset="0"/>
                  </a:rPr>
                  <a:t>RTH</a:t>
                </a:r>
              </a:p>
            </p:txBody>
          </p:sp>
        </p:grpSp>
        <p:cxnSp>
          <p:nvCxnSpPr>
            <p:cNvPr id="6" name="Straight Arrow Connector 5">
              <a:extLst>
                <a:ext uri="{FF2B5EF4-FFF2-40B4-BE49-F238E27FC236}">
                  <a16:creationId xmlns:a16="http://schemas.microsoft.com/office/drawing/2014/main" id="{081F9340-C275-6727-2D28-D09273EDAB5F}"/>
                </a:ext>
              </a:extLst>
            </p:cNvPr>
            <p:cNvCxnSpPr>
              <a:cxnSpLocks/>
            </p:cNvCxnSpPr>
            <p:nvPr/>
          </p:nvCxnSpPr>
          <p:spPr>
            <a:xfrm>
              <a:off x="3037962" y="4315266"/>
              <a:ext cx="1175587" cy="306792"/>
            </a:xfrm>
            <a:prstGeom prst="straightConnector1">
              <a:avLst/>
            </a:prstGeom>
            <a:ln>
              <a:solidFill>
                <a:schemeClr val="bg1">
                  <a:lumMod val="85000"/>
                </a:schemeClr>
              </a:solidFill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6E1142B0-137F-42AA-02B0-F4071C4CB559}"/>
                </a:ext>
              </a:extLst>
            </p:cNvPr>
            <p:cNvGrpSpPr/>
            <p:nvPr/>
          </p:nvGrpSpPr>
          <p:grpSpPr>
            <a:xfrm>
              <a:off x="6188224" y="3577971"/>
              <a:ext cx="628907" cy="628907"/>
              <a:chOff x="2867802" y="3950805"/>
              <a:chExt cx="628907" cy="628907"/>
            </a:xfrm>
          </p:grpSpPr>
          <p:sp>
            <p:nvSpPr>
              <p:cNvPr id="12" name="Oval 11">
                <a:extLst>
                  <a:ext uri="{FF2B5EF4-FFF2-40B4-BE49-F238E27FC236}">
                    <a16:creationId xmlns:a16="http://schemas.microsoft.com/office/drawing/2014/main" id="{6D877116-9152-6359-12E3-9A456409251B}"/>
                  </a:ext>
                </a:extLst>
              </p:cNvPr>
              <p:cNvSpPr/>
              <p:nvPr/>
            </p:nvSpPr>
            <p:spPr>
              <a:xfrm>
                <a:off x="2867802" y="3950805"/>
                <a:ext cx="628907" cy="628907"/>
              </a:xfrm>
              <a:prstGeom prst="ellipse">
                <a:avLst/>
              </a:prstGeom>
              <a:solidFill>
                <a:schemeClr val="bg1"/>
              </a:solidFill>
              <a:ln w="28575"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8C4AFE4F-7A13-50E2-79C4-B9007E1D3DFD}"/>
                  </a:ext>
                </a:extLst>
              </p:cNvPr>
              <p:cNvSpPr txBox="1"/>
              <p:nvPr/>
            </p:nvSpPr>
            <p:spPr>
              <a:xfrm>
                <a:off x="2949594" y="4068702"/>
                <a:ext cx="465322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2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white">
                        <a:lumMod val="75000"/>
                      </a:prstClr>
                    </a:solidFill>
                    <a:effectLst/>
                    <a:uLnTx/>
                    <a:uFillTx/>
                    <a:latin typeface="Aptos" panose="020B0004020202020204" pitchFamily="34" charset="0"/>
                    <a:ea typeface="+mn-ea"/>
                    <a:cs typeface="Arial" panose="020B0604020202020204" pitchFamily="34" charset="0"/>
                  </a:rPr>
                  <a:t>RTH</a:t>
                </a:r>
              </a:p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8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white">
                        <a:lumMod val="75000"/>
                      </a:prstClr>
                    </a:solidFill>
                    <a:effectLst/>
                    <a:uLnTx/>
                    <a:uFillTx/>
                    <a:latin typeface="Aptos" panose="020B0004020202020204" pitchFamily="34" charset="0"/>
                    <a:ea typeface="+mn-ea"/>
                    <a:cs typeface="Arial" panose="020B0604020202020204" pitchFamily="34" charset="0"/>
                  </a:rPr>
                  <a:t>Exeter</a:t>
                </a:r>
              </a:p>
            </p:txBody>
          </p:sp>
        </p:grp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79B4358C-9C65-EDE5-D668-37C0132C473C}"/>
                </a:ext>
              </a:extLst>
            </p:cNvPr>
            <p:cNvGrpSpPr/>
            <p:nvPr/>
          </p:nvGrpSpPr>
          <p:grpSpPr>
            <a:xfrm>
              <a:off x="9293175" y="3577971"/>
              <a:ext cx="628907" cy="628907"/>
              <a:chOff x="2867802" y="3950805"/>
              <a:chExt cx="628907" cy="628907"/>
            </a:xfrm>
          </p:grpSpPr>
          <p:sp>
            <p:nvSpPr>
              <p:cNvPr id="23" name="Oval 22">
                <a:extLst>
                  <a:ext uri="{FF2B5EF4-FFF2-40B4-BE49-F238E27FC236}">
                    <a16:creationId xmlns:a16="http://schemas.microsoft.com/office/drawing/2014/main" id="{9FA5FD99-EAAD-F677-8238-C223ABA99833}"/>
                  </a:ext>
                </a:extLst>
              </p:cNvPr>
              <p:cNvSpPr/>
              <p:nvPr/>
            </p:nvSpPr>
            <p:spPr>
              <a:xfrm>
                <a:off x="2867802" y="3950805"/>
                <a:ext cx="628907" cy="628907"/>
              </a:xfrm>
              <a:prstGeom prst="ellipse">
                <a:avLst/>
              </a:prstGeom>
              <a:solidFill>
                <a:schemeClr val="bg1"/>
              </a:solidFill>
              <a:ln w="28575"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94FABC73-B287-D807-09C7-019D3F4F49FC}"/>
                  </a:ext>
                </a:extLst>
              </p:cNvPr>
              <p:cNvSpPr txBox="1"/>
              <p:nvPr/>
            </p:nvSpPr>
            <p:spPr>
              <a:xfrm>
                <a:off x="2932200" y="4068702"/>
                <a:ext cx="500110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2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white">
                        <a:lumMod val="75000"/>
                      </a:prstClr>
                    </a:solidFill>
                    <a:effectLst/>
                    <a:uLnTx/>
                    <a:uFillTx/>
                    <a:latin typeface="Aptos" panose="020B0004020202020204" pitchFamily="34" charset="0"/>
                    <a:ea typeface="+mn-ea"/>
                    <a:cs typeface="Arial" panose="020B0604020202020204" pitchFamily="34" charset="0"/>
                  </a:rPr>
                  <a:t>RTH</a:t>
                </a:r>
              </a:p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8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white">
                        <a:lumMod val="75000"/>
                      </a:prstClr>
                    </a:solidFill>
                    <a:effectLst/>
                    <a:uLnTx/>
                    <a:uFillTx/>
                    <a:latin typeface="Aptos" panose="020B0004020202020204" pitchFamily="34" charset="0"/>
                    <a:ea typeface="+mn-ea"/>
                    <a:cs typeface="Arial" panose="020B0604020202020204" pitchFamily="34" charset="0"/>
                  </a:rPr>
                  <a:t>Beijing</a:t>
                </a:r>
                <a:endParaRPr kumimoji="0" lang="en-GB" sz="700" b="0" i="0" u="none" strike="noStrike" kern="0" cap="none" spc="0" normalizeH="0" baseline="0" noProof="0" dirty="0">
                  <a:ln>
                    <a:noFill/>
                  </a:ln>
                  <a:solidFill>
                    <a:prstClr val="white">
                      <a:lumMod val="75000"/>
                    </a:prstClr>
                  </a:solidFill>
                  <a:effectLst/>
                  <a:uLnTx/>
                  <a:uFillTx/>
                  <a:latin typeface="Aptos" panose="020B0004020202020204" pitchFamily="34" charset="0"/>
                  <a:ea typeface="+mn-ea"/>
                  <a:cs typeface="Arial" panose="020B0604020202020204" pitchFamily="34" charset="0"/>
                </a:endParaRPr>
              </a:p>
            </p:txBody>
          </p:sp>
        </p:grpSp>
        <p:grpSp>
          <p:nvGrpSpPr>
            <p:cNvPr id="26" name="Group 25">
              <a:extLst>
                <a:ext uri="{FF2B5EF4-FFF2-40B4-BE49-F238E27FC236}">
                  <a16:creationId xmlns:a16="http://schemas.microsoft.com/office/drawing/2014/main" id="{B6EDACDE-0966-07E6-839F-F27F8B79F5ED}"/>
                </a:ext>
              </a:extLst>
            </p:cNvPr>
            <p:cNvGrpSpPr/>
            <p:nvPr/>
          </p:nvGrpSpPr>
          <p:grpSpPr>
            <a:xfrm>
              <a:off x="6521485" y="5413675"/>
              <a:ext cx="628907" cy="628907"/>
              <a:chOff x="2867802" y="3950805"/>
              <a:chExt cx="628907" cy="628907"/>
            </a:xfrm>
          </p:grpSpPr>
          <p:sp>
            <p:nvSpPr>
              <p:cNvPr id="27" name="Oval 26">
                <a:extLst>
                  <a:ext uri="{FF2B5EF4-FFF2-40B4-BE49-F238E27FC236}">
                    <a16:creationId xmlns:a16="http://schemas.microsoft.com/office/drawing/2014/main" id="{374F5DDF-BD68-2DE5-1376-7F4EDB5DFA2E}"/>
                  </a:ext>
                </a:extLst>
              </p:cNvPr>
              <p:cNvSpPr/>
              <p:nvPr/>
            </p:nvSpPr>
            <p:spPr>
              <a:xfrm>
                <a:off x="2867802" y="3950805"/>
                <a:ext cx="628907" cy="628907"/>
              </a:xfrm>
              <a:prstGeom prst="ellipse">
                <a:avLst/>
              </a:prstGeom>
              <a:solidFill>
                <a:schemeClr val="bg1"/>
              </a:solidFill>
              <a:ln w="28575"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>
                      <a:lumMod val="65000"/>
                    </a:prstClr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DE4EBF26-C361-BF65-90B6-0C5DAB2D56A3}"/>
                  </a:ext>
                </a:extLst>
              </p:cNvPr>
              <p:cNvSpPr txBox="1"/>
              <p:nvPr/>
            </p:nvSpPr>
            <p:spPr>
              <a:xfrm>
                <a:off x="2949594" y="4126758"/>
                <a:ext cx="465322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2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white">
                        <a:lumMod val="75000"/>
                      </a:prstClr>
                    </a:solidFill>
                    <a:effectLst/>
                    <a:uLnTx/>
                    <a:uFillTx/>
                    <a:latin typeface="Aptos" panose="020B0004020202020204" pitchFamily="34" charset="0"/>
                    <a:ea typeface="+mn-ea"/>
                    <a:cs typeface="Arial" panose="020B0604020202020204" pitchFamily="34" charset="0"/>
                  </a:rPr>
                  <a:t>RTH</a:t>
                </a:r>
              </a:p>
            </p:txBody>
          </p:sp>
        </p:grpSp>
        <p:grpSp>
          <p:nvGrpSpPr>
            <p:cNvPr id="29" name="Group 28">
              <a:extLst>
                <a:ext uri="{FF2B5EF4-FFF2-40B4-BE49-F238E27FC236}">
                  <a16:creationId xmlns:a16="http://schemas.microsoft.com/office/drawing/2014/main" id="{6561B8DB-5B75-F248-9620-B19C035589AA}"/>
                </a:ext>
              </a:extLst>
            </p:cNvPr>
            <p:cNvGrpSpPr/>
            <p:nvPr/>
          </p:nvGrpSpPr>
          <p:grpSpPr>
            <a:xfrm>
              <a:off x="8862418" y="5165872"/>
              <a:ext cx="628907" cy="628907"/>
              <a:chOff x="2867802" y="3950805"/>
              <a:chExt cx="628907" cy="628907"/>
            </a:xfrm>
          </p:grpSpPr>
          <p:sp>
            <p:nvSpPr>
              <p:cNvPr id="30" name="Oval 29">
                <a:extLst>
                  <a:ext uri="{FF2B5EF4-FFF2-40B4-BE49-F238E27FC236}">
                    <a16:creationId xmlns:a16="http://schemas.microsoft.com/office/drawing/2014/main" id="{F5E15B0F-1DFA-E8E7-27E6-0B3340A1A001}"/>
                  </a:ext>
                </a:extLst>
              </p:cNvPr>
              <p:cNvSpPr/>
              <p:nvPr/>
            </p:nvSpPr>
            <p:spPr>
              <a:xfrm>
                <a:off x="2867802" y="3950805"/>
                <a:ext cx="628907" cy="628907"/>
              </a:xfrm>
              <a:prstGeom prst="ellipse">
                <a:avLst/>
              </a:prstGeom>
              <a:solidFill>
                <a:schemeClr val="bg1"/>
              </a:solidFill>
              <a:ln w="28575"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>
                      <a:lumMod val="65000"/>
                    </a:prstClr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4E83005F-9244-2053-298E-5CEEB93DB79F}"/>
                  </a:ext>
                </a:extLst>
              </p:cNvPr>
              <p:cNvSpPr txBox="1"/>
              <p:nvPr/>
            </p:nvSpPr>
            <p:spPr>
              <a:xfrm>
                <a:off x="2949594" y="4126758"/>
                <a:ext cx="465322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2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white">
                        <a:lumMod val="75000"/>
                      </a:prstClr>
                    </a:solidFill>
                    <a:effectLst/>
                    <a:uLnTx/>
                    <a:uFillTx/>
                    <a:latin typeface="Aptos" panose="020B0004020202020204" pitchFamily="34" charset="0"/>
                    <a:ea typeface="+mn-ea"/>
                    <a:cs typeface="Arial" panose="020B0604020202020204" pitchFamily="34" charset="0"/>
                  </a:rPr>
                  <a:t>RTH</a:t>
                </a:r>
              </a:p>
            </p:txBody>
          </p:sp>
        </p:grpSp>
        <p:grpSp>
          <p:nvGrpSpPr>
            <p:cNvPr id="32" name="Group 31">
              <a:extLst>
                <a:ext uri="{FF2B5EF4-FFF2-40B4-BE49-F238E27FC236}">
                  <a16:creationId xmlns:a16="http://schemas.microsoft.com/office/drawing/2014/main" id="{D1BD624F-09A9-4961-C691-5C70010C3ECC}"/>
                </a:ext>
              </a:extLst>
            </p:cNvPr>
            <p:cNvGrpSpPr/>
            <p:nvPr/>
          </p:nvGrpSpPr>
          <p:grpSpPr>
            <a:xfrm>
              <a:off x="7543240" y="4536965"/>
              <a:ext cx="628907" cy="628907"/>
              <a:chOff x="2867802" y="3950805"/>
              <a:chExt cx="628907" cy="628907"/>
            </a:xfrm>
          </p:grpSpPr>
          <p:sp>
            <p:nvSpPr>
              <p:cNvPr id="33" name="Oval 32">
                <a:extLst>
                  <a:ext uri="{FF2B5EF4-FFF2-40B4-BE49-F238E27FC236}">
                    <a16:creationId xmlns:a16="http://schemas.microsoft.com/office/drawing/2014/main" id="{7C84BE5F-85FD-73D0-D444-B8DA29B48300}"/>
                  </a:ext>
                </a:extLst>
              </p:cNvPr>
              <p:cNvSpPr/>
              <p:nvPr/>
            </p:nvSpPr>
            <p:spPr>
              <a:xfrm>
                <a:off x="2867802" y="3950805"/>
                <a:ext cx="628907" cy="628907"/>
              </a:xfrm>
              <a:prstGeom prst="ellipse">
                <a:avLst/>
              </a:prstGeom>
              <a:solidFill>
                <a:schemeClr val="bg1"/>
              </a:solidFill>
              <a:ln w="28575"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>
                      <a:lumMod val="65000"/>
                    </a:prstClr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548A7682-416C-A320-846B-1C3DC832240E}"/>
                  </a:ext>
                </a:extLst>
              </p:cNvPr>
              <p:cNvSpPr txBox="1"/>
              <p:nvPr/>
            </p:nvSpPr>
            <p:spPr>
              <a:xfrm>
                <a:off x="2949594" y="4126758"/>
                <a:ext cx="465322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2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white">
                        <a:lumMod val="75000"/>
                      </a:prstClr>
                    </a:solidFill>
                    <a:effectLst/>
                    <a:uLnTx/>
                    <a:uFillTx/>
                    <a:latin typeface="Aptos" panose="020B0004020202020204" pitchFamily="34" charset="0"/>
                    <a:ea typeface="+mn-ea"/>
                    <a:cs typeface="Arial" panose="020B0604020202020204" pitchFamily="34" charset="0"/>
                  </a:rPr>
                  <a:t>RTH</a:t>
                </a:r>
              </a:p>
            </p:txBody>
          </p:sp>
        </p:grpSp>
        <p:cxnSp>
          <p:nvCxnSpPr>
            <p:cNvPr id="35" name="Straight Arrow Connector 34">
              <a:extLst>
                <a:ext uri="{FF2B5EF4-FFF2-40B4-BE49-F238E27FC236}">
                  <a16:creationId xmlns:a16="http://schemas.microsoft.com/office/drawing/2014/main" id="{A495CCE8-162A-F5D7-5D5C-485BF2860257}"/>
                </a:ext>
              </a:extLst>
            </p:cNvPr>
            <p:cNvCxnSpPr>
              <a:cxnSpLocks/>
            </p:cNvCxnSpPr>
            <p:nvPr/>
          </p:nvCxnSpPr>
          <p:spPr>
            <a:xfrm>
              <a:off x="4975127" y="4870482"/>
              <a:ext cx="1508258" cy="709621"/>
            </a:xfrm>
            <a:prstGeom prst="straightConnector1">
              <a:avLst/>
            </a:prstGeom>
            <a:ln>
              <a:solidFill>
                <a:schemeClr val="bg1">
                  <a:lumMod val="85000"/>
                </a:schemeClr>
              </a:solidFill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Arrow Connector 35">
              <a:extLst>
                <a:ext uri="{FF2B5EF4-FFF2-40B4-BE49-F238E27FC236}">
                  <a16:creationId xmlns:a16="http://schemas.microsoft.com/office/drawing/2014/main" id="{18FA2619-7D8E-39E3-67F1-C29031EE8B6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948850" y="3983610"/>
              <a:ext cx="1143095" cy="575843"/>
            </a:xfrm>
            <a:prstGeom prst="straightConnector1">
              <a:avLst/>
            </a:prstGeom>
            <a:ln>
              <a:solidFill>
                <a:schemeClr val="bg1">
                  <a:lumMod val="85000"/>
                </a:schemeClr>
              </a:solidFill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Arrow Connector 36">
              <a:extLst>
                <a:ext uri="{FF2B5EF4-FFF2-40B4-BE49-F238E27FC236}">
                  <a16:creationId xmlns:a16="http://schemas.microsoft.com/office/drawing/2014/main" id="{EEE00F7C-97A2-B9F4-BA50-016459F09C5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123124" y="5120144"/>
              <a:ext cx="428025" cy="331605"/>
            </a:xfrm>
            <a:prstGeom prst="straightConnector1">
              <a:avLst/>
            </a:prstGeom>
            <a:ln>
              <a:solidFill>
                <a:schemeClr val="bg1">
                  <a:lumMod val="85000"/>
                </a:schemeClr>
              </a:solidFill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Arrow Connector 37">
              <a:extLst>
                <a:ext uri="{FF2B5EF4-FFF2-40B4-BE49-F238E27FC236}">
                  <a16:creationId xmlns:a16="http://schemas.microsoft.com/office/drawing/2014/main" id="{D598D0DD-8CB5-7EF0-1359-80FA8EBAD31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172147" y="4092067"/>
              <a:ext cx="1121028" cy="549041"/>
            </a:xfrm>
            <a:prstGeom prst="straightConnector1">
              <a:avLst/>
            </a:prstGeom>
            <a:ln>
              <a:solidFill>
                <a:schemeClr val="bg1">
                  <a:lumMod val="85000"/>
                </a:schemeClr>
              </a:solidFill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Arrow Connector 38">
              <a:extLst>
                <a:ext uri="{FF2B5EF4-FFF2-40B4-BE49-F238E27FC236}">
                  <a16:creationId xmlns:a16="http://schemas.microsoft.com/office/drawing/2014/main" id="{BDC6A536-4B94-15E9-19AD-0CD3606BF1F0}"/>
                </a:ext>
              </a:extLst>
            </p:cNvPr>
            <p:cNvCxnSpPr>
              <a:cxnSpLocks/>
            </p:cNvCxnSpPr>
            <p:nvPr/>
          </p:nvCxnSpPr>
          <p:spPr>
            <a:xfrm>
              <a:off x="8191197" y="5026609"/>
              <a:ext cx="652171" cy="305691"/>
            </a:xfrm>
            <a:prstGeom prst="straightConnector1">
              <a:avLst/>
            </a:prstGeom>
            <a:ln>
              <a:solidFill>
                <a:schemeClr val="bg1">
                  <a:lumMod val="85000"/>
                </a:schemeClr>
              </a:solidFill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Arrow Connector 41">
              <a:extLst>
                <a:ext uri="{FF2B5EF4-FFF2-40B4-BE49-F238E27FC236}">
                  <a16:creationId xmlns:a16="http://schemas.microsoft.com/office/drawing/2014/main" id="{BAFF705C-59CE-B50A-0C78-1033278A4704}"/>
                </a:ext>
              </a:extLst>
            </p:cNvPr>
            <p:cNvCxnSpPr>
              <a:cxnSpLocks/>
            </p:cNvCxnSpPr>
            <p:nvPr/>
          </p:nvCxnSpPr>
          <p:spPr>
            <a:xfrm>
              <a:off x="9538950" y="5570578"/>
              <a:ext cx="981544" cy="276999"/>
            </a:xfrm>
            <a:prstGeom prst="straightConnector1">
              <a:avLst/>
            </a:prstGeom>
            <a:ln>
              <a:solidFill>
                <a:schemeClr val="bg1">
                  <a:lumMod val="85000"/>
                </a:schemeClr>
              </a:solidFill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02" name="Group 201">
              <a:extLst>
                <a:ext uri="{FF2B5EF4-FFF2-40B4-BE49-F238E27FC236}">
                  <a16:creationId xmlns:a16="http://schemas.microsoft.com/office/drawing/2014/main" id="{BBA1DEC0-F3FE-367F-BDA9-9FBC89B3C8AB}"/>
                </a:ext>
              </a:extLst>
            </p:cNvPr>
            <p:cNvGrpSpPr/>
            <p:nvPr/>
          </p:nvGrpSpPr>
          <p:grpSpPr>
            <a:xfrm>
              <a:off x="10510969" y="5552173"/>
              <a:ext cx="751592" cy="628907"/>
              <a:chOff x="10510969" y="5552173"/>
              <a:chExt cx="751592" cy="628907"/>
            </a:xfrm>
          </p:grpSpPr>
          <p:sp>
            <p:nvSpPr>
              <p:cNvPr id="40" name="Rectangle: Rounded Corners 39">
                <a:extLst>
                  <a:ext uri="{FF2B5EF4-FFF2-40B4-BE49-F238E27FC236}">
                    <a16:creationId xmlns:a16="http://schemas.microsoft.com/office/drawing/2014/main" id="{A6D73FA4-21C4-3B25-ABDF-CA4D2070AE5A}"/>
                  </a:ext>
                </a:extLst>
              </p:cNvPr>
              <p:cNvSpPr/>
              <p:nvPr/>
            </p:nvSpPr>
            <p:spPr>
              <a:xfrm>
                <a:off x="10572312" y="5552173"/>
                <a:ext cx="628907" cy="628907"/>
              </a:xfrm>
              <a:prstGeom prst="roundRect">
                <a:avLst>
                  <a:gd name="adj" fmla="val 8678"/>
                </a:avLst>
              </a:prstGeom>
              <a:solidFill>
                <a:schemeClr val="bg1"/>
              </a:solidFill>
              <a:ln w="28575"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5A5A2345-49A1-DD76-D63E-21509C1B5255}"/>
                  </a:ext>
                </a:extLst>
              </p:cNvPr>
              <p:cNvSpPr txBox="1"/>
              <p:nvPr/>
            </p:nvSpPr>
            <p:spPr>
              <a:xfrm>
                <a:off x="10510969" y="5728127"/>
                <a:ext cx="751592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2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white">
                        <a:lumMod val="75000"/>
                      </a:prstClr>
                    </a:solidFill>
                    <a:effectLst/>
                    <a:uLnTx/>
                    <a:uFillTx/>
                    <a:latin typeface="Aptos" panose="020B0004020202020204" pitchFamily="34" charset="0"/>
                    <a:ea typeface="+mn-ea"/>
                    <a:cs typeface="Arial" panose="020B0604020202020204" pitchFamily="34" charset="0"/>
                  </a:rPr>
                  <a:t>WDQMS</a:t>
                </a:r>
              </a:p>
            </p:txBody>
          </p:sp>
        </p:grpSp>
      </p:grpSp>
      <p:grpSp>
        <p:nvGrpSpPr>
          <p:cNvPr id="209" name="Group 208">
            <a:extLst>
              <a:ext uri="{FF2B5EF4-FFF2-40B4-BE49-F238E27FC236}">
                <a16:creationId xmlns:a16="http://schemas.microsoft.com/office/drawing/2014/main" id="{B5805278-E537-1F4E-523C-648720133ABE}"/>
              </a:ext>
            </a:extLst>
          </p:cNvPr>
          <p:cNvGrpSpPr/>
          <p:nvPr/>
        </p:nvGrpSpPr>
        <p:grpSpPr>
          <a:xfrm>
            <a:off x="1430655" y="808440"/>
            <a:ext cx="2456202" cy="855395"/>
            <a:chOff x="1430655" y="770340"/>
            <a:chExt cx="2456202" cy="855395"/>
          </a:xfrm>
        </p:grpSpPr>
        <p:grpSp>
          <p:nvGrpSpPr>
            <p:cNvPr id="49" name="Group 48">
              <a:extLst>
                <a:ext uri="{FF2B5EF4-FFF2-40B4-BE49-F238E27FC236}">
                  <a16:creationId xmlns:a16="http://schemas.microsoft.com/office/drawing/2014/main" id="{5F0CE117-3306-442F-1523-A03660F1E0F4}"/>
                </a:ext>
              </a:extLst>
            </p:cNvPr>
            <p:cNvGrpSpPr/>
            <p:nvPr/>
          </p:nvGrpSpPr>
          <p:grpSpPr>
            <a:xfrm>
              <a:off x="1430655" y="770340"/>
              <a:ext cx="612283" cy="855395"/>
              <a:chOff x="2425679" y="690821"/>
              <a:chExt cx="612283" cy="855395"/>
            </a:xfrm>
          </p:grpSpPr>
          <p:pic>
            <p:nvPicPr>
              <p:cNvPr id="43" name="Picture 42">
                <a:extLst>
                  <a:ext uri="{FF2B5EF4-FFF2-40B4-BE49-F238E27FC236}">
                    <a16:creationId xmlns:a16="http://schemas.microsoft.com/office/drawing/2014/main" id="{E1CB7FEB-24FA-1D55-C636-FE54A3346EE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2425679" y="690821"/>
                <a:ext cx="612283" cy="855395"/>
              </a:xfrm>
              <a:prstGeom prst="rect">
                <a:avLst/>
              </a:prstGeom>
            </p:spPr>
          </p:pic>
          <p:sp>
            <p:nvSpPr>
              <p:cNvPr id="45" name="Rectangle 44">
                <a:extLst>
                  <a:ext uri="{FF2B5EF4-FFF2-40B4-BE49-F238E27FC236}">
                    <a16:creationId xmlns:a16="http://schemas.microsoft.com/office/drawing/2014/main" id="{6C5C0919-88F6-B0EF-C060-42D77BC01D3D}"/>
                  </a:ext>
                </a:extLst>
              </p:cNvPr>
              <p:cNvSpPr/>
              <p:nvPr/>
            </p:nvSpPr>
            <p:spPr>
              <a:xfrm>
                <a:off x="2631993" y="1000455"/>
                <a:ext cx="169804" cy="169804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A</a:t>
                </a:r>
              </a:p>
            </p:txBody>
          </p:sp>
        </p:grpSp>
        <p:grpSp>
          <p:nvGrpSpPr>
            <p:cNvPr id="50" name="Group 49">
              <a:extLst>
                <a:ext uri="{FF2B5EF4-FFF2-40B4-BE49-F238E27FC236}">
                  <a16:creationId xmlns:a16="http://schemas.microsoft.com/office/drawing/2014/main" id="{AEC7D1AF-EA6E-18E6-20EB-AA9B03D215D9}"/>
                </a:ext>
              </a:extLst>
            </p:cNvPr>
            <p:cNvGrpSpPr/>
            <p:nvPr/>
          </p:nvGrpSpPr>
          <p:grpSpPr>
            <a:xfrm>
              <a:off x="2045295" y="770340"/>
              <a:ext cx="612283" cy="855395"/>
              <a:chOff x="2425679" y="690821"/>
              <a:chExt cx="612283" cy="855395"/>
            </a:xfrm>
          </p:grpSpPr>
          <p:pic>
            <p:nvPicPr>
              <p:cNvPr id="57" name="Picture 56">
                <a:extLst>
                  <a:ext uri="{FF2B5EF4-FFF2-40B4-BE49-F238E27FC236}">
                    <a16:creationId xmlns:a16="http://schemas.microsoft.com/office/drawing/2014/main" id="{745F2198-4448-CCA2-9E0C-59EF3B78417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2425679" y="690821"/>
                <a:ext cx="612283" cy="855395"/>
              </a:xfrm>
              <a:prstGeom prst="rect">
                <a:avLst/>
              </a:prstGeom>
            </p:spPr>
          </p:pic>
          <p:sp>
            <p:nvSpPr>
              <p:cNvPr id="59" name="Rectangle 58">
                <a:extLst>
                  <a:ext uri="{FF2B5EF4-FFF2-40B4-BE49-F238E27FC236}">
                    <a16:creationId xmlns:a16="http://schemas.microsoft.com/office/drawing/2014/main" id="{4B076D1E-BB8D-AE2D-1CBE-E3BB1A135794}"/>
                  </a:ext>
                </a:extLst>
              </p:cNvPr>
              <p:cNvSpPr/>
              <p:nvPr/>
            </p:nvSpPr>
            <p:spPr>
              <a:xfrm>
                <a:off x="2631993" y="1000455"/>
                <a:ext cx="169804" cy="169804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B</a:t>
                </a:r>
              </a:p>
            </p:txBody>
          </p:sp>
        </p:grpSp>
        <p:grpSp>
          <p:nvGrpSpPr>
            <p:cNvPr id="60" name="Group 59">
              <a:extLst>
                <a:ext uri="{FF2B5EF4-FFF2-40B4-BE49-F238E27FC236}">
                  <a16:creationId xmlns:a16="http://schemas.microsoft.com/office/drawing/2014/main" id="{0E0054EF-1442-8713-484E-6E6BA1D2DF7F}"/>
                </a:ext>
              </a:extLst>
            </p:cNvPr>
            <p:cNvGrpSpPr/>
            <p:nvPr/>
          </p:nvGrpSpPr>
          <p:grpSpPr>
            <a:xfrm>
              <a:off x="2659935" y="770340"/>
              <a:ext cx="612283" cy="855395"/>
              <a:chOff x="2425679" y="690821"/>
              <a:chExt cx="612283" cy="855395"/>
            </a:xfrm>
          </p:grpSpPr>
          <p:pic>
            <p:nvPicPr>
              <p:cNvPr id="63" name="Picture 62">
                <a:extLst>
                  <a:ext uri="{FF2B5EF4-FFF2-40B4-BE49-F238E27FC236}">
                    <a16:creationId xmlns:a16="http://schemas.microsoft.com/office/drawing/2014/main" id="{31E26EC6-01AF-DE35-E820-9A80C2C5359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2425679" y="690821"/>
                <a:ext cx="612283" cy="855395"/>
              </a:xfrm>
              <a:prstGeom prst="rect">
                <a:avLst/>
              </a:prstGeom>
            </p:spPr>
          </p:pic>
          <p:sp>
            <p:nvSpPr>
              <p:cNvPr id="192" name="Rectangle 191">
                <a:extLst>
                  <a:ext uri="{FF2B5EF4-FFF2-40B4-BE49-F238E27FC236}">
                    <a16:creationId xmlns:a16="http://schemas.microsoft.com/office/drawing/2014/main" id="{0462C771-09A8-416E-7B04-F164C46973DF}"/>
                  </a:ext>
                </a:extLst>
              </p:cNvPr>
              <p:cNvSpPr/>
              <p:nvPr/>
            </p:nvSpPr>
            <p:spPr>
              <a:xfrm>
                <a:off x="2631993" y="1000455"/>
                <a:ext cx="169804" cy="169804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C</a:t>
                </a:r>
              </a:p>
            </p:txBody>
          </p:sp>
        </p:grpSp>
        <p:grpSp>
          <p:nvGrpSpPr>
            <p:cNvPr id="193" name="Group 192">
              <a:extLst>
                <a:ext uri="{FF2B5EF4-FFF2-40B4-BE49-F238E27FC236}">
                  <a16:creationId xmlns:a16="http://schemas.microsoft.com/office/drawing/2014/main" id="{7DB75955-979F-EE95-F560-9669E8033807}"/>
                </a:ext>
              </a:extLst>
            </p:cNvPr>
            <p:cNvGrpSpPr/>
            <p:nvPr/>
          </p:nvGrpSpPr>
          <p:grpSpPr>
            <a:xfrm>
              <a:off x="3274574" y="770340"/>
              <a:ext cx="612283" cy="855395"/>
              <a:chOff x="2425679" y="690821"/>
              <a:chExt cx="612283" cy="855395"/>
            </a:xfrm>
          </p:grpSpPr>
          <p:pic>
            <p:nvPicPr>
              <p:cNvPr id="194" name="Picture 193">
                <a:extLst>
                  <a:ext uri="{FF2B5EF4-FFF2-40B4-BE49-F238E27FC236}">
                    <a16:creationId xmlns:a16="http://schemas.microsoft.com/office/drawing/2014/main" id="{93D9E140-342F-2D4B-82E5-36C2AEF233E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2425679" y="690821"/>
                <a:ext cx="612283" cy="855395"/>
              </a:xfrm>
              <a:prstGeom prst="rect">
                <a:avLst/>
              </a:prstGeom>
            </p:spPr>
          </p:pic>
          <p:sp>
            <p:nvSpPr>
              <p:cNvPr id="201" name="Rectangle 200">
                <a:extLst>
                  <a:ext uri="{FF2B5EF4-FFF2-40B4-BE49-F238E27FC236}">
                    <a16:creationId xmlns:a16="http://schemas.microsoft.com/office/drawing/2014/main" id="{1E73A826-6C81-97BC-F3C7-8E07183EC4B5}"/>
                  </a:ext>
                </a:extLst>
              </p:cNvPr>
              <p:cNvSpPr/>
              <p:nvPr/>
            </p:nvSpPr>
            <p:spPr>
              <a:xfrm>
                <a:off x="2631993" y="1000455"/>
                <a:ext cx="169804" cy="169804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D</a:t>
                </a:r>
              </a:p>
            </p:txBody>
          </p:sp>
        </p:grpSp>
      </p:grpSp>
      <p:grpSp>
        <p:nvGrpSpPr>
          <p:cNvPr id="214" name="Group 213">
            <a:extLst>
              <a:ext uri="{FF2B5EF4-FFF2-40B4-BE49-F238E27FC236}">
                <a16:creationId xmlns:a16="http://schemas.microsoft.com/office/drawing/2014/main" id="{D8035442-F10B-4530-E5FB-45E266C16F6A}"/>
              </a:ext>
            </a:extLst>
          </p:cNvPr>
          <p:cNvGrpSpPr/>
          <p:nvPr/>
        </p:nvGrpSpPr>
        <p:grpSpPr>
          <a:xfrm>
            <a:off x="2963924" y="2367446"/>
            <a:ext cx="716753" cy="326665"/>
            <a:chOff x="2963924" y="2367446"/>
            <a:chExt cx="716753" cy="326665"/>
          </a:xfrm>
        </p:grpSpPr>
        <p:grpSp>
          <p:nvGrpSpPr>
            <p:cNvPr id="210" name="Group 209">
              <a:extLst>
                <a:ext uri="{FF2B5EF4-FFF2-40B4-BE49-F238E27FC236}">
                  <a16:creationId xmlns:a16="http://schemas.microsoft.com/office/drawing/2014/main" id="{5BBA9954-7770-B475-E84E-15596B932D09}"/>
                </a:ext>
              </a:extLst>
            </p:cNvPr>
            <p:cNvGrpSpPr/>
            <p:nvPr/>
          </p:nvGrpSpPr>
          <p:grpSpPr>
            <a:xfrm>
              <a:off x="2963924" y="2367446"/>
              <a:ext cx="534458" cy="127000"/>
              <a:chOff x="2963178" y="2725764"/>
              <a:chExt cx="534458" cy="127000"/>
            </a:xfrm>
          </p:grpSpPr>
          <p:cxnSp>
            <p:nvCxnSpPr>
              <p:cNvPr id="211" name="Straight Connector 210">
                <a:extLst>
                  <a:ext uri="{FF2B5EF4-FFF2-40B4-BE49-F238E27FC236}">
                    <a16:creationId xmlns:a16="http://schemas.microsoft.com/office/drawing/2014/main" id="{4CF619D5-F531-67E2-F222-D2468B8FBE98}"/>
                  </a:ext>
                </a:extLst>
              </p:cNvPr>
              <p:cNvCxnSpPr/>
              <p:nvPr/>
            </p:nvCxnSpPr>
            <p:spPr>
              <a:xfrm flipV="1">
                <a:off x="2963178" y="2789264"/>
                <a:ext cx="400050" cy="1"/>
              </a:xfrm>
              <a:prstGeom prst="line">
                <a:avLst/>
              </a:prstGeom>
              <a:noFill/>
              <a:ln w="19050" cap="flat" cmpd="sng" algn="ctr">
                <a:solidFill>
                  <a:schemeClr val="accent2">
                    <a:lumMod val="75000"/>
                  </a:schemeClr>
                </a:solidFill>
                <a:prstDash val="solid"/>
                <a:miter lim="800000"/>
              </a:ln>
              <a:effectLst/>
            </p:spPr>
          </p:cxnSp>
          <p:sp>
            <p:nvSpPr>
              <p:cNvPr id="212" name="Oval 211">
                <a:extLst>
                  <a:ext uri="{FF2B5EF4-FFF2-40B4-BE49-F238E27FC236}">
                    <a16:creationId xmlns:a16="http://schemas.microsoft.com/office/drawing/2014/main" id="{F8998ACC-A253-D3E6-30BC-913CE68A75CD}"/>
                  </a:ext>
                </a:extLst>
              </p:cNvPr>
              <p:cNvSpPr/>
              <p:nvPr/>
            </p:nvSpPr>
            <p:spPr>
              <a:xfrm>
                <a:off x="3370636" y="2725764"/>
                <a:ext cx="127000" cy="127000"/>
              </a:xfrm>
              <a:prstGeom prst="ellipse">
                <a:avLst/>
              </a:prstGeom>
              <a:solidFill>
                <a:sysClr val="window" lastClr="FFFFFF"/>
              </a:solidFill>
              <a:ln w="19050" cap="flat" cmpd="sng" algn="ctr">
                <a:solidFill>
                  <a:schemeClr val="accent2">
                    <a:lumMod val="75000"/>
                  </a:schemeClr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sp>
          <p:nvSpPr>
            <p:cNvPr id="213" name="TextBox 212">
              <a:extLst>
                <a:ext uri="{FF2B5EF4-FFF2-40B4-BE49-F238E27FC236}">
                  <a16:creationId xmlns:a16="http://schemas.microsoft.com/office/drawing/2014/main" id="{70145995-8D85-DC57-01C5-99E9EB3135CB}"/>
                </a:ext>
              </a:extLst>
            </p:cNvPr>
            <p:cNvSpPr txBox="1"/>
            <p:nvPr/>
          </p:nvSpPr>
          <p:spPr>
            <a:xfrm>
              <a:off x="3194968" y="2440195"/>
              <a:ext cx="485709" cy="2539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50" b="0" i="0" u="none" strike="noStrike" kern="0" cap="none" spc="0" normalizeH="0" baseline="0" noProof="0" dirty="0">
                  <a:ln>
                    <a:noFill/>
                  </a:ln>
                  <a:solidFill>
                    <a:srgbClr val="E97132">
                      <a:lumMod val="75000"/>
                    </a:srgbClr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https</a:t>
              </a:r>
              <a:endParaRPr kumimoji="0" lang="en-GB" sz="1200" b="0" i="0" u="none" strike="noStrike" kern="0" cap="none" spc="0" normalizeH="0" baseline="0" noProof="0" dirty="0">
                <a:ln>
                  <a:noFill/>
                </a:ln>
                <a:solidFill>
                  <a:srgbClr val="E97132">
                    <a:lumMod val="75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pic>
        <p:nvPicPr>
          <p:cNvPr id="47" name="Picture 46">
            <a:extLst>
              <a:ext uri="{FF2B5EF4-FFF2-40B4-BE49-F238E27FC236}">
                <a16:creationId xmlns:a16="http://schemas.microsoft.com/office/drawing/2014/main" id="{0C7BA4E5-B868-184C-D27C-5A74BA31321C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504409" y="107790"/>
            <a:ext cx="444034" cy="620341"/>
          </a:xfrm>
          <a:prstGeom prst="rect">
            <a:avLst/>
          </a:prstGeom>
        </p:spPr>
      </p:pic>
      <p:pic>
        <p:nvPicPr>
          <p:cNvPr id="205" name="Picture 204">
            <a:extLst>
              <a:ext uri="{FF2B5EF4-FFF2-40B4-BE49-F238E27FC236}">
                <a16:creationId xmlns:a16="http://schemas.microsoft.com/office/drawing/2014/main" id="{DB2EB43E-0308-97AB-5F7F-663B584316BB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122688" y="107539"/>
            <a:ext cx="444034" cy="620341"/>
          </a:xfrm>
          <a:prstGeom prst="rect">
            <a:avLst/>
          </a:prstGeom>
        </p:spPr>
      </p:pic>
      <p:pic>
        <p:nvPicPr>
          <p:cNvPr id="206" name="Picture 205">
            <a:extLst>
              <a:ext uri="{FF2B5EF4-FFF2-40B4-BE49-F238E27FC236}">
                <a16:creationId xmlns:a16="http://schemas.microsoft.com/office/drawing/2014/main" id="{8A6CB2E8-A62E-FB07-4DE0-2929998B82F1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738968" y="107539"/>
            <a:ext cx="444034" cy="620341"/>
          </a:xfrm>
          <a:prstGeom prst="rect">
            <a:avLst/>
          </a:prstGeom>
        </p:spPr>
      </p:pic>
      <p:pic>
        <p:nvPicPr>
          <p:cNvPr id="207" name="Picture 206">
            <a:extLst>
              <a:ext uri="{FF2B5EF4-FFF2-40B4-BE49-F238E27FC236}">
                <a16:creationId xmlns:a16="http://schemas.microsoft.com/office/drawing/2014/main" id="{5AAA515E-8A52-C232-FFDA-0CA3A23E20C5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353933" y="108876"/>
            <a:ext cx="444034" cy="620341"/>
          </a:xfrm>
          <a:prstGeom prst="rect">
            <a:avLst/>
          </a:prstGeom>
        </p:spPr>
      </p:pic>
      <p:grpSp>
        <p:nvGrpSpPr>
          <p:cNvPr id="228" name="Group 227">
            <a:extLst>
              <a:ext uri="{FF2B5EF4-FFF2-40B4-BE49-F238E27FC236}">
                <a16:creationId xmlns:a16="http://schemas.microsoft.com/office/drawing/2014/main" id="{0701CFAA-B747-CC58-EEA0-A05BC008B7B8}"/>
              </a:ext>
            </a:extLst>
          </p:cNvPr>
          <p:cNvGrpSpPr/>
          <p:nvPr/>
        </p:nvGrpSpPr>
        <p:grpSpPr>
          <a:xfrm>
            <a:off x="2963178" y="2725764"/>
            <a:ext cx="786853" cy="316693"/>
            <a:chOff x="2963178" y="2725764"/>
            <a:chExt cx="786853" cy="316693"/>
          </a:xfrm>
        </p:grpSpPr>
        <p:grpSp>
          <p:nvGrpSpPr>
            <p:cNvPr id="220" name="Group 219">
              <a:extLst>
                <a:ext uri="{FF2B5EF4-FFF2-40B4-BE49-F238E27FC236}">
                  <a16:creationId xmlns:a16="http://schemas.microsoft.com/office/drawing/2014/main" id="{FF465E27-799A-BC67-A25A-776861A26794}"/>
                </a:ext>
              </a:extLst>
            </p:cNvPr>
            <p:cNvGrpSpPr/>
            <p:nvPr/>
          </p:nvGrpSpPr>
          <p:grpSpPr>
            <a:xfrm>
              <a:off x="2963178" y="2725764"/>
              <a:ext cx="534458" cy="127000"/>
              <a:chOff x="2963178" y="2725764"/>
              <a:chExt cx="534458" cy="127000"/>
            </a:xfrm>
          </p:grpSpPr>
          <p:cxnSp>
            <p:nvCxnSpPr>
              <p:cNvPr id="221" name="Straight Connector 220">
                <a:extLst>
                  <a:ext uri="{FF2B5EF4-FFF2-40B4-BE49-F238E27FC236}">
                    <a16:creationId xmlns:a16="http://schemas.microsoft.com/office/drawing/2014/main" id="{ADE12225-9EF6-E9E2-E5B5-45402D253C5A}"/>
                  </a:ext>
                </a:extLst>
              </p:cNvPr>
              <p:cNvCxnSpPr/>
              <p:nvPr/>
            </p:nvCxnSpPr>
            <p:spPr>
              <a:xfrm flipV="1">
                <a:off x="2963178" y="2789264"/>
                <a:ext cx="400050" cy="1"/>
              </a:xfrm>
              <a:prstGeom prst="line">
                <a:avLst/>
              </a:prstGeom>
              <a:noFill/>
              <a:ln w="19050" cap="flat" cmpd="sng" algn="ctr">
                <a:solidFill>
                  <a:schemeClr val="accent6">
                    <a:lumMod val="75000"/>
                  </a:schemeClr>
                </a:solidFill>
                <a:prstDash val="solid"/>
                <a:miter lim="800000"/>
              </a:ln>
              <a:effectLst/>
            </p:spPr>
          </p:cxnSp>
          <p:sp>
            <p:nvSpPr>
              <p:cNvPr id="226" name="Oval 225">
                <a:extLst>
                  <a:ext uri="{FF2B5EF4-FFF2-40B4-BE49-F238E27FC236}">
                    <a16:creationId xmlns:a16="http://schemas.microsoft.com/office/drawing/2014/main" id="{6347E0EB-F8E2-068B-4BAE-4CC2BE3C2566}"/>
                  </a:ext>
                </a:extLst>
              </p:cNvPr>
              <p:cNvSpPr/>
              <p:nvPr/>
            </p:nvSpPr>
            <p:spPr>
              <a:xfrm>
                <a:off x="3370636" y="2725764"/>
                <a:ext cx="127000" cy="127000"/>
              </a:xfrm>
              <a:prstGeom prst="ellipse">
                <a:avLst/>
              </a:prstGeom>
              <a:solidFill>
                <a:sysClr val="window" lastClr="FFFFFF"/>
              </a:solidFill>
              <a:ln w="19050" cap="flat" cmpd="sng" algn="ctr">
                <a:solidFill>
                  <a:schemeClr val="accent6">
                    <a:lumMod val="75000"/>
                  </a:schemeClr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sp>
          <p:nvSpPr>
            <p:cNvPr id="227" name="TextBox 226">
              <a:extLst>
                <a:ext uri="{FF2B5EF4-FFF2-40B4-BE49-F238E27FC236}">
                  <a16:creationId xmlns:a16="http://schemas.microsoft.com/office/drawing/2014/main" id="{FE57A740-9822-C14E-5DF5-B071C237CEFF}"/>
                </a:ext>
              </a:extLst>
            </p:cNvPr>
            <p:cNvSpPr txBox="1"/>
            <p:nvPr/>
          </p:nvSpPr>
          <p:spPr>
            <a:xfrm>
              <a:off x="3118241" y="2788541"/>
              <a:ext cx="631790" cy="2539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50" b="0" i="0" u="none" strike="noStrike" kern="0" cap="none" spc="0" normalizeH="0" baseline="0" noProof="0" dirty="0" err="1">
                  <a:ln>
                    <a:noFill/>
                  </a:ln>
                  <a:solidFill>
                    <a:srgbClr val="4EA72E">
                      <a:lumMod val="75000"/>
                    </a:srgbClr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mqtts</a:t>
              </a:r>
              <a:endParaRPr kumimoji="0" lang="en-GB" sz="1200" b="0" i="0" u="none" strike="noStrike" kern="0" cap="none" spc="0" normalizeH="0" baseline="0" noProof="0" dirty="0">
                <a:ln>
                  <a:noFill/>
                </a:ln>
                <a:solidFill>
                  <a:srgbClr val="4EA72E">
                    <a:lumMod val="75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46" name="Group 45">
            <a:extLst>
              <a:ext uri="{FF2B5EF4-FFF2-40B4-BE49-F238E27FC236}">
                <a16:creationId xmlns:a16="http://schemas.microsoft.com/office/drawing/2014/main" id="{B110DE1B-1BC5-0B58-EF79-83EBCEFC7BBF}"/>
              </a:ext>
            </a:extLst>
          </p:cNvPr>
          <p:cNvGrpSpPr/>
          <p:nvPr/>
        </p:nvGrpSpPr>
        <p:grpSpPr>
          <a:xfrm>
            <a:off x="4057134" y="213360"/>
            <a:ext cx="7824001" cy="3983167"/>
            <a:chOff x="4057134" y="538480"/>
            <a:chExt cx="7824001" cy="3849591"/>
          </a:xfrm>
        </p:grpSpPr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9C5DF380-025C-3915-1576-8A5AB152557E}"/>
                </a:ext>
              </a:extLst>
            </p:cNvPr>
            <p:cNvSpPr/>
            <p:nvPr/>
          </p:nvSpPr>
          <p:spPr>
            <a:xfrm>
              <a:off x="4063271" y="538480"/>
              <a:ext cx="7809616" cy="3849591"/>
            </a:xfrm>
            <a:prstGeom prst="rect">
              <a:avLst/>
            </a:prstGeom>
            <a:solidFill>
              <a:srgbClr val="FFFFFF"/>
            </a:solidFill>
            <a:ln>
              <a:solidFill>
                <a:srgbClr val="3963DA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A56DC309-7511-5BCF-3F9D-6B6C143FA76F}"/>
                </a:ext>
              </a:extLst>
            </p:cNvPr>
            <p:cNvSpPr txBox="1"/>
            <p:nvPr/>
          </p:nvSpPr>
          <p:spPr>
            <a:xfrm>
              <a:off x="4067337" y="559594"/>
              <a:ext cx="780554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Example WNM for observation report from Rotterdam The Hague (NL) </a:t>
              </a:r>
            </a:p>
          </p:txBody>
        </p:sp>
        <p:pic>
          <p:nvPicPr>
            <p:cNvPr id="21" name="Picture 20">
              <a:extLst>
                <a:ext uri="{FF2B5EF4-FFF2-40B4-BE49-F238E27FC236}">
                  <a16:creationId xmlns:a16="http://schemas.microsoft.com/office/drawing/2014/main" id="{3961EC3C-99C2-7288-BD5E-0746CE95479F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11033564" y="642542"/>
              <a:ext cx="335309" cy="225572"/>
            </a:xfrm>
            <a:prstGeom prst="rect">
              <a:avLst/>
            </a:prstGeom>
          </p:spPr>
        </p:pic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725A1AA5-F9E5-A216-DD3E-A7EA4DC32EA2}"/>
                </a:ext>
              </a:extLst>
            </p:cNvPr>
            <p:cNvCxnSpPr/>
            <p:nvPr/>
          </p:nvCxnSpPr>
          <p:spPr>
            <a:xfrm>
              <a:off x="4057134" y="920893"/>
              <a:ext cx="7824001" cy="0"/>
            </a:xfrm>
            <a:prstGeom prst="line">
              <a:avLst/>
            </a:prstGeom>
            <a:ln>
              <a:solidFill>
                <a:srgbClr val="3963DA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22" name="Picture 21">
            <a:extLst>
              <a:ext uri="{FF2B5EF4-FFF2-40B4-BE49-F238E27FC236}">
                <a16:creationId xmlns:a16="http://schemas.microsoft.com/office/drawing/2014/main" id="{FC5F9957-B925-797E-A2DC-500922ECC30D}"/>
              </a:ext>
            </a:extLst>
          </p:cNvPr>
          <p:cNvPicPr>
            <a:picLocks noChangeAspect="1"/>
          </p:cNvPicPr>
          <p:nvPr/>
        </p:nvPicPr>
        <p:blipFill>
          <a:blip r:embed="rId10"/>
          <a:srcRect r="1933"/>
          <a:stretch/>
        </p:blipFill>
        <p:spPr>
          <a:xfrm>
            <a:off x="4103465" y="662784"/>
            <a:ext cx="7654644" cy="3508683"/>
          </a:xfrm>
          <a:prstGeom prst="rect">
            <a:avLst/>
          </a:prstGeom>
        </p:spPr>
      </p:pic>
      <p:sp>
        <p:nvSpPr>
          <p:cNvPr id="44" name="Rectangle 43">
            <a:extLst>
              <a:ext uri="{FF2B5EF4-FFF2-40B4-BE49-F238E27FC236}">
                <a16:creationId xmlns:a16="http://schemas.microsoft.com/office/drawing/2014/main" id="{FDE9C878-DF31-1254-13A2-CF6AA7E4B177}"/>
              </a:ext>
            </a:extLst>
          </p:cNvPr>
          <p:cNvSpPr/>
          <p:nvPr/>
        </p:nvSpPr>
        <p:spPr>
          <a:xfrm>
            <a:off x="4975127" y="2074467"/>
            <a:ext cx="2268953" cy="203850"/>
          </a:xfrm>
          <a:prstGeom prst="rect">
            <a:avLst/>
          </a:prstGeom>
          <a:solidFill>
            <a:srgbClr val="FFFF00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95" name="Rectangle 194">
            <a:extLst>
              <a:ext uri="{FF2B5EF4-FFF2-40B4-BE49-F238E27FC236}">
                <a16:creationId xmlns:a16="http://schemas.microsoft.com/office/drawing/2014/main" id="{D7256D40-6478-41DE-E2D4-BD715D3991AF}"/>
              </a:ext>
            </a:extLst>
          </p:cNvPr>
          <p:cNvSpPr/>
          <p:nvPr/>
        </p:nvSpPr>
        <p:spPr>
          <a:xfrm>
            <a:off x="4966879" y="2506267"/>
            <a:ext cx="2268953" cy="203850"/>
          </a:xfrm>
          <a:prstGeom prst="rect">
            <a:avLst/>
          </a:prstGeom>
          <a:solidFill>
            <a:srgbClr val="FFFF00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96" name="TextBox 195">
            <a:extLst>
              <a:ext uri="{FF2B5EF4-FFF2-40B4-BE49-F238E27FC236}">
                <a16:creationId xmlns:a16="http://schemas.microsoft.com/office/drawing/2014/main" id="{4B73542A-FD74-903C-241E-8F9C4866F51D}"/>
              </a:ext>
            </a:extLst>
          </p:cNvPr>
          <p:cNvSpPr txBox="1"/>
          <p:nvPr/>
        </p:nvSpPr>
        <p:spPr>
          <a:xfrm>
            <a:off x="7437817" y="728154"/>
            <a:ext cx="4357577" cy="1200329"/>
          </a:xfrm>
          <a:prstGeom prst="rect">
            <a:avLst/>
          </a:prstGeom>
          <a:solidFill>
            <a:srgbClr val="FFFFFF">
              <a:alpha val="80000"/>
            </a:srgbClr>
          </a:solidFill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But take care: bulletin headers vary with time. For example, SYNOPs for station 06344 are also available at non-standard times with the header </a:t>
            </a: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IS</a:t>
            </a:r>
            <a:r>
              <a:rPr kumimoji="0" lang="en-GB" sz="1800" b="1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FFFF00"/>
                </a:highlight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N</a:t>
            </a: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D41</a:t>
            </a:r>
          </a:p>
        </p:txBody>
      </p:sp>
      <p:pic>
        <p:nvPicPr>
          <p:cNvPr id="198" name="Picture 197">
            <a:extLst>
              <a:ext uri="{FF2B5EF4-FFF2-40B4-BE49-F238E27FC236}">
                <a16:creationId xmlns:a16="http://schemas.microsoft.com/office/drawing/2014/main" id="{C0AC6B7C-9E7A-0C2F-AD9F-23FCB9BEFD5D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859658" y="1047314"/>
            <a:ext cx="518702" cy="4646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0084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24555C-51E9-9319-E837-83A6D4D39F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9" name="Group 228">
            <a:extLst>
              <a:ext uri="{FF2B5EF4-FFF2-40B4-BE49-F238E27FC236}">
                <a16:creationId xmlns:a16="http://schemas.microsoft.com/office/drawing/2014/main" id="{120C0E4B-5173-5736-B004-127521314493}"/>
              </a:ext>
            </a:extLst>
          </p:cNvPr>
          <p:cNvGrpSpPr/>
          <p:nvPr/>
        </p:nvGrpSpPr>
        <p:grpSpPr>
          <a:xfrm>
            <a:off x="1715333" y="622374"/>
            <a:ext cx="1850457" cy="672547"/>
            <a:chOff x="1715333" y="622374"/>
            <a:chExt cx="1850457" cy="672547"/>
          </a:xfrm>
        </p:grpSpPr>
        <p:cxnSp>
          <p:nvCxnSpPr>
            <p:cNvPr id="215" name="Straight Connector 214">
              <a:extLst>
                <a:ext uri="{FF2B5EF4-FFF2-40B4-BE49-F238E27FC236}">
                  <a16:creationId xmlns:a16="http://schemas.microsoft.com/office/drawing/2014/main" id="{16089AC6-6974-CC79-31E0-C2E86D4112E1}"/>
                </a:ext>
              </a:extLst>
            </p:cNvPr>
            <p:cNvCxnSpPr/>
            <p:nvPr/>
          </p:nvCxnSpPr>
          <p:spPr>
            <a:xfrm>
              <a:off x="1715333" y="622374"/>
              <a:ext cx="0" cy="661357"/>
            </a:xfrm>
            <a:prstGeom prst="line">
              <a:avLst/>
            </a:prstGeom>
            <a:ln w="12700">
              <a:solidFill>
                <a:schemeClr val="tx1"/>
              </a:solidFill>
              <a:prstDash val="sysDot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6" name="Straight Connector 215">
              <a:extLst>
                <a:ext uri="{FF2B5EF4-FFF2-40B4-BE49-F238E27FC236}">
                  <a16:creationId xmlns:a16="http://schemas.microsoft.com/office/drawing/2014/main" id="{9298104F-B4D5-C60D-44D5-80995F07370C}"/>
                </a:ext>
              </a:extLst>
            </p:cNvPr>
            <p:cNvCxnSpPr/>
            <p:nvPr/>
          </p:nvCxnSpPr>
          <p:spPr>
            <a:xfrm>
              <a:off x="2341276" y="622375"/>
              <a:ext cx="0" cy="661357"/>
            </a:xfrm>
            <a:prstGeom prst="line">
              <a:avLst/>
            </a:prstGeom>
            <a:ln w="12700">
              <a:solidFill>
                <a:schemeClr val="tx1"/>
              </a:solidFill>
              <a:prstDash val="sysDot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7" name="Straight Connector 216">
              <a:extLst>
                <a:ext uri="{FF2B5EF4-FFF2-40B4-BE49-F238E27FC236}">
                  <a16:creationId xmlns:a16="http://schemas.microsoft.com/office/drawing/2014/main" id="{3BD0F0CA-561F-61FA-A320-E45B0A932922}"/>
                </a:ext>
              </a:extLst>
            </p:cNvPr>
            <p:cNvCxnSpPr/>
            <p:nvPr/>
          </p:nvCxnSpPr>
          <p:spPr>
            <a:xfrm>
              <a:off x="2956921" y="633564"/>
              <a:ext cx="0" cy="661357"/>
            </a:xfrm>
            <a:prstGeom prst="line">
              <a:avLst/>
            </a:prstGeom>
            <a:ln w="12700">
              <a:solidFill>
                <a:schemeClr val="tx1"/>
              </a:solidFill>
              <a:prstDash val="sysDot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9" name="Straight Connector 218">
              <a:extLst>
                <a:ext uri="{FF2B5EF4-FFF2-40B4-BE49-F238E27FC236}">
                  <a16:creationId xmlns:a16="http://schemas.microsoft.com/office/drawing/2014/main" id="{8E322C50-9F20-D93A-383B-3731B798952E}"/>
                </a:ext>
              </a:extLst>
            </p:cNvPr>
            <p:cNvCxnSpPr/>
            <p:nvPr/>
          </p:nvCxnSpPr>
          <p:spPr>
            <a:xfrm>
              <a:off x="3565790" y="626521"/>
              <a:ext cx="0" cy="661357"/>
            </a:xfrm>
            <a:prstGeom prst="line">
              <a:avLst/>
            </a:prstGeom>
            <a:ln w="12700">
              <a:solidFill>
                <a:schemeClr val="tx1"/>
              </a:solidFill>
              <a:prstDash val="sysDot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222" name="Picture 221">
            <a:extLst>
              <a:ext uri="{FF2B5EF4-FFF2-40B4-BE49-F238E27FC236}">
                <a16:creationId xmlns:a16="http://schemas.microsoft.com/office/drawing/2014/main" id="{4C94FB77-9781-0EE1-4230-8545F9B7593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418180"/>
            <a:ext cx="5197907" cy="1439820"/>
          </a:xfrm>
          <a:prstGeom prst="rect">
            <a:avLst/>
          </a:prstGeom>
        </p:spPr>
      </p:pic>
      <p:grpSp>
        <p:nvGrpSpPr>
          <p:cNvPr id="13" name="Group 12">
            <a:extLst>
              <a:ext uri="{FF2B5EF4-FFF2-40B4-BE49-F238E27FC236}">
                <a16:creationId xmlns:a16="http://schemas.microsoft.com/office/drawing/2014/main" id="{C6835DF9-2434-58C2-F33C-3A0142234025}"/>
              </a:ext>
            </a:extLst>
          </p:cNvPr>
          <p:cNvGrpSpPr/>
          <p:nvPr/>
        </p:nvGrpSpPr>
        <p:grpSpPr>
          <a:xfrm>
            <a:off x="2588900" y="323658"/>
            <a:ext cx="8879200" cy="6210684"/>
            <a:chOff x="1942544" y="1301750"/>
            <a:chExt cx="6082512" cy="4254500"/>
          </a:xfrm>
        </p:grpSpPr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26F53F9C-70F8-8D0C-CEBD-B574E7FF0484}"/>
                </a:ext>
              </a:extLst>
            </p:cNvPr>
            <p:cNvGrpSpPr/>
            <p:nvPr/>
          </p:nvGrpSpPr>
          <p:grpSpPr>
            <a:xfrm>
              <a:off x="1942544" y="1301750"/>
              <a:ext cx="6082512" cy="4254500"/>
              <a:chOff x="1942544" y="1301750"/>
              <a:chExt cx="6082512" cy="4254500"/>
            </a:xfrm>
          </p:grpSpPr>
          <p:sp>
            <p:nvSpPr>
              <p:cNvPr id="7" name="Cloud 6">
                <a:extLst>
                  <a:ext uri="{FF2B5EF4-FFF2-40B4-BE49-F238E27FC236}">
                    <a16:creationId xmlns:a16="http://schemas.microsoft.com/office/drawing/2014/main" id="{7C0511A0-7FB9-66E7-9C43-AF768114D3A5}"/>
                  </a:ext>
                </a:extLst>
              </p:cNvPr>
              <p:cNvSpPr/>
              <p:nvPr/>
            </p:nvSpPr>
            <p:spPr>
              <a:xfrm rot="401311">
                <a:off x="1948500" y="1301750"/>
                <a:ext cx="6070600" cy="4254500"/>
              </a:xfrm>
              <a:prstGeom prst="cloud">
                <a:avLst/>
              </a:prstGeom>
              <a:solidFill>
                <a:schemeClr val="bg1"/>
              </a:solidFill>
              <a:ln w="38100">
                <a:solidFill>
                  <a:schemeClr val="bg1">
                    <a:lumMod val="75000"/>
                  </a:schemeClr>
                </a:solidFill>
                <a:prstDash val="sysDash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8" name="Cloud 7">
                <a:extLst>
                  <a:ext uri="{FF2B5EF4-FFF2-40B4-BE49-F238E27FC236}">
                    <a16:creationId xmlns:a16="http://schemas.microsoft.com/office/drawing/2014/main" id="{6819BC40-8756-3378-DB8E-2DD5D0F7EFD9}"/>
                  </a:ext>
                </a:extLst>
              </p:cNvPr>
              <p:cNvSpPr/>
              <p:nvPr/>
            </p:nvSpPr>
            <p:spPr>
              <a:xfrm rot="401311">
                <a:off x="1942544" y="1382575"/>
                <a:ext cx="6082512" cy="4118248"/>
              </a:xfrm>
              <a:prstGeom prst="cloud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</p:grp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085D0918-C8A9-C3F8-6852-0E70CBE5C395}"/>
                </a:ext>
              </a:extLst>
            </p:cNvPr>
            <p:cNvCxnSpPr>
              <a:cxnSpLocks/>
            </p:cNvCxnSpPr>
            <p:nvPr/>
          </p:nvCxnSpPr>
          <p:spPr>
            <a:xfrm>
              <a:off x="2133600" y="3429000"/>
              <a:ext cx="5867400" cy="0"/>
            </a:xfrm>
            <a:prstGeom prst="line">
              <a:avLst/>
            </a:prstGeom>
            <a:solidFill>
              <a:schemeClr val="bg1"/>
            </a:solidFill>
            <a:ln w="38100">
              <a:solidFill>
                <a:schemeClr val="bg1">
                  <a:lumMod val="75000"/>
                </a:schemeClr>
              </a:solidFill>
              <a:prstDash val="sys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sp>
        <p:nvSpPr>
          <p:cNvPr id="14" name="TextBox 13">
            <a:extLst>
              <a:ext uri="{FF2B5EF4-FFF2-40B4-BE49-F238E27FC236}">
                <a16:creationId xmlns:a16="http://schemas.microsoft.com/office/drawing/2014/main" id="{122B9CF3-8B78-FFCB-B8AB-B526358D7631}"/>
              </a:ext>
            </a:extLst>
          </p:cNvPr>
          <p:cNvSpPr txBox="1"/>
          <p:nvPr/>
        </p:nvSpPr>
        <p:spPr>
          <a:xfrm>
            <a:off x="6238875" y="314003"/>
            <a:ext cx="818636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WIS2</a:t>
            </a:r>
          </a:p>
        </p:txBody>
      </p:sp>
      <p:grpSp>
        <p:nvGrpSpPr>
          <p:cNvPr id="225" name="Group 224">
            <a:extLst>
              <a:ext uri="{FF2B5EF4-FFF2-40B4-BE49-F238E27FC236}">
                <a16:creationId xmlns:a16="http://schemas.microsoft.com/office/drawing/2014/main" id="{6339D480-725E-5974-0626-D7443DB3D939}"/>
              </a:ext>
            </a:extLst>
          </p:cNvPr>
          <p:cNvGrpSpPr/>
          <p:nvPr/>
        </p:nvGrpSpPr>
        <p:grpSpPr>
          <a:xfrm>
            <a:off x="350689" y="4160355"/>
            <a:ext cx="466050" cy="669682"/>
            <a:chOff x="1159011" y="4934512"/>
            <a:chExt cx="466050" cy="669682"/>
          </a:xfrm>
        </p:grpSpPr>
        <p:sp>
          <p:nvSpPr>
            <p:cNvPr id="224" name="Rectangle: Rounded Corners 223">
              <a:extLst>
                <a:ext uri="{FF2B5EF4-FFF2-40B4-BE49-F238E27FC236}">
                  <a16:creationId xmlns:a16="http://schemas.microsoft.com/office/drawing/2014/main" id="{45D2E7A7-B3E7-E8DE-8D1F-F2C8C4D97090}"/>
                </a:ext>
              </a:extLst>
            </p:cNvPr>
            <p:cNvSpPr/>
            <p:nvPr/>
          </p:nvSpPr>
          <p:spPr>
            <a:xfrm>
              <a:off x="1159011" y="4934512"/>
              <a:ext cx="466050" cy="669682"/>
            </a:xfrm>
            <a:prstGeom prst="roundRect">
              <a:avLst>
                <a:gd name="adj" fmla="val 8535"/>
              </a:avLst>
            </a:prstGeom>
            <a:solidFill>
              <a:schemeClr val="bg1"/>
            </a:solidFill>
            <a:ln w="12700">
              <a:prstDash val="sys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218" name="Rectangle 217">
              <a:extLst>
                <a:ext uri="{FF2B5EF4-FFF2-40B4-BE49-F238E27FC236}">
                  <a16:creationId xmlns:a16="http://schemas.microsoft.com/office/drawing/2014/main" id="{0A8A6CA6-38B8-54BF-67DB-327587752302}"/>
                </a:ext>
              </a:extLst>
            </p:cNvPr>
            <p:cNvSpPr/>
            <p:nvPr/>
          </p:nvSpPr>
          <p:spPr>
            <a:xfrm>
              <a:off x="1307134" y="5356687"/>
              <a:ext cx="169804" cy="169804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A</a:t>
              </a:r>
            </a:p>
          </p:txBody>
        </p:sp>
        <p:pic>
          <p:nvPicPr>
            <p:cNvPr id="223" name="Picture 222" descr="A black and white symbol&#10;&#10;Description automatically generated">
              <a:extLst>
                <a:ext uri="{FF2B5EF4-FFF2-40B4-BE49-F238E27FC236}">
                  <a16:creationId xmlns:a16="http://schemas.microsoft.com/office/drawing/2014/main" id="{1F2FBC88-FD91-84F4-BB61-02AF148B712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216187" y="4970684"/>
              <a:ext cx="351698" cy="351696"/>
            </a:xfrm>
            <a:prstGeom prst="rect">
              <a:avLst/>
            </a:prstGeom>
          </p:spPr>
        </p:pic>
      </p:grpSp>
      <p:grpSp>
        <p:nvGrpSpPr>
          <p:cNvPr id="234" name="Group 233">
            <a:extLst>
              <a:ext uri="{FF2B5EF4-FFF2-40B4-BE49-F238E27FC236}">
                <a16:creationId xmlns:a16="http://schemas.microsoft.com/office/drawing/2014/main" id="{D7DD6EE3-B77A-AE57-6BED-18CAEF2143B9}"/>
              </a:ext>
            </a:extLst>
          </p:cNvPr>
          <p:cNvGrpSpPr/>
          <p:nvPr/>
        </p:nvGrpSpPr>
        <p:grpSpPr>
          <a:xfrm>
            <a:off x="858066" y="4163562"/>
            <a:ext cx="466050" cy="669682"/>
            <a:chOff x="1159011" y="4934512"/>
            <a:chExt cx="466050" cy="669682"/>
          </a:xfrm>
        </p:grpSpPr>
        <p:sp>
          <p:nvSpPr>
            <p:cNvPr id="235" name="Rectangle: Rounded Corners 234">
              <a:extLst>
                <a:ext uri="{FF2B5EF4-FFF2-40B4-BE49-F238E27FC236}">
                  <a16:creationId xmlns:a16="http://schemas.microsoft.com/office/drawing/2014/main" id="{E25490F7-39F7-BEFE-FBB5-4FF7E856F36B}"/>
                </a:ext>
              </a:extLst>
            </p:cNvPr>
            <p:cNvSpPr/>
            <p:nvPr/>
          </p:nvSpPr>
          <p:spPr>
            <a:xfrm>
              <a:off x="1159011" y="4934512"/>
              <a:ext cx="466050" cy="669682"/>
            </a:xfrm>
            <a:prstGeom prst="roundRect">
              <a:avLst>
                <a:gd name="adj" fmla="val 8535"/>
              </a:avLst>
            </a:prstGeom>
            <a:solidFill>
              <a:schemeClr val="bg1"/>
            </a:solidFill>
            <a:ln w="12700">
              <a:prstDash val="sys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236" name="Rectangle 235">
              <a:extLst>
                <a:ext uri="{FF2B5EF4-FFF2-40B4-BE49-F238E27FC236}">
                  <a16:creationId xmlns:a16="http://schemas.microsoft.com/office/drawing/2014/main" id="{49597246-8ADE-2AB1-7089-B1B9084B295D}"/>
                </a:ext>
              </a:extLst>
            </p:cNvPr>
            <p:cNvSpPr/>
            <p:nvPr/>
          </p:nvSpPr>
          <p:spPr>
            <a:xfrm>
              <a:off x="1307134" y="5356687"/>
              <a:ext cx="169804" cy="169804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B</a:t>
              </a:r>
            </a:p>
          </p:txBody>
        </p:sp>
        <p:pic>
          <p:nvPicPr>
            <p:cNvPr id="237" name="Picture 236" descr="A black and white symbol&#10;&#10;Description automatically generated">
              <a:extLst>
                <a:ext uri="{FF2B5EF4-FFF2-40B4-BE49-F238E27FC236}">
                  <a16:creationId xmlns:a16="http://schemas.microsoft.com/office/drawing/2014/main" id="{4B7DCF2F-4519-3EBF-E9D5-8794163D6EE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216187" y="4970684"/>
              <a:ext cx="351698" cy="351696"/>
            </a:xfrm>
            <a:prstGeom prst="rect">
              <a:avLst/>
            </a:prstGeom>
          </p:spPr>
        </p:pic>
      </p:grpSp>
      <p:grpSp>
        <p:nvGrpSpPr>
          <p:cNvPr id="238" name="Group 237">
            <a:extLst>
              <a:ext uri="{FF2B5EF4-FFF2-40B4-BE49-F238E27FC236}">
                <a16:creationId xmlns:a16="http://schemas.microsoft.com/office/drawing/2014/main" id="{42B02B67-6B6C-7D1D-A1D8-2ABDC1A9A41E}"/>
              </a:ext>
            </a:extLst>
          </p:cNvPr>
          <p:cNvGrpSpPr/>
          <p:nvPr/>
        </p:nvGrpSpPr>
        <p:grpSpPr>
          <a:xfrm>
            <a:off x="856832" y="4869695"/>
            <a:ext cx="466050" cy="669682"/>
            <a:chOff x="1159011" y="4934512"/>
            <a:chExt cx="466050" cy="669682"/>
          </a:xfrm>
        </p:grpSpPr>
        <p:sp>
          <p:nvSpPr>
            <p:cNvPr id="239" name="Rectangle: Rounded Corners 238">
              <a:extLst>
                <a:ext uri="{FF2B5EF4-FFF2-40B4-BE49-F238E27FC236}">
                  <a16:creationId xmlns:a16="http://schemas.microsoft.com/office/drawing/2014/main" id="{1946E70A-6C6B-2252-8A8B-F1DBCBCF62F6}"/>
                </a:ext>
              </a:extLst>
            </p:cNvPr>
            <p:cNvSpPr/>
            <p:nvPr/>
          </p:nvSpPr>
          <p:spPr>
            <a:xfrm>
              <a:off x="1159011" y="4934512"/>
              <a:ext cx="466050" cy="669682"/>
            </a:xfrm>
            <a:prstGeom prst="roundRect">
              <a:avLst>
                <a:gd name="adj" fmla="val 8535"/>
              </a:avLst>
            </a:prstGeom>
            <a:solidFill>
              <a:schemeClr val="bg1"/>
            </a:solidFill>
            <a:ln w="12700">
              <a:prstDash val="sys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240" name="Rectangle 239">
              <a:extLst>
                <a:ext uri="{FF2B5EF4-FFF2-40B4-BE49-F238E27FC236}">
                  <a16:creationId xmlns:a16="http://schemas.microsoft.com/office/drawing/2014/main" id="{85112436-B852-82AF-67E1-1919BC8F391E}"/>
                </a:ext>
              </a:extLst>
            </p:cNvPr>
            <p:cNvSpPr/>
            <p:nvPr/>
          </p:nvSpPr>
          <p:spPr>
            <a:xfrm>
              <a:off x="1307134" y="5356687"/>
              <a:ext cx="169804" cy="169804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D</a:t>
              </a:r>
            </a:p>
          </p:txBody>
        </p:sp>
        <p:pic>
          <p:nvPicPr>
            <p:cNvPr id="241" name="Picture 240" descr="A black and white symbol&#10;&#10;Description automatically generated">
              <a:extLst>
                <a:ext uri="{FF2B5EF4-FFF2-40B4-BE49-F238E27FC236}">
                  <a16:creationId xmlns:a16="http://schemas.microsoft.com/office/drawing/2014/main" id="{6DAC911B-179E-6573-74F6-055A3B35516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216187" y="4970684"/>
              <a:ext cx="351698" cy="351696"/>
            </a:xfrm>
            <a:prstGeom prst="rect">
              <a:avLst/>
            </a:prstGeom>
          </p:spPr>
        </p:pic>
      </p:grpSp>
      <p:grpSp>
        <p:nvGrpSpPr>
          <p:cNvPr id="242" name="Group 241">
            <a:extLst>
              <a:ext uri="{FF2B5EF4-FFF2-40B4-BE49-F238E27FC236}">
                <a16:creationId xmlns:a16="http://schemas.microsoft.com/office/drawing/2014/main" id="{C75AEA15-1CF1-9620-62CF-86DB8F9AA704}"/>
              </a:ext>
            </a:extLst>
          </p:cNvPr>
          <p:cNvGrpSpPr/>
          <p:nvPr/>
        </p:nvGrpSpPr>
        <p:grpSpPr>
          <a:xfrm>
            <a:off x="349454" y="4869695"/>
            <a:ext cx="466050" cy="669682"/>
            <a:chOff x="1159011" y="4934512"/>
            <a:chExt cx="466050" cy="669682"/>
          </a:xfrm>
        </p:grpSpPr>
        <p:sp>
          <p:nvSpPr>
            <p:cNvPr id="243" name="Rectangle: Rounded Corners 242">
              <a:extLst>
                <a:ext uri="{FF2B5EF4-FFF2-40B4-BE49-F238E27FC236}">
                  <a16:creationId xmlns:a16="http://schemas.microsoft.com/office/drawing/2014/main" id="{01488D1C-3BC8-DD9E-CC7B-6D8F028EE8FE}"/>
                </a:ext>
              </a:extLst>
            </p:cNvPr>
            <p:cNvSpPr/>
            <p:nvPr/>
          </p:nvSpPr>
          <p:spPr>
            <a:xfrm>
              <a:off x="1159011" y="4934512"/>
              <a:ext cx="466050" cy="669682"/>
            </a:xfrm>
            <a:prstGeom prst="roundRect">
              <a:avLst>
                <a:gd name="adj" fmla="val 8535"/>
              </a:avLst>
            </a:prstGeom>
            <a:solidFill>
              <a:schemeClr val="bg1"/>
            </a:solidFill>
            <a:ln w="12700">
              <a:prstDash val="sys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244" name="Rectangle 243">
              <a:extLst>
                <a:ext uri="{FF2B5EF4-FFF2-40B4-BE49-F238E27FC236}">
                  <a16:creationId xmlns:a16="http://schemas.microsoft.com/office/drawing/2014/main" id="{D018D9F5-01A2-49E2-0837-6755625950F6}"/>
                </a:ext>
              </a:extLst>
            </p:cNvPr>
            <p:cNvSpPr/>
            <p:nvPr/>
          </p:nvSpPr>
          <p:spPr>
            <a:xfrm>
              <a:off x="1307134" y="5356687"/>
              <a:ext cx="169804" cy="169804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C</a:t>
              </a:r>
            </a:p>
          </p:txBody>
        </p:sp>
        <p:pic>
          <p:nvPicPr>
            <p:cNvPr id="245" name="Picture 244" descr="A black and white symbol&#10;&#10;Description automatically generated">
              <a:extLst>
                <a:ext uri="{FF2B5EF4-FFF2-40B4-BE49-F238E27FC236}">
                  <a16:creationId xmlns:a16="http://schemas.microsoft.com/office/drawing/2014/main" id="{2EC7819C-417D-0AA5-1929-DB406715630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216187" y="4970684"/>
              <a:ext cx="351698" cy="351696"/>
            </a:xfrm>
            <a:prstGeom prst="rect">
              <a:avLst/>
            </a:prstGeom>
          </p:spPr>
        </p:pic>
      </p:grpSp>
      <p:grpSp>
        <p:nvGrpSpPr>
          <p:cNvPr id="249" name="Group 248">
            <a:extLst>
              <a:ext uri="{FF2B5EF4-FFF2-40B4-BE49-F238E27FC236}">
                <a16:creationId xmlns:a16="http://schemas.microsoft.com/office/drawing/2014/main" id="{92A654FA-AC35-2545-4B92-533D8A5CA2E7}"/>
              </a:ext>
            </a:extLst>
          </p:cNvPr>
          <p:cNvGrpSpPr/>
          <p:nvPr/>
        </p:nvGrpSpPr>
        <p:grpSpPr>
          <a:xfrm>
            <a:off x="1633202" y="1621248"/>
            <a:ext cx="1960897" cy="3158269"/>
            <a:chOff x="1633202" y="1621248"/>
            <a:chExt cx="1960897" cy="3158269"/>
          </a:xfrm>
        </p:grpSpPr>
        <p:sp>
          <p:nvSpPr>
            <p:cNvPr id="247" name="Rectangle: Rounded Corners 246">
              <a:extLst>
                <a:ext uri="{FF2B5EF4-FFF2-40B4-BE49-F238E27FC236}">
                  <a16:creationId xmlns:a16="http://schemas.microsoft.com/office/drawing/2014/main" id="{E9AF0DE8-35B9-A3BA-C429-6FAAD42A04EE}"/>
                </a:ext>
              </a:extLst>
            </p:cNvPr>
            <p:cNvSpPr/>
            <p:nvPr/>
          </p:nvSpPr>
          <p:spPr>
            <a:xfrm>
              <a:off x="1633202" y="1858519"/>
              <a:ext cx="1960897" cy="2920998"/>
            </a:xfrm>
            <a:prstGeom prst="roundRect">
              <a:avLst>
                <a:gd name="adj" fmla="val 3624"/>
              </a:avLst>
            </a:prstGeom>
            <a:solidFill>
              <a:schemeClr val="bg1">
                <a:lumMod val="95000"/>
                <a:alpha val="50196"/>
              </a:schemeClr>
            </a:solidFill>
            <a:ln w="12700">
              <a:solidFill>
                <a:schemeClr val="tx1">
                  <a:lumMod val="50000"/>
                  <a:lumOff val="50000"/>
                </a:schemeClr>
              </a:solidFill>
              <a:prstDash val="sysDot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248" name="TextBox 247">
              <a:extLst>
                <a:ext uri="{FF2B5EF4-FFF2-40B4-BE49-F238E27FC236}">
                  <a16:creationId xmlns:a16="http://schemas.microsoft.com/office/drawing/2014/main" id="{8781670C-9CF9-A2D3-2AE5-2C793F25AF33}"/>
                </a:ext>
              </a:extLst>
            </p:cNvPr>
            <p:cNvSpPr txBox="1"/>
            <p:nvPr/>
          </p:nvSpPr>
          <p:spPr>
            <a:xfrm>
              <a:off x="2059127" y="1621248"/>
              <a:ext cx="1179193" cy="2539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5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WIS Centre</a:t>
              </a:r>
              <a:endParaRPr kumimoji="0" lang="en-GB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246" name="Group 245">
            <a:extLst>
              <a:ext uri="{FF2B5EF4-FFF2-40B4-BE49-F238E27FC236}">
                <a16:creationId xmlns:a16="http://schemas.microsoft.com/office/drawing/2014/main" id="{0DEA1F97-282A-DCE7-C312-4C927228BF21}"/>
              </a:ext>
            </a:extLst>
          </p:cNvPr>
          <p:cNvGrpSpPr/>
          <p:nvPr/>
        </p:nvGrpSpPr>
        <p:grpSpPr>
          <a:xfrm>
            <a:off x="238558" y="2004858"/>
            <a:ext cx="2724621" cy="2574854"/>
            <a:chOff x="238558" y="2004858"/>
            <a:chExt cx="2724621" cy="2574854"/>
          </a:xfrm>
        </p:grpSpPr>
        <p:pic>
          <p:nvPicPr>
            <p:cNvPr id="52" name="Picture 51">
              <a:extLst>
                <a:ext uri="{FF2B5EF4-FFF2-40B4-BE49-F238E27FC236}">
                  <a16:creationId xmlns:a16="http://schemas.microsoft.com/office/drawing/2014/main" id="{D3164478-6F47-B637-CD33-79758406331F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256121" y="3053461"/>
              <a:ext cx="1338982" cy="751078"/>
            </a:xfrm>
            <a:prstGeom prst="rect">
              <a:avLst/>
            </a:prstGeom>
          </p:spPr>
        </p:pic>
        <p:grpSp>
          <p:nvGrpSpPr>
            <p:cNvPr id="53" name="Group 52">
              <a:extLst>
                <a:ext uri="{FF2B5EF4-FFF2-40B4-BE49-F238E27FC236}">
                  <a16:creationId xmlns:a16="http://schemas.microsoft.com/office/drawing/2014/main" id="{23EAF347-2CFB-D446-4C07-3C05CEE2396A}"/>
                </a:ext>
              </a:extLst>
            </p:cNvPr>
            <p:cNvGrpSpPr/>
            <p:nvPr/>
          </p:nvGrpSpPr>
          <p:grpSpPr>
            <a:xfrm>
              <a:off x="2334271" y="2004858"/>
              <a:ext cx="628907" cy="910662"/>
              <a:chOff x="6648193" y="889820"/>
              <a:chExt cx="628907" cy="910662"/>
            </a:xfrm>
          </p:grpSpPr>
          <p:sp>
            <p:nvSpPr>
              <p:cNvPr id="54" name="Rectangle: Rounded Corners 53">
                <a:extLst>
                  <a:ext uri="{FF2B5EF4-FFF2-40B4-BE49-F238E27FC236}">
                    <a16:creationId xmlns:a16="http://schemas.microsoft.com/office/drawing/2014/main" id="{04324397-E8DC-F1ED-5006-65082F6C9ED9}"/>
                  </a:ext>
                </a:extLst>
              </p:cNvPr>
              <p:cNvSpPr/>
              <p:nvPr/>
            </p:nvSpPr>
            <p:spPr>
              <a:xfrm>
                <a:off x="6648193" y="1171575"/>
                <a:ext cx="628907" cy="628907"/>
              </a:xfrm>
              <a:prstGeom prst="roundRect">
                <a:avLst>
                  <a:gd name="adj" fmla="val 8678"/>
                </a:avLst>
              </a:prstGeom>
              <a:solidFill>
                <a:schemeClr val="bg1"/>
              </a:solidFill>
              <a:ln w="28575">
                <a:solidFill>
                  <a:srgbClr val="3963DA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3963DA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3963DA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WIS2 Node</a:t>
                </a:r>
              </a:p>
            </p:txBody>
          </p:sp>
          <p:pic>
            <p:nvPicPr>
              <p:cNvPr id="55" name="Picture 54">
                <a:extLst>
                  <a:ext uri="{FF2B5EF4-FFF2-40B4-BE49-F238E27FC236}">
                    <a16:creationId xmlns:a16="http://schemas.microsoft.com/office/drawing/2014/main" id="{024C0DAB-201B-D245-3440-9F379BDF220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6701185" y="889820"/>
                <a:ext cx="522922" cy="532516"/>
              </a:xfrm>
              <a:prstGeom prst="rect">
                <a:avLst/>
              </a:prstGeom>
            </p:spPr>
          </p:pic>
        </p:grpSp>
        <p:sp>
          <p:nvSpPr>
            <p:cNvPr id="56" name="Rectangle: Rounded Corners 55">
              <a:extLst>
                <a:ext uri="{FF2B5EF4-FFF2-40B4-BE49-F238E27FC236}">
                  <a16:creationId xmlns:a16="http://schemas.microsoft.com/office/drawing/2014/main" id="{C65CC454-A9D9-016E-5D6B-509C7A028894}"/>
                </a:ext>
              </a:extLst>
            </p:cNvPr>
            <p:cNvSpPr/>
            <p:nvPr/>
          </p:nvSpPr>
          <p:spPr>
            <a:xfrm>
              <a:off x="2334272" y="3950805"/>
              <a:ext cx="628907" cy="628907"/>
            </a:xfrm>
            <a:prstGeom prst="roundRect">
              <a:avLst>
                <a:gd name="adj" fmla="val 8678"/>
              </a:avLst>
            </a:pr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MSS</a:t>
              </a:r>
            </a:p>
          </p:txBody>
        </p:sp>
        <p:cxnSp>
          <p:nvCxnSpPr>
            <p:cNvPr id="58" name="Straight Arrow Connector 57">
              <a:extLst>
                <a:ext uri="{FF2B5EF4-FFF2-40B4-BE49-F238E27FC236}">
                  <a16:creationId xmlns:a16="http://schemas.microsoft.com/office/drawing/2014/main" id="{26CF7B62-4A11-EF4C-019C-9EE92898C7A5}"/>
                </a:ext>
              </a:extLst>
            </p:cNvPr>
            <p:cNvCxnSpPr/>
            <p:nvPr/>
          </p:nvCxnSpPr>
          <p:spPr>
            <a:xfrm flipV="1">
              <a:off x="1476375" y="2733675"/>
              <a:ext cx="751592" cy="419100"/>
            </a:xfrm>
            <a:prstGeom prst="straightConnector1">
              <a:avLst/>
            </a:prstGeom>
            <a:ln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Straight Arrow Connector 60">
              <a:extLst>
                <a:ext uri="{FF2B5EF4-FFF2-40B4-BE49-F238E27FC236}">
                  <a16:creationId xmlns:a16="http://schemas.microsoft.com/office/drawing/2014/main" id="{1A9993B5-4520-A5C7-FE56-9B442E6FE201}"/>
                </a:ext>
              </a:extLst>
            </p:cNvPr>
            <p:cNvCxnSpPr>
              <a:cxnSpLocks/>
            </p:cNvCxnSpPr>
            <p:nvPr/>
          </p:nvCxnSpPr>
          <p:spPr>
            <a:xfrm>
              <a:off x="1476375" y="3741255"/>
              <a:ext cx="751592" cy="419100"/>
            </a:xfrm>
            <a:prstGeom prst="straightConnector1">
              <a:avLst/>
            </a:prstGeom>
            <a:ln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62" name="TextBox 61">
              <a:extLst>
                <a:ext uri="{FF2B5EF4-FFF2-40B4-BE49-F238E27FC236}">
                  <a16:creationId xmlns:a16="http://schemas.microsoft.com/office/drawing/2014/main" id="{92851957-DC3E-FDCA-26DC-FCD111905249}"/>
                </a:ext>
              </a:extLst>
            </p:cNvPr>
            <p:cNvSpPr txBox="1"/>
            <p:nvPr/>
          </p:nvSpPr>
          <p:spPr>
            <a:xfrm>
              <a:off x="238558" y="3676872"/>
              <a:ext cx="1179193" cy="43858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5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data management system</a:t>
              </a: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</a:t>
              </a:r>
            </a:p>
          </p:txBody>
        </p:sp>
      </p:grpSp>
      <p:sp>
        <p:nvSpPr>
          <p:cNvPr id="250" name="TextBox 249">
            <a:extLst>
              <a:ext uri="{FF2B5EF4-FFF2-40B4-BE49-F238E27FC236}">
                <a16:creationId xmlns:a16="http://schemas.microsoft.com/office/drawing/2014/main" id="{DEBCF812-486D-9787-C31F-F3DA12FA579E}"/>
              </a:ext>
            </a:extLst>
          </p:cNvPr>
          <p:cNvSpPr txBox="1"/>
          <p:nvPr/>
        </p:nvSpPr>
        <p:spPr>
          <a:xfrm>
            <a:off x="6619182" y="6359331"/>
            <a:ext cx="818636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GTS</a:t>
            </a:r>
          </a:p>
        </p:txBody>
      </p:sp>
      <p:sp>
        <p:nvSpPr>
          <p:cNvPr id="251" name="TextBox 250">
            <a:extLst>
              <a:ext uri="{FF2B5EF4-FFF2-40B4-BE49-F238E27FC236}">
                <a16:creationId xmlns:a16="http://schemas.microsoft.com/office/drawing/2014/main" id="{2B98C3A6-E818-E5AE-17F6-EF4660D175EB}"/>
              </a:ext>
            </a:extLst>
          </p:cNvPr>
          <p:cNvSpPr txBox="1"/>
          <p:nvPr/>
        </p:nvSpPr>
        <p:spPr>
          <a:xfrm>
            <a:off x="1558820" y="5324359"/>
            <a:ext cx="4420314" cy="1200329"/>
          </a:xfrm>
          <a:prstGeom prst="rect">
            <a:avLst/>
          </a:prstGeom>
          <a:solidFill>
            <a:srgbClr val="FFFFFF">
              <a:alpha val="69804"/>
            </a:srgbClr>
          </a:solidFill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WIS2 distribution example</a:t>
            </a: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Global Brokers </a:t>
            </a: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rgbClr val="4EA72E">
                    <a:lumMod val="75000"/>
                  </a:srgbClr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subscribe </a:t>
            </a: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to the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WIS2 Node’s broker; all the WNMs are sent to the Global Brokers and republished</a:t>
            </a:r>
            <a:endParaRPr kumimoji="0" lang="en-GB" sz="1800" b="0" i="0" u="none" strike="noStrike" kern="1200" cap="none" spc="0" normalizeH="0" baseline="0" noProof="0" dirty="0">
              <a:ln>
                <a:noFill/>
              </a:ln>
              <a:solidFill>
                <a:srgbClr val="4EA72E">
                  <a:lumMod val="75000"/>
                </a:srgbClr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411532B-1F70-74B3-874D-3A0AAC2F07BC}"/>
              </a:ext>
            </a:extLst>
          </p:cNvPr>
          <p:cNvSpPr txBox="1"/>
          <p:nvPr/>
        </p:nvSpPr>
        <p:spPr>
          <a:xfrm>
            <a:off x="2074853" y="3688682"/>
            <a:ext cx="117919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CCCC = </a:t>
            </a:r>
            <a:r>
              <a:rPr kumimoji="0" lang="en-GB" sz="12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TEST</a:t>
            </a:r>
            <a:endParaRPr kumimoji="0" lang="en-GB" sz="16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+mn-cs"/>
            </a:endParaRPr>
          </a:p>
        </p:txBody>
      </p:sp>
      <p:grpSp>
        <p:nvGrpSpPr>
          <p:cNvPr id="203" name="Group 202">
            <a:extLst>
              <a:ext uri="{FF2B5EF4-FFF2-40B4-BE49-F238E27FC236}">
                <a16:creationId xmlns:a16="http://schemas.microsoft.com/office/drawing/2014/main" id="{C328DB8D-5E9D-6EA0-B9A4-1EF8693E7534}"/>
              </a:ext>
            </a:extLst>
          </p:cNvPr>
          <p:cNvGrpSpPr/>
          <p:nvPr/>
        </p:nvGrpSpPr>
        <p:grpSpPr>
          <a:xfrm>
            <a:off x="3037962" y="3577971"/>
            <a:ext cx="8224599" cy="2603109"/>
            <a:chOff x="3037962" y="3577971"/>
            <a:chExt cx="8224599" cy="2603109"/>
          </a:xfrm>
        </p:grpSpPr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E18E6703-9D95-4983-52D9-1F90C9CDC468}"/>
                </a:ext>
              </a:extLst>
            </p:cNvPr>
            <p:cNvGrpSpPr/>
            <p:nvPr/>
          </p:nvGrpSpPr>
          <p:grpSpPr>
            <a:xfrm>
              <a:off x="4281843" y="4427055"/>
              <a:ext cx="628907" cy="628907"/>
              <a:chOff x="2867802" y="3950805"/>
              <a:chExt cx="628907" cy="628907"/>
            </a:xfrm>
          </p:grpSpPr>
          <p:sp>
            <p:nvSpPr>
              <p:cNvPr id="4" name="Oval 3">
                <a:extLst>
                  <a:ext uri="{FF2B5EF4-FFF2-40B4-BE49-F238E27FC236}">
                    <a16:creationId xmlns:a16="http://schemas.microsoft.com/office/drawing/2014/main" id="{62A786C6-E7B7-E896-6393-7E240CA5D102}"/>
                  </a:ext>
                </a:extLst>
              </p:cNvPr>
              <p:cNvSpPr/>
              <p:nvPr/>
            </p:nvSpPr>
            <p:spPr>
              <a:xfrm>
                <a:off x="2867802" y="3950805"/>
                <a:ext cx="628907" cy="628907"/>
              </a:xfrm>
              <a:prstGeom prst="ellipse">
                <a:avLst/>
              </a:prstGeom>
              <a:solidFill>
                <a:schemeClr val="bg1"/>
              </a:solidFill>
              <a:ln w="28575"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DC4E4AAE-7BC7-D366-CBD6-90E4383203E0}"/>
                  </a:ext>
                </a:extLst>
              </p:cNvPr>
              <p:cNvSpPr txBox="1"/>
              <p:nvPr/>
            </p:nvSpPr>
            <p:spPr>
              <a:xfrm>
                <a:off x="2949594" y="4126758"/>
                <a:ext cx="465322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2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white">
                        <a:lumMod val="75000"/>
                      </a:prstClr>
                    </a:solidFill>
                    <a:effectLst/>
                    <a:uLnTx/>
                    <a:uFillTx/>
                    <a:latin typeface="Aptos" panose="020B0004020202020204" pitchFamily="34" charset="0"/>
                    <a:ea typeface="+mn-ea"/>
                    <a:cs typeface="Arial" panose="020B0604020202020204" pitchFamily="34" charset="0"/>
                  </a:rPr>
                  <a:t>RTH</a:t>
                </a:r>
              </a:p>
            </p:txBody>
          </p:sp>
        </p:grpSp>
        <p:cxnSp>
          <p:nvCxnSpPr>
            <p:cNvPr id="6" name="Straight Arrow Connector 5">
              <a:extLst>
                <a:ext uri="{FF2B5EF4-FFF2-40B4-BE49-F238E27FC236}">
                  <a16:creationId xmlns:a16="http://schemas.microsoft.com/office/drawing/2014/main" id="{4467B34B-CE1C-DB5B-257E-184A1CA2A523}"/>
                </a:ext>
              </a:extLst>
            </p:cNvPr>
            <p:cNvCxnSpPr>
              <a:cxnSpLocks/>
            </p:cNvCxnSpPr>
            <p:nvPr/>
          </p:nvCxnSpPr>
          <p:spPr>
            <a:xfrm>
              <a:off x="3037962" y="4315266"/>
              <a:ext cx="1175587" cy="306792"/>
            </a:xfrm>
            <a:prstGeom prst="straightConnector1">
              <a:avLst/>
            </a:prstGeom>
            <a:ln>
              <a:solidFill>
                <a:schemeClr val="bg1">
                  <a:lumMod val="85000"/>
                </a:schemeClr>
              </a:solidFill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9D1CBCE5-53DC-4DCE-3EE3-AE2D78EB6713}"/>
                </a:ext>
              </a:extLst>
            </p:cNvPr>
            <p:cNvGrpSpPr/>
            <p:nvPr/>
          </p:nvGrpSpPr>
          <p:grpSpPr>
            <a:xfrm>
              <a:off x="6188224" y="3577971"/>
              <a:ext cx="628907" cy="628907"/>
              <a:chOff x="2867802" y="3950805"/>
              <a:chExt cx="628907" cy="628907"/>
            </a:xfrm>
          </p:grpSpPr>
          <p:sp>
            <p:nvSpPr>
              <p:cNvPr id="12" name="Oval 11">
                <a:extLst>
                  <a:ext uri="{FF2B5EF4-FFF2-40B4-BE49-F238E27FC236}">
                    <a16:creationId xmlns:a16="http://schemas.microsoft.com/office/drawing/2014/main" id="{3C1F0B07-E5C9-17BC-6090-C9116ECCDF99}"/>
                  </a:ext>
                </a:extLst>
              </p:cNvPr>
              <p:cNvSpPr/>
              <p:nvPr/>
            </p:nvSpPr>
            <p:spPr>
              <a:xfrm>
                <a:off x="2867802" y="3950805"/>
                <a:ext cx="628907" cy="628907"/>
              </a:xfrm>
              <a:prstGeom prst="ellipse">
                <a:avLst/>
              </a:prstGeom>
              <a:solidFill>
                <a:schemeClr val="bg1"/>
              </a:solidFill>
              <a:ln w="28575"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4E230C5E-EA61-2F8B-13ED-BF521AED4DA2}"/>
                  </a:ext>
                </a:extLst>
              </p:cNvPr>
              <p:cNvSpPr txBox="1"/>
              <p:nvPr/>
            </p:nvSpPr>
            <p:spPr>
              <a:xfrm>
                <a:off x="2949594" y="4068702"/>
                <a:ext cx="465322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2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white">
                        <a:lumMod val="75000"/>
                      </a:prstClr>
                    </a:solidFill>
                    <a:effectLst/>
                    <a:uLnTx/>
                    <a:uFillTx/>
                    <a:latin typeface="Aptos" panose="020B0004020202020204" pitchFamily="34" charset="0"/>
                    <a:ea typeface="+mn-ea"/>
                    <a:cs typeface="Arial" panose="020B0604020202020204" pitchFamily="34" charset="0"/>
                  </a:rPr>
                  <a:t>RTH</a:t>
                </a:r>
              </a:p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8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white">
                        <a:lumMod val="75000"/>
                      </a:prstClr>
                    </a:solidFill>
                    <a:effectLst/>
                    <a:uLnTx/>
                    <a:uFillTx/>
                    <a:latin typeface="Aptos" panose="020B0004020202020204" pitchFamily="34" charset="0"/>
                    <a:ea typeface="+mn-ea"/>
                    <a:cs typeface="Arial" panose="020B0604020202020204" pitchFamily="34" charset="0"/>
                  </a:rPr>
                  <a:t>Exeter</a:t>
                </a:r>
              </a:p>
            </p:txBody>
          </p:sp>
        </p:grp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02B1253A-3EE4-E8D3-5D39-A4519548253B}"/>
                </a:ext>
              </a:extLst>
            </p:cNvPr>
            <p:cNvGrpSpPr/>
            <p:nvPr/>
          </p:nvGrpSpPr>
          <p:grpSpPr>
            <a:xfrm>
              <a:off x="9293175" y="3577971"/>
              <a:ext cx="628907" cy="628907"/>
              <a:chOff x="2867802" y="3950805"/>
              <a:chExt cx="628907" cy="628907"/>
            </a:xfrm>
          </p:grpSpPr>
          <p:sp>
            <p:nvSpPr>
              <p:cNvPr id="23" name="Oval 22">
                <a:extLst>
                  <a:ext uri="{FF2B5EF4-FFF2-40B4-BE49-F238E27FC236}">
                    <a16:creationId xmlns:a16="http://schemas.microsoft.com/office/drawing/2014/main" id="{E69BD7C2-BBC3-3AB6-9AC6-7A6DAE520CDB}"/>
                  </a:ext>
                </a:extLst>
              </p:cNvPr>
              <p:cNvSpPr/>
              <p:nvPr/>
            </p:nvSpPr>
            <p:spPr>
              <a:xfrm>
                <a:off x="2867802" y="3950805"/>
                <a:ext cx="628907" cy="628907"/>
              </a:xfrm>
              <a:prstGeom prst="ellipse">
                <a:avLst/>
              </a:prstGeom>
              <a:solidFill>
                <a:schemeClr val="bg1"/>
              </a:solidFill>
              <a:ln w="28575"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4B1C236B-A6D7-9AC8-A908-2C9D4FE6EFD8}"/>
                  </a:ext>
                </a:extLst>
              </p:cNvPr>
              <p:cNvSpPr txBox="1"/>
              <p:nvPr/>
            </p:nvSpPr>
            <p:spPr>
              <a:xfrm>
                <a:off x="2932200" y="4068702"/>
                <a:ext cx="500110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2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white">
                        <a:lumMod val="75000"/>
                      </a:prstClr>
                    </a:solidFill>
                    <a:effectLst/>
                    <a:uLnTx/>
                    <a:uFillTx/>
                    <a:latin typeface="Aptos" panose="020B0004020202020204" pitchFamily="34" charset="0"/>
                    <a:ea typeface="+mn-ea"/>
                    <a:cs typeface="Arial" panose="020B0604020202020204" pitchFamily="34" charset="0"/>
                  </a:rPr>
                  <a:t>RTH</a:t>
                </a:r>
              </a:p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8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white">
                        <a:lumMod val="75000"/>
                      </a:prstClr>
                    </a:solidFill>
                    <a:effectLst/>
                    <a:uLnTx/>
                    <a:uFillTx/>
                    <a:latin typeface="Aptos" panose="020B0004020202020204" pitchFamily="34" charset="0"/>
                    <a:ea typeface="+mn-ea"/>
                    <a:cs typeface="Arial" panose="020B0604020202020204" pitchFamily="34" charset="0"/>
                  </a:rPr>
                  <a:t>Beijing</a:t>
                </a:r>
                <a:endParaRPr kumimoji="0" lang="en-GB" sz="700" b="0" i="0" u="none" strike="noStrike" kern="0" cap="none" spc="0" normalizeH="0" baseline="0" noProof="0" dirty="0">
                  <a:ln>
                    <a:noFill/>
                  </a:ln>
                  <a:solidFill>
                    <a:prstClr val="white">
                      <a:lumMod val="75000"/>
                    </a:prstClr>
                  </a:solidFill>
                  <a:effectLst/>
                  <a:uLnTx/>
                  <a:uFillTx/>
                  <a:latin typeface="Aptos" panose="020B0004020202020204" pitchFamily="34" charset="0"/>
                  <a:ea typeface="+mn-ea"/>
                  <a:cs typeface="Arial" panose="020B0604020202020204" pitchFamily="34" charset="0"/>
                </a:endParaRPr>
              </a:p>
            </p:txBody>
          </p:sp>
        </p:grpSp>
        <p:grpSp>
          <p:nvGrpSpPr>
            <p:cNvPr id="26" name="Group 25">
              <a:extLst>
                <a:ext uri="{FF2B5EF4-FFF2-40B4-BE49-F238E27FC236}">
                  <a16:creationId xmlns:a16="http://schemas.microsoft.com/office/drawing/2014/main" id="{CF0412CF-FBE7-4A76-CF93-9B54E94F2470}"/>
                </a:ext>
              </a:extLst>
            </p:cNvPr>
            <p:cNvGrpSpPr/>
            <p:nvPr/>
          </p:nvGrpSpPr>
          <p:grpSpPr>
            <a:xfrm>
              <a:off x="6521485" y="5413675"/>
              <a:ext cx="628907" cy="628907"/>
              <a:chOff x="2867802" y="3950805"/>
              <a:chExt cx="628907" cy="628907"/>
            </a:xfrm>
          </p:grpSpPr>
          <p:sp>
            <p:nvSpPr>
              <p:cNvPr id="27" name="Oval 26">
                <a:extLst>
                  <a:ext uri="{FF2B5EF4-FFF2-40B4-BE49-F238E27FC236}">
                    <a16:creationId xmlns:a16="http://schemas.microsoft.com/office/drawing/2014/main" id="{9DE6123A-E04B-8554-6D1E-EE88833DC20C}"/>
                  </a:ext>
                </a:extLst>
              </p:cNvPr>
              <p:cNvSpPr/>
              <p:nvPr/>
            </p:nvSpPr>
            <p:spPr>
              <a:xfrm>
                <a:off x="2867802" y="3950805"/>
                <a:ext cx="628907" cy="628907"/>
              </a:xfrm>
              <a:prstGeom prst="ellipse">
                <a:avLst/>
              </a:prstGeom>
              <a:solidFill>
                <a:schemeClr val="bg1"/>
              </a:solidFill>
              <a:ln w="28575"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>
                      <a:lumMod val="65000"/>
                    </a:prstClr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000D3055-19B8-A1DA-5BF9-635A56FE2FB3}"/>
                  </a:ext>
                </a:extLst>
              </p:cNvPr>
              <p:cNvSpPr txBox="1"/>
              <p:nvPr/>
            </p:nvSpPr>
            <p:spPr>
              <a:xfrm>
                <a:off x="2949594" y="4126758"/>
                <a:ext cx="465322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2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white">
                        <a:lumMod val="75000"/>
                      </a:prstClr>
                    </a:solidFill>
                    <a:effectLst/>
                    <a:uLnTx/>
                    <a:uFillTx/>
                    <a:latin typeface="Aptos" panose="020B0004020202020204" pitchFamily="34" charset="0"/>
                    <a:ea typeface="+mn-ea"/>
                    <a:cs typeface="Arial" panose="020B0604020202020204" pitchFamily="34" charset="0"/>
                  </a:rPr>
                  <a:t>RTH</a:t>
                </a:r>
              </a:p>
            </p:txBody>
          </p:sp>
        </p:grpSp>
        <p:grpSp>
          <p:nvGrpSpPr>
            <p:cNvPr id="29" name="Group 28">
              <a:extLst>
                <a:ext uri="{FF2B5EF4-FFF2-40B4-BE49-F238E27FC236}">
                  <a16:creationId xmlns:a16="http://schemas.microsoft.com/office/drawing/2014/main" id="{2427CDD2-4646-029B-B74C-B3D13B9CF0BA}"/>
                </a:ext>
              </a:extLst>
            </p:cNvPr>
            <p:cNvGrpSpPr/>
            <p:nvPr/>
          </p:nvGrpSpPr>
          <p:grpSpPr>
            <a:xfrm>
              <a:off x="8862418" y="5165872"/>
              <a:ext cx="628907" cy="628907"/>
              <a:chOff x="2867802" y="3950805"/>
              <a:chExt cx="628907" cy="628907"/>
            </a:xfrm>
          </p:grpSpPr>
          <p:sp>
            <p:nvSpPr>
              <p:cNvPr id="30" name="Oval 29">
                <a:extLst>
                  <a:ext uri="{FF2B5EF4-FFF2-40B4-BE49-F238E27FC236}">
                    <a16:creationId xmlns:a16="http://schemas.microsoft.com/office/drawing/2014/main" id="{2891B609-5AC3-694A-5322-0AB18D3858E5}"/>
                  </a:ext>
                </a:extLst>
              </p:cNvPr>
              <p:cNvSpPr/>
              <p:nvPr/>
            </p:nvSpPr>
            <p:spPr>
              <a:xfrm>
                <a:off x="2867802" y="3950805"/>
                <a:ext cx="628907" cy="628907"/>
              </a:xfrm>
              <a:prstGeom prst="ellipse">
                <a:avLst/>
              </a:prstGeom>
              <a:solidFill>
                <a:schemeClr val="bg1"/>
              </a:solidFill>
              <a:ln w="28575"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>
                      <a:lumMod val="65000"/>
                    </a:prstClr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B018C58B-B939-1607-2501-DDF966BA50B9}"/>
                  </a:ext>
                </a:extLst>
              </p:cNvPr>
              <p:cNvSpPr txBox="1"/>
              <p:nvPr/>
            </p:nvSpPr>
            <p:spPr>
              <a:xfrm>
                <a:off x="2949594" y="4126758"/>
                <a:ext cx="465322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2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white">
                        <a:lumMod val="75000"/>
                      </a:prstClr>
                    </a:solidFill>
                    <a:effectLst/>
                    <a:uLnTx/>
                    <a:uFillTx/>
                    <a:latin typeface="Aptos" panose="020B0004020202020204" pitchFamily="34" charset="0"/>
                    <a:ea typeface="+mn-ea"/>
                    <a:cs typeface="Arial" panose="020B0604020202020204" pitchFamily="34" charset="0"/>
                  </a:rPr>
                  <a:t>RTH</a:t>
                </a:r>
              </a:p>
            </p:txBody>
          </p:sp>
        </p:grpSp>
        <p:grpSp>
          <p:nvGrpSpPr>
            <p:cNvPr id="32" name="Group 31">
              <a:extLst>
                <a:ext uri="{FF2B5EF4-FFF2-40B4-BE49-F238E27FC236}">
                  <a16:creationId xmlns:a16="http://schemas.microsoft.com/office/drawing/2014/main" id="{BA8DF45E-2BF8-89AE-B2D7-B014451607BA}"/>
                </a:ext>
              </a:extLst>
            </p:cNvPr>
            <p:cNvGrpSpPr/>
            <p:nvPr/>
          </p:nvGrpSpPr>
          <p:grpSpPr>
            <a:xfrm>
              <a:off x="7543240" y="4536965"/>
              <a:ext cx="628907" cy="628907"/>
              <a:chOff x="2867802" y="3950805"/>
              <a:chExt cx="628907" cy="628907"/>
            </a:xfrm>
          </p:grpSpPr>
          <p:sp>
            <p:nvSpPr>
              <p:cNvPr id="33" name="Oval 32">
                <a:extLst>
                  <a:ext uri="{FF2B5EF4-FFF2-40B4-BE49-F238E27FC236}">
                    <a16:creationId xmlns:a16="http://schemas.microsoft.com/office/drawing/2014/main" id="{64DDC0ED-F7DB-0C95-5971-FA5F7AB28F60}"/>
                  </a:ext>
                </a:extLst>
              </p:cNvPr>
              <p:cNvSpPr/>
              <p:nvPr/>
            </p:nvSpPr>
            <p:spPr>
              <a:xfrm>
                <a:off x="2867802" y="3950805"/>
                <a:ext cx="628907" cy="628907"/>
              </a:xfrm>
              <a:prstGeom prst="ellipse">
                <a:avLst/>
              </a:prstGeom>
              <a:solidFill>
                <a:schemeClr val="bg1"/>
              </a:solidFill>
              <a:ln w="28575"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>
                      <a:lumMod val="65000"/>
                    </a:prstClr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9DD1ED58-578E-9068-2673-56DA5EE231CF}"/>
                  </a:ext>
                </a:extLst>
              </p:cNvPr>
              <p:cNvSpPr txBox="1"/>
              <p:nvPr/>
            </p:nvSpPr>
            <p:spPr>
              <a:xfrm>
                <a:off x="2949594" y="4126758"/>
                <a:ext cx="465322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2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white">
                        <a:lumMod val="75000"/>
                      </a:prstClr>
                    </a:solidFill>
                    <a:effectLst/>
                    <a:uLnTx/>
                    <a:uFillTx/>
                    <a:latin typeface="Aptos" panose="020B0004020202020204" pitchFamily="34" charset="0"/>
                    <a:ea typeface="+mn-ea"/>
                    <a:cs typeface="Arial" panose="020B0604020202020204" pitchFamily="34" charset="0"/>
                  </a:rPr>
                  <a:t>RTH</a:t>
                </a:r>
              </a:p>
            </p:txBody>
          </p:sp>
        </p:grpSp>
        <p:cxnSp>
          <p:nvCxnSpPr>
            <p:cNvPr id="35" name="Straight Arrow Connector 34">
              <a:extLst>
                <a:ext uri="{FF2B5EF4-FFF2-40B4-BE49-F238E27FC236}">
                  <a16:creationId xmlns:a16="http://schemas.microsoft.com/office/drawing/2014/main" id="{E630546E-6487-3E98-8EC5-04FE00AE39A1}"/>
                </a:ext>
              </a:extLst>
            </p:cNvPr>
            <p:cNvCxnSpPr>
              <a:cxnSpLocks/>
            </p:cNvCxnSpPr>
            <p:nvPr/>
          </p:nvCxnSpPr>
          <p:spPr>
            <a:xfrm>
              <a:off x="4975127" y="4870482"/>
              <a:ext cx="1508258" cy="709621"/>
            </a:xfrm>
            <a:prstGeom prst="straightConnector1">
              <a:avLst/>
            </a:prstGeom>
            <a:ln>
              <a:solidFill>
                <a:schemeClr val="bg1">
                  <a:lumMod val="85000"/>
                </a:schemeClr>
              </a:solidFill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Arrow Connector 35">
              <a:extLst>
                <a:ext uri="{FF2B5EF4-FFF2-40B4-BE49-F238E27FC236}">
                  <a16:creationId xmlns:a16="http://schemas.microsoft.com/office/drawing/2014/main" id="{ACA670A2-D8F7-8DFD-02F6-DA0450A1C87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948850" y="3983610"/>
              <a:ext cx="1143095" cy="575843"/>
            </a:xfrm>
            <a:prstGeom prst="straightConnector1">
              <a:avLst/>
            </a:prstGeom>
            <a:ln>
              <a:solidFill>
                <a:schemeClr val="bg1">
                  <a:lumMod val="85000"/>
                </a:schemeClr>
              </a:solidFill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Arrow Connector 36">
              <a:extLst>
                <a:ext uri="{FF2B5EF4-FFF2-40B4-BE49-F238E27FC236}">
                  <a16:creationId xmlns:a16="http://schemas.microsoft.com/office/drawing/2014/main" id="{59363142-9197-ADBE-7EB2-A0415F8D33D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123124" y="5120144"/>
              <a:ext cx="428025" cy="331605"/>
            </a:xfrm>
            <a:prstGeom prst="straightConnector1">
              <a:avLst/>
            </a:prstGeom>
            <a:ln>
              <a:solidFill>
                <a:schemeClr val="bg1">
                  <a:lumMod val="85000"/>
                </a:schemeClr>
              </a:solidFill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Arrow Connector 37">
              <a:extLst>
                <a:ext uri="{FF2B5EF4-FFF2-40B4-BE49-F238E27FC236}">
                  <a16:creationId xmlns:a16="http://schemas.microsoft.com/office/drawing/2014/main" id="{2A0285FD-D91E-B69D-D5BC-61471D4713D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172147" y="4092067"/>
              <a:ext cx="1121028" cy="549041"/>
            </a:xfrm>
            <a:prstGeom prst="straightConnector1">
              <a:avLst/>
            </a:prstGeom>
            <a:ln>
              <a:solidFill>
                <a:schemeClr val="bg1">
                  <a:lumMod val="85000"/>
                </a:schemeClr>
              </a:solidFill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Arrow Connector 38">
              <a:extLst>
                <a:ext uri="{FF2B5EF4-FFF2-40B4-BE49-F238E27FC236}">
                  <a16:creationId xmlns:a16="http://schemas.microsoft.com/office/drawing/2014/main" id="{5BD088AA-4248-1B66-70DC-AA6B5990CDE8}"/>
                </a:ext>
              </a:extLst>
            </p:cNvPr>
            <p:cNvCxnSpPr>
              <a:cxnSpLocks/>
            </p:cNvCxnSpPr>
            <p:nvPr/>
          </p:nvCxnSpPr>
          <p:spPr>
            <a:xfrm>
              <a:off x="8191197" y="5026609"/>
              <a:ext cx="652171" cy="305691"/>
            </a:xfrm>
            <a:prstGeom prst="straightConnector1">
              <a:avLst/>
            </a:prstGeom>
            <a:ln>
              <a:solidFill>
                <a:schemeClr val="bg1">
                  <a:lumMod val="85000"/>
                </a:schemeClr>
              </a:solidFill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Arrow Connector 41">
              <a:extLst>
                <a:ext uri="{FF2B5EF4-FFF2-40B4-BE49-F238E27FC236}">
                  <a16:creationId xmlns:a16="http://schemas.microsoft.com/office/drawing/2014/main" id="{8DE4FDD8-55B5-29D2-9370-D62EC1123142}"/>
                </a:ext>
              </a:extLst>
            </p:cNvPr>
            <p:cNvCxnSpPr>
              <a:cxnSpLocks/>
            </p:cNvCxnSpPr>
            <p:nvPr/>
          </p:nvCxnSpPr>
          <p:spPr>
            <a:xfrm>
              <a:off x="9538950" y="5570578"/>
              <a:ext cx="981544" cy="276999"/>
            </a:xfrm>
            <a:prstGeom prst="straightConnector1">
              <a:avLst/>
            </a:prstGeom>
            <a:ln>
              <a:solidFill>
                <a:schemeClr val="bg1">
                  <a:lumMod val="85000"/>
                </a:schemeClr>
              </a:solidFill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02" name="Group 201">
              <a:extLst>
                <a:ext uri="{FF2B5EF4-FFF2-40B4-BE49-F238E27FC236}">
                  <a16:creationId xmlns:a16="http://schemas.microsoft.com/office/drawing/2014/main" id="{CCC3A8AE-6040-B029-BA81-66225E0B28DB}"/>
                </a:ext>
              </a:extLst>
            </p:cNvPr>
            <p:cNvGrpSpPr/>
            <p:nvPr/>
          </p:nvGrpSpPr>
          <p:grpSpPr>
            <a:xfrm>
              <a:off x="10510969" y="5552173"/>
              <a:ext cx="751592" cy="628907"/>
              <a:chOff x="10510969" y="5552173"/>
              <a:chExt cx="751592" cy="628907"/>
            </a:xfrm>
          </p:grpSpPr>
          <p:sp>
            <p:nvSpPr>
              <p:cNvPr id="40" name="Rectangle: Rounded Corners 39">
                <a:extLst>
                  <a:ext uri="{FF2B5EF4-FFF2-40B4-BE49-F238E27FC236}">
                    <a16:creationId xmlns:a16="http://schemas.microsoft.com/office/drawing/2014/main" id="{D004E9CA-DB47-7A77-933D-A1D797B3D670}"/>
                  </a:ext>
                </a:extLst>
              </p:cNvPr>
              <p:cNvSpPr/>
              <p:nvPr/>
            </p:nvSpPr>
            <p:spPr>
              <a:xfrm>
                <a:off x="10572312" y="5552173"/>
                <a:ext cx="628907" cy="628907"/>
              </a:xfrm>
              <a:prstGeom prst="roundRect">
                <a:avLst>
                  <a:gd name="adj" fmla="val 8678"/>
                </a:avLst>
              </a:prstGeom>
              <a:solidFill>
                <a:schemeClr val="bg1"/>
              </a:solidFill>
              <a:ln w="28575"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E65C518D-7F24-EC26-C0C1-04A4D0001004}"/>
                  </a:ext>
                </a:extLst>
              </p:cNvPr>
              <p:cNvSpPr txBox="1"/>
              <p:nvPr/>
            </p:nvSpPr>
            <p:spPr>
              <a:xfrm>
                <a:off x="10510969" y="5728127"/>
                <a:ext cx="751592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2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white">
                        <a:lumMod val="75000"/>
                      </a:prstClr>
                    </a:solidFill>
                    <a:effectLst/>
                    <a:uLnTx/>
                    <a:uFillTx/>
                    <a:latin typeface="Aptos" panose="020B0004020202020204" pitchFamily="34" charset="0"/>
                    <a:ea typeface="+mn-ea"/>
                    <a:cs typeface="Arial" panose="020B0604020202020204" pitchFamily="34" charset="0"/>
                  </a:rPr>
                  <a:t>WDQMS</a:t>
                </a:r>
              </a:p>
            </p:txBody>
          </p:sp>
        </p:grpSp>
      </p:grpSp>
      <p:grpSp>
        <p:nvGrpSpPr>
          <p:cNvPr id="209" name="Group 208">
            <a:extLst>
              <a:ext uri="{FF2B5EF4-FFF2-40B4-BE49-F238E27FC236}">
                <a16:creationId xmlns:a16="http://schemas.microsoft.com/office/drawing/2014/main" id="{24A48C5D-7F31-616C-DF3A-F5F3695635C1}"/>
              </a:ext>
            </a:extLst>
          </p:cNvPr>
          <p:cNvGrpSpPr/>
          <p:nvPr/>
        </p:nvGrpSpPr>
        <p:grpSpPr>
          <a:xfrm>
            <a:off x="1430655" y="808440"/>
            <a:ext cx="2456202" cy="855395"/>
            <a:chOff x="1430655" y="770340"/>
            <a:chExt cx="2456202" cy="855395"/>
          </a:xfrm>
        </p:grpSpPr>
        <p:grpSp>
          <p:nvGrpSpPr>
            <p:cNvPr id="49" name="Group 48">
              <a:extLst>
                <a:ext uri="{FF2B5EF4-FFF2-40B4-BE49-F238E27FC236}">
                  <a16:creationId xmlns:a16="http://schemas.microsoft.com/office/drawing/2014/main" id="{F1186DF1-1450-03B7-3D0A-8521940291B5}"/>
                </a:ext>
              </a:extLst>
            </p:cNvPr>
            <p:cNvGrpSpPr/>
            <p:nvPr/>
          </p:nvGrpSpPr>
          <p:grpSpPr>
            <a:xfrm>
              <a:off x="1430655" y="770340"/>
              <a:ext cx="612283" cy="855395"/>
              <a:chOff x="2425679" y="690821"/>
              <a:chExt cx="612283" cy="855395"/>
            </a:xfrm>
          </p:grpSpPr>
          <p:pic>
            <p:nvPicPr>
              <p:cNvPr id="43" name="Picture 42">
                <a:extLst>
                  <a:ext uri="{FF2B5EF4-FFF2-40B4-BE49-F238E27FC236}">
                    <a16:creationId xmlns:a16="http://schemas.microsoft.com/office/drawing/2014/main" id="{B0184CDB-E347-D473-75A2-28F326983B6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2425679" y="690821"/>
                <a:ext cx="612283" cy="855395"/>
              </a:xfrm>
              <a:prstGeom prst="rect">
                <a:avLst/>
              </a:prstGeom>
            </p:spPr>
          </p:pic>
          <p:sp>
            <p:nvSpPr>
              <p:cNvPr id="45" name="Rectangle 44">
                <a:extLst>
                  <a:ext uri="{FF2B5EF4-FFF2-40B4-BE49-F238E27FC236}">
                    <a16:creationId xmlns:a16="http://schemas.microsoft.com/office/drawing/2014/main" id="{D25D5B4F-AADF-0B41-6188-7B2DE21BD147}"/>
                  </a:ext>
                </a:extLst>
              </p:cNvPr>
              <p:cNvSpPr/>
              <p:nvPr/>
            </p:nvSpPr>
            <p:spPr>
              <a:xfrm>
                <a:off x="2631993" y="1000455"/>
                <a:ext cx="169804" cy="169804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A</a:t>
                </a:r>
              </a:p>
            </p:txBody>
          </p:sp>
        </p:grpSp>
        <p:grpSp>
          <p:nvGrpSpPr>
            <p:cNvPr id="50" name="Group 49">
              <a:extLst>
                <a:ext uri="{FF2B5EF4-FFF2-40B4-BE49-F238E27FC236}">
                  <a16:creationId xmlns:a16="http://schemas.microsoft.com/office/drawing/2014/main" id="{DB997719-1D4C-7FC9-69F3-D38ABD601DE7}"/>
                </a:ext>
              </a:extLst>
            </p:cNvPr>
            <p:cNvGrpSpPr/>
            <p:nvPr/>
          </p:nvGrpSpPr>
          <p:grpSpPr>
            <a:xfrm>
              <a:off x="2045295" y="770340"/>
              <a:ext cx="612283" cy="855395"/>
              <a:chOff x="2425679" y="690821"/>
              <a:chExt cx="612283" cy="855395"/>
            </a:xfrm>
          </p:grpSpPr>
          <p:pic>
            <p:nvPicPr>
              <p:cNvPr id="57" name="Picture 56">
                <a:extLst>
                  <a:ext uri="{FF2B5EF4-FFF2-40B4-BE49-F238E27FC236}">
                    <a16:creationId xmlns:a16="http://schemas.microsoft.com/office/drawing/2014/main" id="{C58F1699-EF21-CFA8-312B-6BFE20F88DA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2425679" y="690821"/>
                <a:ext cx="612283" cy="855395"/>
              </a:xfrm>
              <a:prstGeom prst="rect">
                <a:avLst/>
              </a:prstGeom>
            </p:spPr>
          </p:pic>
          <p:sp>
            <p:nvSpPr>
              <p:cNvPr id="59" name="Rectangle 58">
                <a:extLst>
                  <a:ext uri="{FF2B5EF4-FFF2-40B4-BE49-F238E27FC236}">
                    <a16:creationId xmlns:a16="http://schemas.microsoft.com/office/drawing/2014/main" id="{870807BF-8EF9-B026-CA8D-112028B944AE}"/>
                  </a:ext>
                </a:extLst>
              </p:cNvPr>
              <p:cNvSpPr/>
              <p:nvPr/>
            </p:nvSpPr>
            <p:spPr>
              <a:xfrm>
                <a:off x="2631993" y="1000455"/>
                <a:ext cx="169804" cy="169804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B</a:t>
                </a:r>
              </a:p>
            </p:txBody>
          </p:sp>
        </p:grpSp>
        <p:grpSp>
          <p:nvGrpSpPr>
            <p:cNvPr id="60" name="Group 59">
              <a:extLst>
                <a:ext uri="{FF2B5EF4-FFF2-40B4-BE49-F238E27FC236}">
                  <a16:creationId xmlns:a16="http://schemas.microsoft.com/office/drawing/2014/main" id="{93559108-D723-187B-39EE-994077F10E19}"/>
                </a:ext>
              </a:extLst>
            </p:cNvPr>
            <p:cNvGrpSpPr/>
            <p:nvPr/>
          </p:nvGrpSpPr>
          <p:grpSpPr>
            <a:xfrm>
              <a:off x="2659935" y="770340"/>
              <a:ext cx="612283" cy="855395"/>
              <a:chOff x="2425679" y="690821"/>
              <a:chExt cx="612283" cy="855395"/>
            </a:xfrm>
          </p:grpSpPr>
          <p:pic>
            <p:nvPicPr>
              <p:cNvPr id="63" name="Picture 62">
                <a:extLst>
                  <a:ext uri="{FF2B5EF4-FFF2-40B4-BE49-F238E27FC236}">
                    <a16:creationId xmlns:a16="http://schemas.microsoft.com/office/drawing/2014/main" id="{D013A091-FDE6-5AB4-8B2E-85477E3033F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2425679" y="690821"/>
                <a:ext cx="612283" cy="855395"/>
              </a:xfrm>
              <a:prstGeom prst="rect">
                <a:avLst/>
              </a:prstGeom>
            </p:spPr>
          </p:pic>
          <p:sp>
            <p:nvSpPr>
              <p:cNvPr id="192" name="Rectangle 191">
                <a:extLst>
                  <a:ext uri="{FF2B5EF4-FFF2-40B4-BE49-F238E27FC236}">
                    <a16:creationId xmlns:a16="http://schemas.microsoft.com/office/drawing/2014/main" id="{21B619E8-C62A-B7BC-8FC2-00889455C1CD}"/>
                  </a:ext>
                </a:extLst>
              </p:cNvPr>
              <p:cNvSpPr/>
              <p:nvPr/>
            </p:nvSpPr>
            <p:spPr>
              <a:xfrm>
                <a:off x="2631993" y="1000455"/>
                <a:ext cx="169804" cy="169804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C</a:t>
                </a:r>
              </a:p>
            </p:txBody>
          </p:sp>
        </p:grpSp>
        <p:grpSp>
          <p:nvGrpSpPr>
            <p:cNvPr id="193" name="Group 192">
              <a:extLst>
                <a:ext uri="{FF2B5EF4-FFF2-40B4-BE49-F238E27FC236}">
                  <a16:creationId xmlns:a16="http://schemas.microsoft.com/office/drawing/2014/main" id="{21260794-018F-B4D4-80DC-F13742E2FE10}"/>
                </a:ext>
              </a:extLst>
            </p:cNvPr>
            <p:cNvGrpSpPr/>
            <p:nvPr/>
          </p:nvGrpSpPr>
          <p:grpSpPr>
            <a:xfrm>
              <a:off x="3274574" y="770340"/>
              <a:ext cx="612283" cy="855395"/>
              <a:chOff x="2425679" y="690821"/>
              <a:chExt cx="612283" cy="855395"/>
            </a:xfrm>
          </p:grpSpPr>
          <p:pic>
            <p:nvPicPr>
              <p:cNvPr id="194" name="Picture 193">
                <a:extLst>
                  <a:ext uri="{FF2B5EF4-FFF2-40B4-BE49-F238E27FC236}">
                    <a16:creationId xmlns:a16="http://schemas.microsoft.com/office/drawing/2014/main" id="{749682CA-E2FD-E5E6-2D2A-43A0C6A1005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2425679" y="690821"/>
                <a:ext cx="612283" cy="855395"/>
              </a:xfrm>
              <a:prstGeom prst="rect">
                <a:avLst/>
              </a:prstGeom>
            </p:spPr>
          </p:pic>
          <p:sp>
            <p:nvSpPr>
              <p:cNvPr id="201" name="Rectangle 200">
                <a:extLst>
                  <a:ext uri="{FF2B5EF4-FFF2-40B4-BE49-F238E27FC236}">
                    <a16:creationId xmlns:a16="http://schemas.microsoft.com/office/drawing/2014/main" id="{D3E7B418-EEA5-37FB-CDD8-9646B5F22A82}"/>
                  </a:ext>
                </a:extLst>
              </p:cNvPr>
              <p:cNvSpPr/>
              <p:nvPr/>
            </p:nvSpPr>
            <p:spPr>
              <a:xfrm>
                <a:off x="2631993" y="1000455"/>
                <a:ext cx="169804" cy="169804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D</a:t>
                </a:r>
              </a:p>
            </p:txBody>
          </p:sp>
        </p:grpSp>
      </p:grpSp>
      <p:grpSp>
        <p:nvGrpSpPr>
          <p:cNvPr id="214" name="Group 213">
            <a:extLst>
              <a:ext uri="{FF2B5EF4-FFF2-40B4-BE49-F238E27FC236}">
                <a16:creationId xmlns:a16="http://schemas.microsoft.com/office/drawing/2014/main" id="{D86CF5AF-872A-0A76-6977-4FDFD9D60A6D}"/>
              </a:ext>
            </a:extLst>
          </p:cNvPr>
          <p:cNvGrpSpPr/>
          <p:nvPr/>
        </p:nvGrpSpPr>
        <p:grpSpPr>
          <a:xfrm>
            <a:off x="2963924" y="2367446"/>
            <a:ext cx="716753" cy="326665"/>
            <a:chOff x="2963924" y="2367446"/>
            <a:chExt cx="716753" cy="326665"/>
          </a:xfrm>
        </p:grpSpPr>
        <p:grpSp>
          <p:nvGrpSpPr>
            <p:cNvPr id="210" name="Group 209">
              <a:extLst>
                <a:ext uri="{FF2B5EF4-FFF2-40B4-BE49-F238E27FC236}">
                  <a16:creationId xmlns:a16="http://schemas.microsoft.com/office/drawing/2014/main" id="{41715B02-AB72-55EA-069F-29B94427D8D5}"/>
                </a:ext>
              </a:extLst>
            </p:cNvPr>
            <p:cNvGrpSpPr/>
            <p:nvPr/>
          </p:nvGrpSpPr>
          <p:grpSpPr>
            <a:xfrm>
              <a:off x="2963924" y="2367446"/>
              <a:ext cx="534458" cy="127000"/>
              <a:chOff x="2963178" y="2725764"/>
              <a:chExt cx="534458" cy="127000"/>
            </a:xfrm>
          </p:grpSpPr>
          <p:cxnSp>
            <p:nvCxnSpPr>
              <p:cNvPr id="211" name="Straight Connector 210">
                <a:extLst>
                  <a:ext uri="{FF2B5EF4-FFF2-40B4-BE49-F238E27FC236}">
                    <a16:creationId xmlns:a16="http://schemas.microsoft.com/office/drawing/2014/main" id="{F888D65D-4C82-1560-F470-FCBFFB656EDC}"/>
                  </a:ext>
                </a:extLst>
              </p:cNvPr>
              <p:cNvCxnSpPr/>
              <p:nvPr/>
            </p:nvCxnSpPr>
            <p:spPr>
              <a:xfrm flipV="1">
                <a:off x="2963178" y="2789264"/>
                <a:ext cx="400050" cy="1"/>
              </a:xfrm>
              <a:prstGeom prst="line">
                <a:avLst/>
              </a:prstGeom>
              <a:noFill/>
              <a:ln w="19050" cap="flat" cmpd="sng" algn="ctr">
                <a:solidFill>
                  <a:schemeClr val="accent2">
                    <a:lumMod val="75000"/>
                  </a:schemeClr>
                </a:solidFill>
                <a:prstDash val="solid"/>
                <a:miter lim="800000"/>
              </a:ln>
              <a:effectLst/>
            </p:spPr>
          </p:cxnSp>
          <p:sp>
            <p:nvSpPr>
              <p:cNvPr id="212" name="Oval 211">
                <a:extLst>
                  <a:ext uri="{FF2B5EF4-FFF2-40B4-BE49-F238E27FC236}">
                    <a16:creationId xmlns:a16="http://schemas.microsoft.com/office/drawing/2014/main" id="{99BDA777-9C34-003B-D1F4-63DD03AA6F06}"/>
                  </a:ext>
                </a:extLst>
              </p:cNvPr>
              <p:cNvSpPr/>
              <p:nvPr/>
            </p:nvSpPr>
            <p:spPr>
              <a:xfrm>
                <a:off x="3370636" y="2725764"/>
                <a:ext cx="127000" cy="127000"/>
              </a:xfrm>
              <a:prstGeom prst="ellipse">
                <a:avLst/>
              </a:prstGeom>
              <a:solidFill>
                <a:sysClr val="window" lastClr="FFFFFF"/>
              </a:solidFill>
              <a:ln w="19050" cap="flat" cmpd="sng" algn="ctr">
                <a:solidFill>
                  <a:schemeClr val="accent2">
                    <a:lumMod val="75000"/>
                  </a:schemeClr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sp>
          <p:nvSpPr>
            <p:cNvPr id="213" name="TextBox 212">
              <a:extLst>
                <a:ext uri="{FF2B5EF4-FFF2-40B4-BE49-F238E27FC236}">
                  <a16:creationId xmlns:a16="http://schemas.microsoft.com/office/drawing/2014/main" id="{9EA7FCDD-994D-6688-632A-5D6769A8016B}"/>
                </a:ext>
              </a:extLst>
            </p:cNvPr>
            <p:cNvSpPr txBox="1"/>
            <p:nvPr/>
          </p:nvSpPr>
          <p:spPr>
            <a:xfrm>
              <a:off x="3194968" y="2440195"/>
              <a:ext cx="485709" cy="2539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50" b="0" i="0" u="none" strike="noStrike" kern="0" cap="none" spc="0" normalizeH="0" baseline="0" noProof="0" dirty="0">
                  <a:ln>
                    <a:noFill/>
                  </a:ln>
                  <a:solidFill>
                    <a:srgbClr val="E97132">
                      <a:lumMod val="75000"/>
                    </a:srgbClr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https</a:t>
              </a:r>
              <a:endParaRPr kumimoji="0" lang="en-GB" sz="1200" b="0" i="0" u="none" strike="noStrike" kern="0" cap="none" spc="0" normalizeH="0" baseline="0" noProof="0" dirty="0">
                <a:ln>
                  <a:noFill/>
                </a:ln>
                <a:solidFill>
                  <a:srgbClr val="E97132">
                    <a:lumMod val="75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pic>
        <p:nvPicPr>
          <p:cNvPr id="47" name="Picture 46">
            <a:extLst>
              <a:ext uri="{FF2B5EF4-FFF2-40B4-BE49-F238E27FC236}">
                <a16:creationId xmlns:a16="http://schemas.microsoft.com/office/drawing/2014/main" id="{AC8FBF5D-3D90-9433-93FB-E17122E0D9B1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504409" y="107790"/>
            <a:ext cx="444034" cy="620341"/>
          </a:xfrm>
          <a:prstGeom prst="rect">
            <a:avLst/>
          </a:prstGeom>
        </p:spPr>
      </p:pic>
      <p:pic>
        <p:nvPicPr>
          <p:cNvPr id="205" name="Picture 204">
            <a:extLst>
              <a:ext uri="{FF2B5EF4-FFF2-40B4-BE49-F238E27FC236}">
                <a16:creationId xmlns:a16="http://schemas.microsoft.com/office/drawing/2014/main" id="{E3AB78A4-A64C-90C6-0013-1584747206E8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122688" y="107539"/>
            <a:ext cx="444034" cy="620341"/>
          </a:xfrm>
          <a:prstGeom prst="rect">
            <a:avLst/>
          </a:prstGeom>
        </p:spPr>
      </p:pic>
      <p:pic>
        <p:nvPicPr>
          <p:cNvPr id="206" name="Picture 205">
            <a:extLst>
              <a:ext uri="{FF2B5EF4-FFF2-40B4-BE49-F238E27FC236}">
                <a16:creationId xmlns:a16="http://schemas.microsoft.com/office/drawing/2014/main" id="{7B26D67F-DF4C-D08B-0F14-FEB25C7B0511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738968" y="107539"/>
            <a:ext cx="444034" cy="620341"/>
          </a:xfrm>
          <a:prstGeom prst="rect">
            <a:avLst/>
          </a:prstGeom>
        </p:spPr>
      </p:pic>
      <p:pic>
        <p:nvPicPr>
          <p:cNvPr id="207" name="Picture 206">
            <a:extLst>
              <a:ext uri="{FF2B5EF4-FFF2-40B4-BE49-F238E27FC236}">
                <a16:creationId xmlns:a16="http://schemas.microsoft.com/office/drawing/2014/main" id="{76C87625-4BB5-C703-83CA-C1317CD82C19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353933" y="108876"/>
            <a:ext cx="444034" cy="620341"/>
          </a:xfrm>
          <a:prstGeom prst="rect">
            <a:avLst/>
          </a:prstGeom>
        </p:spPr>
      </p:pic>
      <p:grpSp>
        <p:nvGrpSpPr>
          <p:cNvPr id="228" name="Group 227">
            <a:extLst>
              <a:ext uri="{FF2B5EF4-FFF2-40B4-BE49-F238E27FC236}">
                <a16:creationId xmlns:a16="http://schemas.microsoft.com/office/drawing/2014/main" id="{B83DB5D8-CE96-22DD-3A3E-1399E1A7AB8F}"/>
              </a:ext>
            </a:extLst>
          </p:cNvPr>
          <p:cNvGrpSpPr/>
          <p:nvPr/>
        </p:nvGrpSpPr>
        <p:grpSpPr>
          <a:xfrm>
            <a:off x="2963178" y="2725764"/>
            <a:ext cx="786853" cy="316693"/>
            <a:chOff x="2963178" y="2725764"/>
            <a:chExt cx="786853" cy="316693"/>
          </a:xfrm>
        </p:grpSpPr>
        <p:grpSp>
          <p:nvGrpSpPr>
            <p:cNvPr id="220" name="Group 219">
              <a:extLst>
                <a:ext uri="{FF2B5EF4-FFF2-40B4-BE49-F238E27FC236}">
                  <a16:creationId xmlns:a16="http://schemas.microsoft.com/office/drawing/2014/main" id="{C5F77BDE-FD64-3ADA-4558-1DDF7EB08FF2}"/>
                </a:ext>
              </a:extLst>
            </p:cNvPr>
            <p:cNvGrpSpPr/>
            <p:nvPr/>
          </p:nvGrpSpPr>
          <p:grpSpPr>
            <a:xfrm>
              <a:off x="2963178" y="2725764"/>
              <a:ext cx="534458" cy="127000"/>
              <a:chOff x="2963178" y="2725764"/>
              <a:chExt cx="534458" cy="127000"/>
            </a:xfrm>
          </p:grpSpPr>
          <p:cxnSp>
            <p:nvCxnSpPr>
              <p:cNvPr id="221" name="Straight Connector 220">
                <a:extLst>
                  <a:ext uri="{FF2B5EF4-FFF2-40B4-BE49-F238E27FC236}">
                    <a16:creationId xmlns:a16="http://schemas.microsoft.com/office/drawing/2014/main" id="{642A3569-3064-9778-1AFF-F34F4C328387}"/>
                  </a:ext>
                </a:extLst>
              </p:cNvPr>
              <p:cNvCxnSpPr/>
              <p:nvPr/>
            </p:nvCxnSpPr>
            <p:spPr>
              <a:xfrm flipV="1">
                <a:off x="2963178" y="2789264"/>
                <a:ext cx="400050" cy="1"/>
              </a:xfrm>
              <a:prstGeom prst="line">
                <a:avLst/>
              </a:prstGeom>
              <a:noFill/>
              <a:ln w="19050" cap="flat" cmpd="sng" algn="ctr">
                <a:solidFill>
                  <a:schemeClr val="accent6">
                    <a:lumMod val="75000"/>
                  </a:schemeClr>
                </a:solidFill>
                <a:prstDash val="solid"/>
                <a:miter lim="800000"/>
              </a:ln>
              <a:effectLst/>
            </p:spPr>
          </p:cxnSp>
          <p:sp>
            <p:nvSpPr>
              <p:cNvPr id="226" name="Oval 225">
                <a:extLst>
                  <a:ext uri="{FF2B5EF4-FFF2-40B4-BE49-F238E27FC236}">
                    <a16:creationId xmlns:a16="http://schemas.microsoft.com/office/drawing/2014/main" id="{594EC8D4-2DF8-0659-24CC-8429A9E2DB0E}"/>
                  </a:ext>
                </a:extLst>
              </p:cNvPr>
              <p:cNvSpPr/>
              <p:nvPr/>
            </p:nvSpPr>
            <p:spPr>
              <a:xfrm>
                <a:off x="3370636" y="2725764"/>
                <a:ext cx="127000" cy="127000"/>
              </a:xfrm>
              <a:prstGeom prst="ellipse">
                <a:avLst/>
              </a:prstGeom>
              <a:solidFill>
                <a:sysClr val="window" lastClr="FFFFFF"/>
              </a:solidFill>
              <a:ln w="19050" cap="flat" cmpd="sng" algn="ctr">
                <a:solidFill>
                  <a:schemeClr val="accent6">
                    <a:lumMod val="75000"/>
                  </a:schemeClr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sp>
          <p:nvSpPr>
            <p:cNvPr id="227" name="TextBox 226">
              <a:extLst>
                <a:ext uri="{FF2B5EF4-FFF2-40B4-BE49-F238E27FC236}">
                  <a16:creationId xmlns:a16="http://schemas.microsoft.com/office/drawing/2014/main" id="{9D2595BE-3A95-9FBA-CE34-B690D0802D52}"/>
                </a:ext>
              </a:extLst>
            </p:cNvPr>
            <p:cNvSpPr txBox="1"/>
            <p:nvPr/>
          </p:nvSpPr>
          <p:spPr>
            <a:xfrm>
              <a:off x="3118241" y="2788541"/>
              <a:ext cx="631790" cy="2539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50" b="0" i="0" u="none" strike="noStrike" kern="0" cap="none" spc="0" normalizeH="0" baseline="0" noProof="0" dirty="0" err="1">
                  <a:ln>
                    <a:noFill/>
                  </a:ln>
                  <a:solidFill>
                    <a:srgbClr val="4EA72E">
                      <a:lumMod val="75000"/>
                    </a:srgbClr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mqtts</a:t>
              </a:r>
              <a:endParaRPr kumimoji="0" lang="en-GB" sz="1200" b="0" i="0" u="none" strike="noStrike" kern="0" cap="none" spc="0" normalizeH="0" baseline="0" noProof="0" dirty="0">
                <a:ln>
                  <a:noFill/>
                </a:ln>
                <a:solidFill>
                  <a:srgbClr val="4EA72E">
                    <a:lumMod val="75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6741AFB4-CFC4-6CA3-7489-8A468C2D999E}"/>
              </a:ext>
            </a:extLst>
          </p:cNvPr>
          <p:cNvGrpSpPr/>
          <p:nvPr/>
        </p:nvGrpSpPr>
        <p:grpSpPr>
          <a:xfrm>
            <a:off x="4975127" y="1161045"/>
            <a:ext cx="821464" cy="913071"/>
            <a:chOff x="8941274" y="4193447"/>
            <a:chExt cx="821464" cy="913071"/>
          </a:xfrm>
        </p:grpSpPr>
        <p:sp>
          <p:nvSpPr>
            <p:cNvPr id="18" name="Rectangle: Rounded Corners 17">
              <a:extLst>
                <a:ext uri="{FF2B5EF4-FFF2-40B4-BE49-F238E27FC236}">
                  <a16:creationId xmlns:a16="http://schemas.microsoft.com/office/drawing/2014/main" id="{69231C61-2F43-2EAD-1AA0-320B33838E93}"/>
                </a:ext>
              </a:extLst>
            </p:cNvPr>
            <p:cNvSpPr/>
            <p:nvPr/>
          </p:nvSpPr>
          <p:spPr>
            <a:xfrm>
              <a:off x="9037553" y="4455376"/>
              <a:ext cx="628907" cy="628907"/>
            </a:xfrm>
            <a:prstGeom prst="roundRect">
              <a:avLst>
                <a:gd name="adj" fmla="val 8678"/>
              </a:avLst>
            </a:prstGeom>
            <a:solidFill>
              <a:schemeClr val="bg1"/>
            </a:solidFill>
            <a:ln w="28575">
              <a:solidFill>
                <a:srgbClr val="3963DA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srgbClr val="3963DA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D17BD4AA-91E5-27B7-BA64-3808C5A3C861}"/>
                </a:ext>
              </a:extLst>
            </p:cNvPr>
            <p:cNvSpPr txBox="1"/>
            <p:nvPr/>
          </p:nvSpPr>
          <p:spPr>
            <a:xfrm>
              <a:off x="8941274" y="4644853"/>
              <a:ext cx="821464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3963DA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Global Broker</a:t>
              </a:r>
            </a:p>
          </p:txBody>
        </p:sp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596C1502-2194-AD50-92CE-7B7A1C4AE1AC}"/>
                </a:ext>
              </a:extLst>
            </p:cNvPr>
            <p:cNvGrpSpPr/>
            <p:nvPr/>
          </p:nvGrpSpPr>
          <p:grpSpPr>
            <a:xfrm>
              <a:off x="9094796" y="4193447"/>
              <a:ext cx="514420" cy="523858"/>
              <a:chOff x="6520709" y="4021299"/>
              <a:chExt cx="664522" cy="676715"/>
            </a:xfrm>
          </p:grpSpPr>
          <p:pic>
            <p:nvPicPr>
              <p:cNvPr id="21" name="Picture 20">
                <a:extLst>
                  <a:ext uri="{FF2B5EF4-FFF2-40B4-BE49-F238E27FC236}">
                    <a16:creationId xmlns:a16="http://schemas.microsoft.com/office/drawing/2014/main" id="{B653F11D-DEFE-6B11-46AB-79AEB8DA7F8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6520709" y="4021299"/>
                <a:ext cx="664522" cy="676715"/>
              </a:xfrm>
              <a:prstGeom prst="rect">
                <a:avLst/>
              </a:prstGeom>
            </p:spPr>
          </p:pic>
          <p:sp>
            <p:nvSpPr>
              <p:cNvPr id="22" name="Oval 21">
                <a:extLst>
                  <a:ext uri="{FF2B5EF4-FFF2-40B4-BE49-F238E27FC236}">
                    <a16:creationId xmlns:a16="http://schemas.microsoft.com/office/drawing/2014/main" id="{4D84951B-3BC5-7948-097D-573BED4955E9}"/>
                  </a:ext>
                </a:extLst>
              </p:cNvPr>
              <p:cNvSpPr/>
              <p:nvPr/>
            </p:nvSpPr>
            <p:spPr>
              <a:xfrm>
                <a:off x="6610176" y="4113239"/>
                <a:ext cx="485588" cy="485586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pic>
            <p:nvPicPr>
              <p:cNvPr id="25" name="Picture 24">
                <a:extLst>
                  <a:ext uri="{FF2B5EF4-FFF2-40B4-BE49-F238E27FC236}">
                    <a16:creationId xmlns:a16="http://schemas.microsoft.com/office/drawing/2014/main" id="{2493F660-CC3A-FAE5-8A2D-CE5CEFA871D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6647343" y="4147676"/>
                <a:ext cx="424360" cy="387637"/>
              </a:xfrm>
              <a:prstGeom prst="rect">
                <a:avLst/>
              </a:prstGeom>
            </p:spPr>
          </p:pic>
        </p:grpSp>
      </p:grpSp>
      <p:sp>
        <p:nvSpPr>
          <p:cNvPr id="44" name="Freeform: Shape 43">
            <a:extLst>
              <a:ext uri="{FF2B5EF4-FFF2-40B4-BE49-F238E27FC236}">
                <a16:creationId xmlns:a16="http://schemas.microsoft.com/office/drawing/2014/main" id="{DD646670-11CF-027E-2823-7B51BFE50F6D}"/>
              </a:ext>
            </a:extLst>
          </p:cNvPr>
          <p:cNvSpPr/>
          <p:nvPr/>
        </p:nvSpPr>
        <p:spPr>
          <a:xfrm>
            <a:off x="3581400" y="2114550"/>
            <a:ext cx="1809750" cy="685800"/>
          </a:xfrm>
          <a:custGeom>
            <a:avLst/>
            <a:gdLst>
              <a:gd name="connsiteX0" fmla="*/ 0 w 1809750"/>
              <a:gd name="connsiteY0" fmla="*/ 685800 h 685800"/>
              <a:gd name="connsiteX1" fmla="*/ 742950 w 1809750"/>
              <a:gd name="connsiteY1" fmla="*/ 628650 h 685800"/>
              <a:gd name="connsiteX2" fmla="*/ 1419225 w 1809750"/>
              <a:gd name="connsiteY2" fmla="*/ 438150 h 685800"/>
              <a:gd name="connsiteX3" fmla="*/ 1809750 w 1809750"/>
              <a:gd name="connsiteY3" fmla="*/ 0 h 685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809750" h="685800">
                <a:moveTo>
                  <a:pt x="0" y="685800"/>
                </a:moveTo>
                <a:cubicBezTo>
                  <a:pt x="253206" y="677862"/>
                  <a:pt x="506413" y="669925"/>
                  <a:pt x="742950" y="628650"/>
                </a:cubicBezTo>
                <a:cubicBezTo>
                  <a:pt x="979487" y="587375"/>
                  <a:pt x="1241425" y="542925"/>
                  <a:pt x="1419225" y="438150"/>
                </a:cubicBezTo>
                <a:cubicBezTo>
                  <a:pt x="1597025" y="333375"/>
                  <a:pt x="1703387" y="166687"/>
                  <a:pt x="1809750" y="0"/>
                </a:cubicBezTo>
              </a:path>
            </a:pathLst>
          </a:custGeom>
          <a:noFill/>
          <a:ln>
            <a:solidFill>
              <a:schemeClr val="accent6">
                <a:lumMod val="75000"/>
              </a:schemeClr>
            </a:solidFill>
            <a:headEnd type="triangl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pic>
        <p:nvPicPr>
          <p:cNvPr id="197" name="Picture 196">
            <a:extLst>
              <a:ext uri="{FF2B5EF4-FFF2-40B4-BE49-F238E27FC236}">
                <a16:creationId xmlns:a16="http://schemas.microsoft.com/office/drawing/2014/main" id="{A990082E-7200-7EC9-ECF6-07D2730CF95A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590807" y="1385810"/>
            <a:ext cx="432460" cy="5690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57465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FE4019-4E6C-09AB-9170-6A8926966E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9" name="Group 228">
            <a:extLst>
              <a:ext uri="{FF2B5EF4-FFF2-40B4-BE49-F238E27FC236}">
                <a16:creationId xmlns:a16="http://schemas.microsoft.com/office/drawing/2014/main" id="{90EBF546-6B7C-2150-C8CF-D4C6F1A2AB81}"/>
              </a:ext>
            </a:extLst>
          </p:cNvPr>
          <p:cNvGrpSpPr/>
          <p:nvPr/>
        </p:nvGrpSpPr>
        <p:grpSpPr>
          <a:xfrm>
            <a:off x="1715333" y="622374"/>
            <a:ext cx="1850457" cy="672547"/>
            <a:chOff x="1715333" y="622374"/>
            <a:chExt cx="1850457" cy="672547"/>
          </a:xfrm>
        </p:grpSpPr>
        <p:cxnSp>
          <p:nvCxnSpPr>
            <p:cNvPr id="215" name="Straight Connector 214">
              <a:extLst>
                <a:ext uri="{FF2B5EF4-FFF2-40B4-BE49-F238E27FC236}">
                  <a16:creationId xmlns:a16="http://schemas.microsoft.com/office/drawing/2014/main" id="{6BE1EB16-EF9F-0DA6-32D1-C22C9F824697}"/>
                </a:ext>
              </a:extLst>
            </p:cNvPr>
            <p:cNvCxnSpPr/>
            <p:nvPr/>
          </p:nvCxnSpPr>
          <p:spPr>
            <a:xfrm>
              <a:off x="1715333" y="622374"/>
              <a:ext cx="0" cy="661357"/>
            </a:xfrm>
            <a:prstGeom prst="line">
              <a:avLst/>
            </a:prstGeom>
            <a:ln w="12700">
              <a:solidFill>
                <a:schemeClr val="tx1"/>
              </a:solidFill>
              <a:prstDash val="sysDot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6" name="Straight Connector 215">
              <a:extLst>
                <a:ext uri="{FF2B5EF4-FFF2-40B4-BE49-F238E27FC236}">
                  <a16:creationId xmlns:a16="http://schemas.microsoft.com/office/drawing/2014/main" id="{D5CA6FEE-40EA-66DB-3016-4899FCD0C921}"/>
                </a:ext>
              </a:extLst>
            </p:cNvPr>
            <p:cNvCxnSpPr/>
            <p:nvPr/>
          </p:nvCxnSpPr>
          <p:spPr>
            <a:xfrm>
              <a:off x="2341276" y="622375"/>
              <a:ext cx="0" cy="661357"/>
            </a:xfrm>
            <a:prstGeom prst="line">
              <a:avLst/>
            </a:prstGeom>
            <a:ln w="12700">
              <a:solidFill>
                <a:schemeClr val="tx1"/>
              </a:solidFill>
              <a:prstDash val="sysDot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7" name="Straight Connector 216">
              <a:extLst>
                <a:ext uri="{FF2B5EF4-FFF2-40B4-BE49-F238E27FC236}">
                  <a16:creationId xmlns:a16="http://schemas.microsoft.com/office/drawing/2014/main" id="{3DA01483-54AD-A941-F1C5-11E18A675061}"/>
                </a:ext>
              </a:extLst>
            </p:cNvPr>
            <p:cNvCxnSpPr/>
            <p:nvPr/>
          </p:nvCxnSpPr>
          <p:spPr>
            <a:xfrm>
              <a:off x="2956921" y="633564"/>
              <a:ext cx="0" cy="661357"/>
            </a:xfrm>
            <a:prstGeom prst="line">
              <a:avLst/>
            </a:prstGeom>
            <a:ln w="12700">
              <a:solidFill>
                <a:schemeClr val="tx1"/>
              </a:solidFill>
              <a:prstDash val="sysDot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9" name="Straight Connector 218">
              <a:extLst>
                <a:ext uri="{FF2B5EF4-FFF2-40B4-BE49-F238E27FC236}">
                  <a16:creationId xmlns:a16="http://schemas.microsoft.com/office/drawing/2014/main" id="{A3B48ED1-09E4-AD9A-4315-516ED5051C19}"/>
                </a:ext>
              </a:extLst>
            </p:cNvPr>
            <p:cNvCxnSpPr/>
            <p:nvPr/>
          </p:nvCxnSpPr>
          <p:spPr>
            <a:xfrm>
              <a:off x="3565790" y="626521"/>
              <a:ext cx="0" cy="661357"/>
            </a:xfrm>
            <a:prstGeom prst="line">
              <a:avLst/>
            </a:prstGeom>
            <a:ln w="12700">
              <a:solidFill>
                <a:schemeClr val="tx1"/>
              </a:solidFill>
              <a:prstDash val="sysDot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222" name="Picture 221">
            <a:extLst>
              <a:ext uri="{FF2B5EF4-FFF2-40B4-BE49-F238E27FC236}">
                <a16:creationId xmlns:a16="http://schemas.microsoft.com/office/drawing/2014/main" id="{D416EFE2-86B3-3A90-BC0F-98E5D8B2FCF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418180"/>
            <a:ext cx="5197907" cy="1439820"/>
          </a:xfrm>
          <a:prstGeom prst="rect">
            <a:avLst/>
          </a:prstGeom>
        </p:spPr>
      </p:pic>
      <p:grpSp>
        <p:nvGrpSpPr>
          <p:cNvPr id="13" name="Group 12">
            <a:extLst>
              <a:ext uri="{FF2B5EF4-FFF2-40B4-BE49-F238E27FC236}">
                <a16:creationId xmlns:a16="http://schemas.microsoft.com/office/drawing/2014/main" id="{03BFEE96-00E4-E536-D151-27FF42F8B471}"/>
              </a:ext>
            </a:extLst>
          </p:cNvPr>
          <p:cNvGrpSpPr/>
          <p:nvPr/>
        </p:nvGrpSpPr>
        <p:grpSpPr>
          <a:xfrm>
            <a:off x="2588900" y="323658"/>
            <a:ext cx="8879200" cy="6210684"/>
            <a:chOff x="1942544" y="1301750"/>
            <a:chExt cx="6082512" cy="4254500"/>
          </a:xfrm>
        </p:grpSpPr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CE6F1B23-ADF0-0A2F-6B1C-BDB156B25BF6}"/>
                </a:ext>
              </a:extLst>
            </p:cNvPr>
            <p:cNvGrpSpPr/>
            <p:nvPr/>
          </p:nvGrpSpPr>
          <p:grpSpPr>
            <a:xfrm>
              <a:off x="1942544" y="1301750"/>
              <a:ext cx="6082512" cy="4254500"/>
              <a:chOff x="1942544" y="1301750"/>
              <a:chExt cx="6082512" cy="4254500"/>
            </a:xfrm>
          </p:grpSpPr>
          <p:sp>
            <p:nvSpPr>
              <p:cNvPr id="7" name="Cloud 6">
                <a:extLst>
                  <a:ext uri="{FF2B5EF4-FFF2-40B4-BE49-F238E27FC236}">
                    <a16:creationId xmlns:a16="http://schemas.microsoft.com/office/drawing/2014/main" id="{33F3CD43-B03F-9A21-D397-58505ABA0926}"/>
                  </a:ext>
                </a:extLst>
              </p:cNvPr>
              <p:cNvSpPr/>
              <p:nvPr/>
            </p:nvSpPr>
            <p:spPr>
              <a:xfrm rot="401311">
                <a:off x="1948500" y="1301750"/>
                <a:ext cx="6070600" cy="4254500"/>
              </a:xfrm>
              <a:prstGeom prst="cloud">
                <a:avLst/>
              </a:prstGeom>
              <a:solidFill>
                <a:schemeClr val="bg1"/>
              </a:solidFill>
              <a:ln w="38100">
                <a:solidFill>
                  <a:schemeClr val="bg1">
                    <a:lumMod val="75000"/>
                  </a:schemeClr>
                </a:solidFill>
                <a:prstDash val="sysDash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8" name="Cloud 7">
                <a:extLst>
                  <a:ext uri="{FF2B5EF4-FFF2-40B4-BE49-F238E27FC236}">
                    <a16:creationId xmlns:a16="http://schemas.microsoft.com/office/drawing/2014/main" id="{ECDEC87D-AF62-0B31-CB43-ECE6EF7292FB}"/>
                  </a:ext>
                </a:extLst>
              </p:cNvPr>
              <p:cNvSpPr/>
              <p:nvPr/>
            </p:nvSpPr>
            <p:spPr>
              <a:xfrm rot="401311">
                <a:off x="1942544" y="1382575"/>
                <a:ext cx="6082512" cy="4118248"/>
              </a:xfrm>
              <a:prstGeom prst="cloud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</p:grp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ECDF381B-2A13-6C64-686F-BFDD0A4257B0}"/>
                </a:ext>
              </a:extLst>
            </p:cNvPr>
            <p:cNvCxnSpPr>
              <a:cxnSpLocks/>
            </p:cNvCxnSpPr>
            <p:nvPr/>
          </p:nvCxnSpPr>
          <p:spPr>
            <a:xfrm>
              <a:off x="2133600" y="3429000"/>
              <a:ext cx="5867400" cy="0"/>
            </a:xfrm>
            <a:prstGeom prst="line">
              <a:avLst/>
            </a:prstGeom>
            <a:solidFill>
              <a:schemeClr val="bg1"/>
            </a:solidFill>
            <a:ln w="38100">
              <a:solidFill>
                <a:schemeClr val="bg1">
                  <a:lumMod val="75000"/>
                </a:schemeClr>
              </a:solidFill>
              <a:prstDash val="sys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sp>
        <p:nvSpPr>
          <p:cNvPr id="14" name="TextBox 13">
            <a:extLst>
              <a:ext uri="{FF2B5EF4-FFF2-40B4-BE49-F238E27FC236}">
                <a16:creationId xmlns:a16="http://schemas.microsoft.com/office/drawing/2014/main" id="{12B4EC07-006B-C09B-63DA-53C8B9ACAAE5}"/>
              </a:ext>
            </a:extLst>
          </p:cNvPr>
          <p:cNvSpPr txBox="1"/>
          <p:nvPr/>
        </p:nvSpPr>
        <p:spPr>
          <a:xfrm>
            <a:off x="6238875" y="314003"/>
            <a:ext cx="818636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WIS2</a:t>
            </a:r>
          </a:p>
        </p:txBody>
      </p:sp>
      <p:grpSp>
        <p:nvGrpSpPr>
          <p:cNvPr id="225" name="Group 224">
            <a:extLst>
              <a:ext uri="{FF2B5EF4-FFF2-40B4-BE49-F238E27FC236}">
                <a16:creationId xmlns:a16="http://schemas.microsoft.com/office/drawing/2014/main" id="{24AD3494-080C-86B0-AD9F-C9D4B76184E5}"/>
              </a:ext>
            </a:extLst>
          </p:cNvPr>
          <p:cNvGrpSpPr/>
          <p:nvPr/>
        </p:nvGrpSpPr>
        <p:grpSpPr>
          <a:xfrm>
            <a:off x="350689" y="4160355"/>
            <a:ext cx="466050" cy="669682"/>
            <a:chOff x="1159011" y="4934512"/>
            <a:chExt cx="466050" cy="669682"/>
          </a:xfrm>
        </p:grpSpPr>
        <p:sp>
          <p:nvSpPr>
            <p:cNvPr id="224" name="Rectangle: Rounded Corners 223">
              <a:extLst>
                <a:ext uri="{FF2B5EF4-FFF2-40B4-BE49-F238E27FC236}">
                  <a16:creationId xmlns:a16="http://schemas.microsoft.com/office/drawing/2014/main" id="{D77F2AD8-35A6-24DE-0326-6E22B2C68E9B}"/>
                </a:ext>
              </a:extLst>
            </p:cNvPr>
            <p:cNvSpPr/>
            <p:nvPr/>
          </p:nvSpPr>
          <p:spPr>
            <a:xfrm>
              <a:off x="1159011" y="4934512"/>
              <a:ext cx="466050" cy="669682"/>
            </a:xfrm>
            <a:prstGeom prst="roundRect">
              <a:avLst>
                <a:gd name="adj" fmla="val 8535"/>
              </a:avLst>
            </a:prstGeom>
            <a:solidFill>
              <a:schemeClr val="bg1"/>
            </a:solidFill>
            <a:ln w="12700">
              <a:prstDash val="sys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218" name="Rectangle 217">
              <a:extLst>
                <a:ext uri="{FF2B5EF4-FFF2-40B4-BE49-F238E27FC236}">
                  <a16:creationId xmlns:a16="http://schemas.microsoft.com/office/drawing/2014/main" id="{3B99D5B3-B115-7FC9-BB1A-9FB98899F68D}"/>
                </a:ext>
              </a:extLst>
            </p:cNvPr>
            <p:cNvSpPr/>
            <p:nvPr/>
          </p:nvSpPr>
          <p:spPr>
            <a:xfrm>
              <a:off x="1307134" y="5356687"/>
              <a:ext cx="169804" cy="169804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A</a:t>
              </a:r>
            </a:p>
          </p:txBody>
        </p:sp>
        <p:pic>
          <p:nvPicPr>
            <p:cNvPr id="223" name="Picture 222" descr="A black and white symbol&#10;&#10;Description automatically generated">
              <a:extLst>
                <a:ext uri="{FF2B5EF4-FFF2-40B4-BE49-F238E27FC236}">
                  <a16:creationId xmlns:a16="http://schemas.microsoft.com/office/drawing/2014/main" id="{31055C9D-1199-0B87-31AB-12A0D8C409A2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216187" y="4970684"/>
              <a:ext cx="351698" cy="351696"/>
            </a:xfrm>
            <a:prstGeom prst="rect">
              <a:avLst/>
            </a:prstGeom>
          </p:spPr>
        </p:pic>
      </p:grpSp>
      <p:grpSp>
        <p:nvGrpSpPr>
          <p:cNvPr id="234" name="Group 233">
            <a:extLst>
              <a:ext uri="{FF2B5EF4-FFF2-40B4-BE49-F238E27FC236}">
                <a16:creationId xmlns:a16="http://schemas.microsoft.com/office/drawing/2014/main" id="{73B996B0-E0B1-273B-83CF-A717B08D6393}"/>
              </a:ext>
            </a:extLst>
          </p:cNvPr>
          <p:cNvGrpSpPr/>
          <p:nvPr/>
        </p:nvGrpSpPr>
        <p:grpSpPr>
          <a:xfrm>
            <a:off x="858066" y="4163562"/>
            <a:ext cx="466050" cy="669682"/>
            <a:chOff x="1159011" y="4934512"/>
            <a:chExt cx="466050" cy="669682"/>
          </a:xfrm>
        </p:grpSpPr>
        <p:sp>
          <p:nvSpPr>
            <p:cNvPr id="235" name="Rectangle: Rounded Corners 234">
              <a:extLst>
                <a:ext uri="{FF2B5EF4-FFF2-40B4-BE49-F238E27FC236}">
                  <a16:creationId xmlns:a16="http://schemas.microsoft.com/office/drawing/2014/main" id="{553D3040-8D59-D3D0-DEF9-3E655EEEE342}"/>
                </a:ext>
              </a:extLst>
            </p:cNvPr>
            <p:cNvSpPr/>
            <p:nvPr/>
          </p:nvSpPr>
          <p:spPr>
            <a:xfrm>
              <a:off x="1159011" y="4934512"/>
              <a:ext cx="466050" cy="669682"/>
            </a:xfrm>
            <a:prstGeom prst="roundRect">
              <a:avLst>
                <a:gd name="adj" fmla="val 8535"/>
              </a:avLst>
            </a:prstGeom>
            <a:solidFill>
              <a:schemeClr val="bg1"/>
            </a:solidFill>
            <a:ln w="12700">
              <a:prstDash val="sys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236" name="Rectangle 235">
              <a:extLst>
                <a:ext uri="{FF2B5EF4-FFF2-40B4-BE49-F238E27FC236}">
                  <a16:creationId xmlns:a16="http://schemas.microsoft.com/office/drawing/2014/main" id="{6B91824E-42CC-ED48-19B5-F884D983F95C}"/>
                </a:ext>
              </a:extLst>
            </p:cNvPr>
            <p:cNvSpPr/>
            <p:nvPr/>
          </p:nvSpPr>
          <p:spPr>
            <a:xfrm>
              <a:off x="1307134" y="5356687"/>
              <a:ext cx="169804" cy="169804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B</a:t>
              </a:r>
            </a:p>
          </p:txBody>
        </p:sp>
        <p:pic>
          <p:nvPicPr>
            <p:cNvPr id="237" name="Picture 236" descr="A black and white symbol&#10;&#10;Description automatically generated">
              <a:extLst>
                <a:ext uri="{FF2B5EF4-FFF2-40B4-BE49-F238E27FC236}">
                  <a16:creationId xmlns:a16="http://schemas.microsoft.com/office/drawing/2014/main" id="{5B333620-BA2C-927F-CB13-055B3977B619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216187" y="4970684"/>
              <a:ext cx="351698" cy="351696"/>
            </a:xfrm>
            <a:prstGeom prst="rect">
              <a:avLst/>
            </a:prstGeom>
          </p:spPr>
        </p:pic>
      </p:grpSp>
      <p:grpSp>
        <p:nvGrpSpPr>
          <p:cNvPr id="238" name="Group 237">
            <a:extLst>
              <a:ext uri="{FF2B5EF4-FFF2-40B4-BE49-F238E27FC236}">
                <a16:creationId xmlns:a16="http://schemas.microsoft.com/office/drawing/2014/main" id="{C478A633-3BE1-8FB7-4708-9198994B4049}"/>
              </a:ext>
            </a:extLst>
          </p:cNvPr>
          <p:cNvGrpSpPr/>
          <p:nvPr/>
        </p:nvGrpSpPr>
        <p:grpSpPr>
          <a:xfrm>
            <a:off x="856832" y="4869695"/>
            <a:ext cx="466050" cy="669682"/>
            <a:chOff x="1159011" y="4934512"/>
            <a:chExt cx="466050" cy="669682"/>
          </a:xfrm>
        </p:grpSpPr>
        <p:sp>
          <p:nvSpPr>
            <p:cNvPr id="239" name="Rectangle: Rounded Corners 238">
              <a:extLst>
                <a:ext uri="{FF2B5EF4-FFF2-40B4-BE49-F238E27FC236}">
                  <a16:creationId xmlns:a16="http://schemas.microsoft.com/office/drawing/2014/main" id="{0300D315-427C-0EF8-B6CE-2A5E1557A645}"/>
                </a:ext>
              </a:extLst>
            </p:cNvPr>
            <p:cNvSpPr/>
            <p:nvPr/>
          </p:nvSpPr>
          <p:spPr>
            <a:xfrm>
              <a:off x="1159011" y="4934512"/>
              <a:ext cx="466050" cy="669682"/>
            </a:xfrm>
            <a:prstGeom prst="roundRect">
              <a:avLst>
                <a:gd name="adj" fmla="val 8535"/>
              </a:avLst>
            </a:prstGeom>
            <a:solidFill>
              <a:schemeClr val="bg1"/>
            </a:solidFill>
            <a:ln w="12700">
              <a:prstDash val="sys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240" name="Rectangle 239">
              <a:extLst>
                <a:ext uri="{FF2B5EF4-FFF2-40B4-BE49-F238E27FC236}">
                  <a16:creationId xmlns:a16="http://schemas.microsoft.com/office/drawing/2014/main" id="{15C18E0E-BDAA-10B3-95DB-765A0F3C6F97}"/>
                </a:ext>
              </a:extLst>
            </p:cNvPr>
            <p:cNvSpPr/>
            <p:nvPr/>
          </p:nvSpPr>
          <p:spPr>
            <a:xfrm>
              <a:off x="1307134" y="5356687"/>
              <a:ext cx="169804" cy="169804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D</a:t>
              </a:r>
            </a:p>
          </p:txBody>
        </p:sp>
        <p:pic>
          <p:nvPicPr>
            <p:cNvPr id="241" name="Picture 240" descr="A black and white symbol&#10;&#10;Description automatically generated">
              <a:extLst>
                <a:ext uri="{FF2B5EF4-FFF2-40B4-BE49-F238E27FC236}">
                  <a16:creationId xmlns:a16="http://schemas.microsoft.com/office/drawing/2014/main" id="{06A59C9B-84FA-2238-35BB-CC276E7447BE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216187" y="4970684"/>
              <a:ext cx="351698" cy="351696"/>
            </a:xfrm>
            <a:prstGeom prst="rect">
              <a:avLst/>
            </a:prstGeom>
          </p:spPr>
        </p:pic>
      </p:grpSp>
      <p:grpSp>
        <p:nvGrpSpPr>
          <p:cNvPr id="242" name="Group 241">
            <a:extLst>
              <a:ext uri="{FF2B5EF4-FFF2-40B4-BE49-F238E27FC236}">
                <a16:creationId xmlns:a16="http://schemas.microsoft.com/office/drawing/2014/main" id="{2314CEAF-49A6-61CF-5FB2-702A097F8E1C}"/>
              </a:ext>
            </a:extLst>
          </p:cNvPr>
          <p:cNvGrpSpPr/>
          <p:nvPr/>
        </p:nvGrpSpPr>
        <p:grpSpPr>
          <a:xfrm>
            <a:off x="349454" y="4869695"/>
            <a:ext cx="466050" cy="669682"/>
            <a:chOff x="1159011" y="4934512"/>
            <a:chExt cx="466050" cy="669682"/>
          </a:xfrm>
        </p:grpSpPr>
        <p:sp>
          <p:nvSpPr>
            <p:cNvPr id="243" name="Rectangle: Rounded Corners 242">
              <a:extLst>
                <a:ext uri="{FF2B5EF4-FFF2-40B4-BE49-F238E27FC236}">
                  <a16:creationId xmlns:a16="http://schemas.microsoft.com/office/drawing/2014/main" id="{DF1EA3A4-E3E3-9CF6-93BC-17F567785D74}"/>
                </a:ext>
              </a:extLst>
            </p:cNvPr>
            <p:cNvSpPr/>
            <p:nvPr/>
          </p:nvSpPr>
          <p:spPr>
            <a:xfrm>
              <a:off x="1159011" y="4934512"/>
              <a:ext cx="466050" cy="669682"/>
            </a:xfrm>
            <a:prstGeom prst="roundRect">
              <a:avLst>
                <a:gd name="adj" fmla="val 8535"/>
              </a:avLst>
            </a:prstGeom>
            <a:solidFill>
              <a:schemeClr val="bg1"/>
            </a:solidFill>
            <a:ln w="12700">
              <a:prstDash val="sys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244" name="Rectangle 243">
              <a:extLst>
                <a:ext uri="{FF2B5EF4-FFF2-40B4-BE49-F238E27FC236}">
                  <a16:creationId xmlns:a16="http://schemas.microsoft.com/office/drawing/2014/main" id="{860B1E32-5A41-385C-FF4D-0B4CEEABF579}"/>
                </a:ext>
              </a:extLst>
            </p:cNvPr>
            <p:cNvSpPr/>
            <p:nvPr/>
          </p:nvSpPr>
          <p:spPr>
            <a:xfrm>
              <a:off x="1307134" y="5356687"/>
              <a:ext cx="169804" cy="169804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C</a:t>
              </a:r>
            </a:p>
          </p:txBody>
        </p:sp>
        <p:pic>
          <p:nvPicPr>
            <p:cNvPr id="245" name="Picture 244" descr="A black and white symbol&#10;&#10;Description automatically generated">
              <a:extLst>
                <a:ext uri="{FF2B5EF4-FFF2-40B4-BE49-F238E27FC236}">
                  <a16:creationId xmlns:a16="http://schemas.microsoft.com/office/drawing/2014/main" id="{A056FDDE-CEE9-70E4-B98F-323CEEA79931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216187" y="4970684"/>
              <a:ext cx="351698" cy="351696"/>
            </a:xfrm>
            <a:prstGeom prst="rect">
              <a:avLst/>
            </a:prstGeom>
          </p:spPr>
        </p:pic>
      </p:grpSp>
      <p:grpSp>
        <p:nvGrpSpPr>
          <p:cNvPr id="249" name="Group 248">
            <a:extLst>
              <a:ext uri="{FF2B5EF4-FFF2-40B4-BE49-F238E27FC236}">
                <a16:creationId xmlns:a16="http://schemas.microsoft.com/office/drawing/2014/main" id="{0157B853-B5EF-4AFA-3CFF-B72984574E38}"/>
              </a:ext>
            </a:extLst>
          </p:cNvPr>
          <p:cNvGrpSpPr/>
          <p:nvPr/>
        </p:nvGrpSpPr>
        <p:grpSpPr>
          <a:xfrm>
            <a:off x="1633202" y="1621248"/>
            <a:ext cx="1960897" cy="3158269"/>
            <a:chOff x="1633202" y="1621248"/>
            <a:chExt cx="1960897" cy="3158269"/>
          </a:xfrm>
        </p:grpSpPr>
        <p:sp>
          <p:nvSpPr>
            <p:cNvPr id="247" name="Rectangle: Rounded Corners 246">
              <a:extLst>
                <a:ext uri="{FF2B5EF4-FFF2-40B4-BE49-F238E27FC236}">
                  <a16:creationId xmlns:a16="http://schemas.microsoft.com/office/drawing/2014/main" id="{24D76CF9-7295-0EEF-197E-6F2EAD4FEB54}"/>
                </a:ext>
              </a:extLst>
            </p:cNvPr>
            <p:cNvSpPr/>
            <p:nvPr/>
          </p:nvSpPr>
          <p:spPr>
            <a:xfrm>
              <a:off x="1633202" y="1858519"/>
              <a:ext cx="1960897" cy="2920998"/>
            </a:xfrm>
            <a:prstGeom prst="roundRect">
              <a:avLst>
                <a:gd name="adj" fmla="val 3624"/>
              </a:avLst>
            </a:prstGeom>
            <a:solidFill>
              <a:schemeClr val="bg1">
                <a:lumMod val="95000"/>
                <a:alpha val="50196"/>
              </a:schemeClr>
            </a:solidFill>
            <a:ln w="12700">
              <a:solidFill>
                <a:schemeClr val="tx1">
                  <a:lumMod val="50000"/>
                  <a:lumOff val="50000"/>
                </a:schemeClr>
              </a:solidFill>
              <a:prstDash val="sysDot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248" name="TextBox 247">
              <a:extLst>
                <a:ext uri="{FF2B5EF4-FFF2-40B4-BE49-F238E27FC236}">
                  <a16:creationId xmlns:a16="http://schemas.microsoft.com/office/drawing/2014/main" id="{0F7AA0D9-4414-352A-4E86-DDB0B98E7B06}"/>
                </a:ext>
              </a:extLst>
            </p:cNvPr>
            <p:cNvSpPr txBox="1"/>
            <p:nvPr/>
          </p:nvSpPr>
          <p:spPr>
            <a:xfrm>
              <a:off x="2059127" y="1621248"/>
              <a:ext cx="1179193" cy="2539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5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WIS Centre</a:t>
              </a:r>
              <a:endParaRPr kumimoji="0" lang="en-GB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246" name="Group 245">
            <a:extLst>
              <a:ext uri="{FF2B5EF4-FFF2-40B4-BE49-F238E27FC236}">
                <a16:creationId xmlns:a16="http://schemas.microsoft.com/office/drawing/2014/main" id="{5020449F-9541-4FF6-92FF-0047094A4090}"/>
              </a:ext>
            </a:extLst>
          </p:cNvPr>
          <p:cNvGrpSpPr/>
          <p:nvPr/>
        </p:nvGrpSpPr>
        <p:grpSpPr>
          <a:xfrm>
            <a:off x="238558" y="2004858"/>
            <a:ext cx="2724621" cy="2574854"/>
            <a:chOff x="238558" y="2004858"/>
            <a:chExt cx="2724621" cy="2574854"/>
          </a:xfrm>
        </p:grpSpPr>
        <p:pic>
          <p:nvPicPr>
            <p:cNvPr id="52" name="Picture 51">
              <a:extLst>
                <a:ext uri="{FF2B5EF4-FFF2-40B4-BE49-F238E27FC236}">
                  <a16:creationId xmlns:a16="http://schemas.microsoft.com/office/drawing/2014/main" id="{4898A2AC-9CDE-ACAF-0784-6976719B9911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256121" y="3053461"/>
              <a:ext cx="1338982" cy="751078"/>
            </a:xfrm>
            <a:prstGeom prst="rect">
              <a:avLst/>
            </a:prstGeom>
          </p:spPr>
        </p:pic>
        <p:grpSp>
          <p:nvGrpSpPr>
            <p:cNvPr id="53" name="Group 52">
              <a:extLst>
                <a:ext uri="{FF2B5EF4-FFF2-40B4-BE49-F238E27FC236}">
                  <a16:creationId xmlns:a16="http://schemas.microsoft.com/office/drawing/2014/main" id="{F715032C-D97C-D45D-6FA2-822562FC2C3D}"/>
                </a:ext>
              </a:extLst>
            </p:cNvPr>
            <p:cNvGrpSpPr/>
            <p:nvPr/>
          </p:nvGrpSpPr>
          <p:grpSpPr>
            <a:xfrm>
              <a:off x="2334271" y="2004858"/>
              <a:ext cx="628907" cy="910662"/>
              <a:chOff x="6648193" y="889820"/>
              <a:chExt cx="628907" cy="910662"/>
            </a:xfrm>
          </p:grpSpPr>
          <p:sp>
            <p:nvSpPr>
              <p:cNvPr id="54" name="Rectangle: Rounded Corners 53">
                <a:extLst>
                  <a:ext uri="{FF2B5EF4-FFF2-40B4-BE49-F238E27FC236}">
                    <a16:creationId xmlns:a16="http://schemas.microsoft.com/office/drawing/2014/main" id="{7197D696-ACF1-3CFB-33E6-FE08FB0B52ED}"/>
                  </a:ext>
                </a:extLst>
              </p:cNvPr>
              <p:cNvSpPr/>
              <p:nvPr/>
            </p:nvSpPr>
            <p:spPr>
              <a:xfrm>
                <a:off x="6648193" y="1171575"/>
                <a:ext cx="628907" cy="628907"/>
              </a:xfrm>
              <a:prstGeom prst="roundRect">
                <a:avLst>
                  <a:gd name="adj" fmla="val 8678"/>
                </a:avLst>
              </a:prstGeom>
              <a:solidFill>
                <a:schemeClr val="bg1"/>
              </a:solidFill>
              <a:ln w="28575">
                <a:solidFill>
                  <a:srgbClr val="3963DA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3963DA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3963DA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WIS2 Node</a:t>
                </a:r>
              </a:p>
            </p:txBody>
          </p:sp>
          <p:pic>
            <p:nvPicPr>
              <p:cNvPr id="55" name="Picture 54">
                <a:extLst>
                  <a:ext uri="{FF2B5EF4-FFF2-40B4-BE49-F238E27FC236}">
                    <a16:creationId xmlns:a16="http://schemas.microsoft.com/office/drawing/2014/main" id="{B2ACB447-45D0-EA55-CBC5-920DAB75A1E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6701185" y="889820"/>
                <a:ext cx="522922" cy="532516"/>
              </a:xfrm>
              <a:prstGeom prst="rect">
                <a:avLst/>
              </a:prstGeom>
            </p:spPr>
          </p:pic>
        </p:grpSp>
        <p:sp>
          <p:nvSpPr>
            <p:cNvPr id="56" name="Rectangle: Rounded Corners 55">
              <a:extLst>
                <a:ext uri="{FF2B5EF4-FFF2-40B4-BE49-F238E27FC236}">
                  <a16:creationId xmlns:a16="http://schemas.microsoft.com/office/drawing/2014/main" id="{93F2C4DE-A6B7-B832-5C91-98BA9B50D044}"/>
                </a:ext>
              </a:extLst>
            </p:cNvPr>
            <p:cNvSpPr/>
            <p:nvPr/>
          </p:nvSpPr>
          <p:spPr>
            <a:xfrm>
              <a:off x="2334272" y="3950805"/>
              <a:ext cx="628907" cy="628907"/>
            </a:xfrm>
            <a:prstGeom prst="roundRect">
              <a:avLst>
                <a:gd name="adj" fmla="val 8678"/>
              </a:avLst>
            </a:pr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MSS</a:t>
              </a:r>
            </a:p>
          </p:txBody>
        </p:sp>
        <p:cxnSp>
          <p:nvCxnSpPr>
            <p:cNvPr id="58" name="Straight Arrow Connector 57">
              <a:extLst>
                <a:ext uri="{FF2B5EF4-FFF2-40B4-BE49-F238E27FC236}">
                  <a16:creationId xmlns:a16="http://schemas.microsoft.com/office/drawing/2014/main" id="{53A8E82E-5433-1E21-29F2-CCA0B3CED698}"/>
                </a:ext>
              </a:extLst>
            </p:cNvPr>
            <p:cNvCxnSpPr/>
            <p:nvPr/>
          </p:nvCxnSpPr>
          <p:spPr>
            <a:xfrm flipV="1">
              <a:off x="1476375" y="2733675"/>
              <a:ext cx="751592" cy="419100"/>
            </a:xfrm>
            <a:prstGeom prst="straightConnector1">
              <a:avLst/>
            </a:prstGeom>
            <a:ln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Straight Arrow Connector 60">
              <a:extLst>
                <a:ext uri="{FF2B5EF4-FFF2-40B4-BE49-F238E27FC236}">
                  <a16:creationId xmlns:a16="http://schemas.microsoft.com/office/drawing/2014/main" id="{1F370572-0265-A13E-B329-FC5186B0A437}"/>
                </a:ext>
              </a:extLst>
            </p:cNvPr>
            <p:cNvCxnSpPr>
              <a:cxnSpLocks/>
            </p:cNvCxnSpPr>
            <p:nvPr/>
          </p:nvCxnSpPr>
          <p:spPr>
            <a:xfrm>
              <a:off x="1476375" y="3741255"/>
              <a:ext cx="751592" cy="419100"/>
            </a:xfrm>
            <a:prstGeom prst="straightConnector1">
              <a:avLst/>
            </a:prstGeom>
            <a:ln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62" name="TextBox 61">
              <a:extLst>
                <a:ext uri="{FF2B5EF4-FFF2-40B4-BE49-F238E27FC236}">
                  <a16:creationId xmlns:a16="http://schemas.microsoft.com/office/drawing/2014/main" id="{93C5D707-A28A-5995-E20E-D0FE029B491B}"/>
                </a:ext>
              </a:extLst>
            </p:cNvPr>
            <p:cNvSpPr txBox="1"/>
            <p:nvPr/>
          </p:nvSpPr>
          <p:spPr>
            <a:xfrm>
              <a:off x="238558" y="3676872"/>
              <a:ext cx="1179193" cy="43858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5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data management system</a:t>
              </a: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</a:t>
              </a:r>
            </a:p>
          </p:txBody>
        </p:sp>
      </p:grpSp>
      <p:sp>
        <p:nvSpPr>
          <p:cNvPr id="250" name="TextBox 249">
            <a:extLst>
              <a:ext uri="{FF2B5EF4-FFF2-40B4-BE49-F238E27FC236}">
                <a16:creationId xmlns:a16="http://schemas.microsoft.com/office/drawing/2014/main" id="{F2A0F4FC-99CE-BDDD-695C-DE94A1DF66A6}"/>
              </a:ext>
            </a:extLst>
          </p:cNvPr>
          <p:cNvSpPr txBox="1"/>
          <p:nvPr/>
        </p:nvSpPr>
        <p:spPr>
          <a:xfrm>
            <a:off x="6619182" y="6359331"/>
            <a:ext cx="818636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GTS</a:t>
            </a:r>
          </a:p>
        </p:txBody>
      </p:sp>
      <p:sp>
        <p:nvSpPr>
          <p:cNvPr id="251" name="TextBox 250">
            <a:extLst>
              <a:ext uri="{FF2B5EF4-FFF2-40B4-BE49-F238E27FC236}">
                <a16:creationId xmlns:a16="http://schemas.microsoft.com/office/drawing/2014/main" id="{FF81EA0E-6ACE-825E-6ADD-A78215C647A8}"/>
              </a:ext>
            </a:extLst>
          </p:cNvPr>
          <p:cNvSpPr txBox="1"/>
          <p:nvPr/>
        </p:nvSpPr>
        <p:spPr>
          <a:xfrm>
            <a:off x="1558820" y="5324359"/>
            <a:ext cx="4924256" cy="923330"/>
          </a:xfrm>
          <a:prstGeom prst="rect">
            <a:avLst/>
          </a:prstGeom>
          <a:solidFill>
            <a:srgbClr val="FFFFFF">
              <a:alpha val="69804"/>
            </a:srgbClr>
          </a:solidFill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WIS2 distribution example</a:t>
            </a: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Global Caches </a:t>
            </a: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rgbClr val="4EA72E">
                    <a:lumMod val="75000"/>
                  </a:srgbClr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subscribe </a:t>
            </a: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to the Global Brokers; all the WNMs are sent to the Global Caches</a:t>
            </a:r>
            <a:endParaRPr kumimoji="0" lang="en-GB" sz="1800" b="0" i="0" u="none" strike="noStrike" kern="1200" cap="none" spc="0" normalizeH="0" baseline="0" noProof="0" dirty="0">
              <a:ln>
                <a:noFill/>
              </a:ln>
              <a:solidFill>
                <a:srgbClr val="4EA72E">
                  <a:lumMod val="75000"/>
                </a:srgbClr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A6080CF-6F94-DE44-4B42-87AC061B6163}"/>
              </a:ext>
            </a:extLst>
          </p:cNvPr>
          <p:cNvSpPr txBox="1"/>
          <p:nvPr/>
        </p:nvSpPr>
        <p:spPr>
          <a:xfrm>
            <a:off x="2074853" y="3688682"/>
            <a:ext cx="117919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CCCC = </a:t>
            </a:r>
            <a:r>
              <a:rPr kumimoji="0" lang="en-GB" sz="12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TEST</a:t>
            </a:r>
            <a:endParaRPr kumimoji="0" lang="en-GB" sz="16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+mn-cs"/>
            </a:endParaRPr>
          </a:p>
        </p:txBody>
      </p:sp>
      <p:grpSp>
        <p:nvGrpSpPr>
          <p:cNvPr id="203" name="Group 202">
            <a:extLst>
              <a:ext uri="{FF2B5EF4-FFF2-40B4-BE49-F238E27FC236}">
                <a16:creationId xmlns:a16="http://schemas.microsoft.com/office/drawing/2014/main" id="{78C1196F-B058-0727-E7AB-B25C93BF82DC}"/>
              </a:ext>
            </a:extLst>
          </p:cNvPr>
          <p:cNvGrpSpPr/>
          <p:nvPr/>
        </p:nvGrpSpPr>
        <p:grpSpPr>
          <a:xfrm>
            <a:off x="3037962" y="3577971"/>
            <a:ext cx="8224599" cy="2603109"/>
            <a:chOff x="3037962" y="3577971"/>
            <a:chExt cx="8224599" cy="2603109"/>
          </a:xfrm>
        </p:grpSpPr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59DD8E7E-2C90-1658-50E2-398D81D34147}"/>
                </a:ext>
              </a:extLst>
            </p:cNvPr>
            <p:cNvGrpSpPr/>
            <p:nvPr/>
          </p:nvGrpSpPr>
          <p:grpSpPr>
            <a:xfrm>
              <a:off x="4281843" y="4427055"/>
              <a:ext cx="628907" cy="628907"/>
              <a:chOff x="2867802" y="3950805"/>
              <a:chExt cx="628907" cy="628907"/>
            </a:xfrm>
          </p:grpSpPr>
          <p:sp>
            <p:nvSpPr>
              <p:cNvPr id="4" name="Oval 3">
                <a:extLst>
                  <a:ext uri="{FF2B5EF4-FFF2-40B4-BE49-F238E27FC236}">
                    <a16:creationId xmlns:a16="http://schemas.microsoft.com/office/drawing/2014/main" id="{FECC7BA5-F4EA-2B90-2680-D0E6CC2F654E}"/>
                  </a:ext>
                </a:extLst>
              </p:cNvPr>
              <p:cNvSpPr/>
              <p:nvPr/>
            </p:nvSpPr>
            <p:spPr>
              <a:xfrm>
                <a:off x="2867802" y="3950805"/>
                <a:ext cx="628907" cy="628907"/>
              </a:xfrm>
              <a:prstGeom prst="ellipse">
                <a:avLst/>
              </a:prstGeom>
              <a:solidFill>
                <a:schemeClr val="bg1"/>
              </a:solidFill>
              <a:ln w="28575"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D4211D7D-76AB-A21D-5D2E-D9EF93E75F41}"/>
                  </a:ext>
                </a:extLst>
              </p:cNvPr>
              <p:cNvSpPr txBox="1"/>
              <p:nvPr/>
            </p:nvSpPr>
            <p:spPr>
              <a:xfrm>
                <a:off x="2949594" y="4126758"/>
                <a:ext cx="465322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2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white">
                        <a:lumMod val="75000"/>
                      </a:prstClr>
                    </a:solidFill>
                    <a:effectLst/>
                    <a:uLnTx/>
                    <a:uFillTx/>
                    <a:latin typeface="Aptos" panose="020B0004020202020204" pitchFamily="34" charset="0"/>
                    <a:ea typeface="+mn-ea"/>
                    <a:cs typeface="Arial" panose="020B0604020202020204" pitchFamily="34" charset="0"/>
                  </a:rPr>
                  <a:t>RTH</a:t>
                </a:r>
              </a:p>
            </p:txBody>
          </p:sp>
        </p:grpSp>
        <p:cxnSp>
          <p:nvCxnSpPr>
            <p:cNvPr id="6" name="Straight Arrow Connector 5">
              <a:extLst>
                <a:ext uri="{FF2B5EF4-FFF2-40B4-BE49-F238E27FC236}">
                  <a16:creationId xmlns:a16="http://schemas.microsoft.com/office/drawing/2014/main" id="{2AF6ECDC-B5BF-7A28-3649-D32BFAA174FE}"/>
                </a:ext>
              </a:extLst>
            </p:cNvPr>
            <p:cNvCxnSpPr>
              <a:cxnSpLocks/>
            </p:cNvCxnSpPr>
            <p:nvPr/>
          </p:nvCxnSpPr>
          <p:spPr>
            <a:xfrm>
              <a:off x="3037962" y="4315266"/>
              <a:ext cx="1175587" cy="306792"/>
            </a:xfrm>
            <a:prstGeom prst="straightConnector1">
              <a:avLst/>
            </a:prstGeom>
            <a:ln>
              <a:solidFill>
                <a:schemeClr val="bg1">
                  <a:lumMod val="85000"/>
                </a:schemeClr>
              </a:solidFill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40DFFCF8-D29B-7874-2417-391B22102372}"/>
                </a:ext>
              </a:extLst>
            </p:cNvPr>
            <p:cNvGrpSpPr/>
            <p:nvPr/>
          </p:nvGrpSpPr>
          <p:grpSpPr>
            <a:xfrm>
              <a:off x="6188224" y="3577971"/>
              <a:ext cx="628907" cy="628907"/>
              <a:chOff x="2867802" y="3950805"/>
              <a:chExt cx="628907" cy="628907"/>
            </a:xfrm>
          </p:grpSpPr>
          <p:sp>
            <p:nvSpPr>
              <p:cNvPr id="12" name="Oval 11">
                <a:extLst>
                  <a:ext uri="{FF2B5EF4-FFF2-40B4-BE49-F238E27FC236}">
                    <a16:creationId xmlns:a16="http://schemas.microsoft.com/office/drawing/2014/main" id="{E8C1429C-A4BE-2911-D57E-DC513B17B081}"/>
                  </a:ext>
                </a:extLst>
              </p:cNvPr>
              <p:cNvSpPr/>
              <p:nvPr/>
            </p:nvSpPr>
            <p:spPr>
              <a:xfrm>
                <a:off x="2867802" y="3950805"/>
                <a:ext cx="628907" cy="628907"/>
              </a:xfrm>
              <a:prstGeom prst="ellipse">
                <a:avLst/>
              </a:prstGeom>
              <a:solidFill>
                <a:schemeClr val="bg1"/>
              </a:solidFill>
              <a:ln w="28575"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821E09EB-3881-C8A6-0F3B-72EF79FE5185}"/>
                  </a:ext>
                </a:extLst>
              </p:cNvPr>
              <p:cNvSpPr txBox="1"/>
              <p:nvPr/>
            </p:nvSpPr>
            <p:spPr>
              <a:xfrm>
                <a:off x="2949594" y="4068702"/>
                <a:ext cx="465322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2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white">
                        <a:lumMod val="75000"/>
                      </a:prstClr>
                    </a:solidFill>
                    <a:effectLst/>
                    <a:uLnTx/>
                    <a:uFillTx/>
                    <a:latin typeface="Aptos" panose="020B0004020202020204" pitchFamily="34" charset="0"/>
                    <a:ea typeface="+mn-ea"/>
                    <a:cs typeface="Arial" panose="020B0604020202020204" pitchFamily="34" charset="0"/>
                  </a:rPr>
                  <a:t>RTH</a:t>
                </a:r>
              </a:p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8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white">
                        <a:lumMod val="75000"/>
                      </a:prstClr>
                    </a:solidFill>
                    <a:effectLst/>
                    <a:uLnTx/>
                    <a:uFillTx/>
                    <a:latin typeface="Aptos" panose="020B0004020202020204" pitchFamily="34" charset="0"/>
                    <a:ea typeface="+mn-ea"/>
                    <a:cs typeface="Arial" panose="020B0604020202020204" pitchFamily="34" charset="0"/>
                  </a:rPr>
                  <a:t>Exeter</a:t>
                </a:r>
              </a:p>
            </p:txBody>
          </p:sp>
        </p:grp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5EDC9ED9-4427-5D02-C0DA-173724E5FB20}"/>
                </a:ext>
              </a:extLst>
            </p:cNvPr>
            <p:cNvGrpSpPr/>
            <p:nvPr/>
          </p:nvGrpSpPr>
          <p:grpSpPr>
            <a:xfrm>
              <a:off x="9293175" y="3577971"/>
              <a:ext cx="628907" cy="628907"/>
              <a:chOff x="2867802" y="3950805"/>
              <a:chExt cx="628907" cy="628907"/>
            </a:xfrm>
          </p:grpSpPr>
          <p:sp>
            <p:nvSpPr>
              <p:cNvPr id="23" name="Oval 22">
                <a:extLst>
                  <a:ext uri="{FF2B5EF4-FFF2-40B4-BE49-F238E27FC236}">
                    <a16:creationId xmlns:a16="http://schemas.microsoft.com/office/drawing/2014/main" id="{E145280F-EF04-ABA0-4C81-77AD643D335C}"/>
                  </a:ext>
                </a:extLst>
              </p:cNvPr>
              <p:cNvSpPr/>
              <p:nvPr/>
            </p:nvSpPr>
            <p:spPr>
              <a:xfrm>
                <a:off x="2867802" y="3950805"/>
                <a:ext cx="628907" cy="628907"/>
              </a:xfrm>
              <a:prstGeom prst="ellipse">
                <a:avLst/>
              </a:prstGeom>
              <a:solidFill>
                <a:schemeClr val="bg1"/>
              </a:solidFill>
              <a:ln w="28575"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BB3E3996-0D7C-8493-4608-6E81FC186061}"/>
                  </a:ext>
                </a:extLst>
              </p:cNvPr>
              <p:cNvSpPr txBox="1"/>
              <p:nvPr/>
            </p:nvSpPr>
            <p:spPr>
              <a:xfrm>
                <a:off x="2932200" y="4068702"/>
                <a:ext cx="500110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2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white">
                        <a:lumMod val="75000"/>
                      </a:prstClr>
                    </a:solidFill>
                    <a:effectLst/>
                    <a:uLnTx/>
                    <a:uFillTx/>
                    <a:latin typeface="Aptos" panose="020B0004020202020204" pitchFamily="34" charset="0"/>
                    <a:ea typeface="+mn-ea"/>
                    <a:cs typeface="Arial" panose="020B0604020202020204" pitchFamily="34" charset="0"/>
                  </a:rPr>
                  <a:t>RTH</a:t>
                </a:r>
              </a:p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8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white">
                        <a:lumMod val="75000"/>
                      </a:prstClr>
                    </a:solidFill>
                    <a:effectLst/>
                    <a:uLnTx/>
                    <a:uFillTx/>
                    <a:latin typeface="Aptos" panose="020B0004020202020204" pitchFamily="34" charset="0"/>
                    <a:ea typeface="+mn-ea"/>
                    <a:cs typeface="Arial" panose="020B0604020202020204" pitchFamily="34" charset="0"/>
                  </a:rPr>
                  <a:t>Beijing</a:t>
                </a:r>
                <a:endParaRPr kumimoji="0" lang="en-GB" sz="700" b="0" i="0" u="none" strike="noStrike" kern="0" cap="none" spc="0" normalizeH="0" baseline="0" noProof="0" dirty="0">
                  <a:ln>
                    <a:noFill/>
                  </a:ln>
                  <a:solidFill>
                    <a:prstClr val="white">
                      <a:lumMod val="75000"/>
                    </a:prstClr>
                  </a:solidFill>
                  <a:effectLst/>
                  <a:uLnTx/>
                  <a:uFillTx/>
                  <a:latin typeface="Aptos" panose="020B0004020202020204" pitchFamily="34" charset="0"/>
                  <a:ea typeface="+mn-ea"/>
                  <a:cs typeface="Arial" panose="020B0604020202020204" pitchFamily="34" charset="0"/>
                </a:endParaRPr>
              </a:p>
            </p:txBody>
          </p:sp>
        </p:grpSp>
        <p:grpSp>
          <p:nvGrpSpPr>
            <p:cNvPr id="26" name="Group 25">
              <a:extLst>
                <a:ext uri="{FF2B5EF4-FFF2-40B4-BE49-F238E27FC236}">
                  <a16:creationId xmlns:a16="http://schemas.microsoft.com/office/drawing/2014/main" id="{698C5626-AC62-AF12-CD9E-8718296A2783}"/>
                </a:ext>
              </a:extLst>
            </p:cNvPr>
            <p:cNvGrpSpPr/>
            <p:nvPr/>
          </p:nvGrpSpPr>
          <p:grpSpPr>
            <a:xfrm>
              <a:off x="6521485" y="5413675"/>
              <a:ext cx="628907" cy="628907"/>
              <a:chOff x="2867802" y="3950805"/>
              <a:chExt cx="628907" cy="628907"/>
            </a:xfrm>
          </p:grpSpPr>
          <p:sp>
            <p:nvSpPr>
              <p:cNvPr id="27" name="Oval 26">
                <a:extLst>
                  <a:ext uri="{FF2B5EF4-FFF2-40B4-BE49-F238E27FC236}">
                    <a16:creationId xmlns:a16="http://schemas.microsoft.com/office/drawing/2014/main" id="{8FF7874B-6822-3CF8-45CF-658901B90183}"/>
                  </a:ext>
                </a:extLst>
              </p:cNvPr>
              <p:cNvSpPr/>
              <p:nvPr/>
            </p:nvSpPr>
            <p:spPr>
              <a:xfrm>
                <a:off x="2867802" y="3950805"/>
                <a:ext cx="628907" cy="628907"/>
              </a:xfrm>
              <a:prstGeom prst="ellipse">
                <a:avLst/>
              </a:prstGeom>
              <a:solidFill>
                <a:schemeClr val="bg1"/>
              </a:solidFill>
              <a:ln w="28575"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>
                      <a:lumMod val="65000"/>
                    </a:prstClr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33BFF0B4-51FF-F815-D05F-0FCCDE4AD29F}"/>
                  </a:ext>
                </a:extLst>
              </p:cNvPr>
              <p:cNvSpPr txBox="1"/>
              <p:nvPr/>
            </p:nvSpPr>
            <p:spPr>
              <a:xfrm>
                <a:off x="2949594" y="4126758"/>
                <a:ext cx="465322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2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white">
                        <a:lumMod val="75000"/>
                      </a:prstClr>
                    </a:solidFill>
                    <a:effectLst/>
                    <a:uLnTx/>
                    <a:uFillTx/>
                    <a:latin typeface="Aptos" panose="020B0004020202020204" pitchFamily="34" charset="0"/>
                    <a:ea typeface="+mn-ea"/>
                    <a:cs typeface="Arial" panose="020B0604020202020204" pitchFamily="34" charset="0"/>
                  </a:rPr>
                  <a:t>RTH</a:t>
                </a:r>
              </a:p>
            </p:txBody>
          </p:sp>
        </p:grpSp>
        <p:grpSp>
          <p:nvGrpSpPr>
            <p:cNvPr id="29" name="Group 28">
              <a:extLst>
                <a:ext uri="{FF2B5EF4-FFF2-40B4-BE49-F238E27FC236}">
                  <a16:creationId xmlns:a16="http://schemas.microsoft.com/office/drawing/2014/main" id="{5F1F6B7D-7061-8224-3AE0-2F801164EA13}"/>
                </a:ext>
              </a:extLst>
            </p:cNvPr>
            <p:cNvGrpSpPr/>
            <p:nvPr/>
          </p:nvGrpSpPr>
          <p:grpSpPr>
            <a:xfrm>
              <a:off x="8862418" y="5165872"/>
              <a:ext cx="628907" cy="628907"/>
              <a:chOff x="2867802" y="3950805"/>
              <a:chExt cx="628907" cy="628907"/>
            </a:xfrm>
          </p:grpSpPr>
          <p:sp>
            <p:nvSpPr>
              <p:cNvPr id="30" name="Oval 29">
                <a:extLst>
                  <a:ext uri="{FF2B5EF4-FFF2-40B4-BE49-F238E27FC236}">
                    <a16:creationId xmlns:a16="http://schemas.microsoft.com/office/drawing/2014/main" id="{BC82DC3C-B2DB-21B9-6997-8085492FEB33}"/>
                  </a:ext>
                </a:extLst>
              </p:cNvPr>
              <p:cNvSpPr/>
              <p:nvPr/>
            </p:nvSpPr>
            <p:spPr>
              <a:xfrm>
                <a:off x="2867802" y="3950805"/>
                <a:ext cx="628907" cy="628907"/>
              </a:xfrm>
              <a:prstGeom prst="ellipse">
                <a:avLst/>
              </a:prstGeom>
              <a:solidFill>
                <a:schemeClr val="bg1"/>
              </a:solidFill>
              <a:ln w="28575"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>
                      <a:lumMod val="65000"/>
                    </a:prstClr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F37E5360-11FD-4A24-1717-B1922AA610A8}"/>
                  </a:ext>
                </a:extLst>
              </p:cNvPr>
              <p:cNvSpPr txBox="1"/>
              <p:nvPr/>
            </p:nvSpPr>
            <p:spPr>
              <a:xfrm>
                <a:off x="2949594" y="4126758"/>
                <a:ext cx="465322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2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white">
                        <a:lumMod val="75000"/>
                      </a:prstClr>
                    </a:solidFill>
                    <a:effectLst/>
                    <a:uLnTx/>
                    <a:uFillTx/>
                    <a:latin typeface="Aptos" panose="020B0004020202020204" pitchFamily="34" charset="0"/>
                    <a:ea typeface="+mn-ea"/>
                    <a:cs typeface="Arial" panose="020B0604020202020204" pitchFamily="34" charset="0"/>
                  </a:rPr>
                  <a:t>RTH</a:t>
                </a:r>
              </a:p>
            </p:txBody>
          </p:sp>
        </p:grpSp>
        <p:grpSp>
          <p:nvGrpSpPr>
            <p:cNvPr id="32" name="Group 31">
              <a:extLst>
                <a:ext uri="{FF2B5EF4-FFF2-40B4-BE49-F238E27FC236}">
                  <a16:creationId xmlns:a16="http://schemas.microsoft.com/office/drawing/2014/main" id="{AD8780C8-A93E-9A98-4696-73329FF1D90F}"/>
                </a:ext>
              </a:extLst>
            </p:cNvPr>
            <p:cNvGrpSpPr/>
            <p:nvPr/>
          </p:nvGrpSpPr>
          <p:grpSpPr>
            <a:xfrm>
              <a:off x="7543240" y="4536965"/>
              <a:ext cx="628907" cy="628907"/>
              <a:chOff x="2867802" y="3950805"/>
              <a:chExt cx="628907" cy="628907"/>
            </a:xfrm>
          </p:grpSpPr>
          <p:sp>
            <p:nvSpPr>
              <p:cNvPr id="33" name="Oval 32">
                <a:extLst>
                  <a:ext uri="{FF2B5EF4-FFF2-40B4-BE49-F238E27FC236}">
                    <a16:creationId xmlns:a16="http://schemas.microsoft.com/office/drawing/2014/main" id="{4AAE0292-AAF0-F511-073C-C32CCAE5F985}"/>
                  </a:ext>
                </a:extLst>
              </p:cNvPr>
              <p:cNvSpPr/>
              <p:nvPr/>
            </p:nvSpPr>
            <p:spPr>
              <a:xfrm>
                <a:off x="2867802" y="3950805"/>
                <a:ext cx="628907" cy="628907"/>
              </a:xfrm>
              <a:prstGeom prst="ellipse">
                <a:avLst/>
              </a:prstGeom>
              <a:solidFill>
                <a:schemeClr val="bg1"/>
              </a:solidFill>
              <a:ln w="28575"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>
                      <a:lumMod val="65000"/>
                    </a:prstClr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F321623B-A909-EB10-6594-F496B0075841}"/>
                  </a:ext>
                </a:extLst>
              </p:cNvPr>
              <p:cNvSpPr txBox="1"/>
              <p:nvPr/>
            </p:nvSpPr>
            <p:spPr>
              <a:xfrm>
                <a:off x="2949594" y="4126758"/>
                <a:ext cx="465322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2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white">
                        <a:lumMod val="75000"/>
                      </a:prstClr>
                    </a:solidFill>
                    <a:effectLst/>
                    <a:uLnTx/>
                    <a:uFillTx/>
                    <a:latin typeface="Aptos" panose="020B0004020202020204" pitchFamily="34" charset="0"/>
                    <a:ea typeface="+mn-ea"/>
                    <a:cs typeface="Arial" panose="020B0604020202020204" pitchFamily="34" charset="0"/>
                  </a:rPr>
                  <a:t>RTH</a:t>
                </a:r>
              </a:p>
            </p:txBody>
          </p:sp>
        </p:grpSp>
        <p:cxnSp>
          <p:nvCxnSpPr>
            <p:cNvPr id="35" name="Straight Arrow Connector 34">
              <a:extLst>
                <a:ext uri="{FF2B5EF4-FFF2-40B4-BE49-F238E27FC236}">
                  <a16:creationId xmlns:a16="http://schemas.microsoft.com/office/drawing/2014/main" id="{8601857B-76BD-067B-4AA3-91B11246D7E2}"/>
                </a:ext>
              </a:extLst>
            </p:cNvPr>
            <p:cNvCxnSpPr>
              <a:cxnSpLocks/>
            </p:cNvCxnSpPr>
            <p:nvPr/>
          </p:nvCxnSpPr>
          <p:spPr>
            <a:xfrm>
              <a:off x="4975127" y="4870482"/>
              <a:ext cx="1508258" cy="709621"/>
            </a:xfrm>
            <a:prstGeom prst="straightConnector1">
              <a:avLst/>
            </a:prstGeom>
            <a:ln>
              <a:solidFill>
                <a:schemeClr val="bg1">
                  <a:lumMod val="85000"/>
                </a:schemeClr>
              </a:solidFill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Arrow Connector 35">
              <a:extLst>
                <a:ext uri="{FF2B5EF4-FFF2-40B4-BE49-F238E27FC236}">
                  <a16:creationId xmlns:a16="http://schemas.microsoft.com/office/drawing/2014/main" id="{8C6B562F-CB07-4C50-849C-34E0BD463A0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948850" y="3983610"/>
              <a:ext cx="1143095" cy="575843"/>
            </a:xfrm>
            <a:prstGeom prst="straightConnector1">
              <a:avLst/>
            </a:prstGeom>
            <a:ln>
              <a:solidFill>
                <a:schemeClr val="bg1">
                  <a:lumMod val="85000"/>
                </a:schemeClr>
              </a:solidFill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Arrow Connector 36">
              <a:extLst>
                <a:ext uri="{FF2B5EF4-FFF2-40B4-BE49-F238E27FC236}">
                  <a16:creationId xmlns:a16="http://schemas.microsoft.com/office/drawing/2014/main" id="{40870FB8-EABA-DE12-272B-49038978CD6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123124" y="5120144"/>
              <a:ext cx="428025" cy="331605"/>
            </a:xfrm>
            <a:prstGeom prst="straightConnector1">
              <a:avLst/>
            </a:prstGeom>
            <a:ln>
              <a:solidFill>
                <a:schemeClr val="bg1">
                  <a:lumMod val="85000"/>
                </a:schemeClr>
              </a:solidFill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Arrow Connector 37">
              <a:extLst>
                <a:ext uri="{FF2B5EF4-FFF2-40B4-BE49-F238E27FC236}">
                  <a16:creationId xmlns:a16="http://schemas.microsoft.com/office/drawing/2014/main" id="{D66ECC56-A604-BB33-F2AD-38A12A747AA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172147" y="4092067"/>
              <a:ext cx="1121028" cy="549041"/>
            </a:xfrm>
            <a:prstGeom prst="straightConnector1">
              <a:avLst/>
            </a:prstGeom>
            <a:ln>
              <a:solidFill>
                <a:schemeClr val="bg1">
                  <a:lumMod val="85000"/>
                </a:schemeClr>
              </a:solidFill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Arrow Connector 38">
              <a:extLst>
                <a:ext uri="{FF2B5EF4-FFF2-40B4-BE49-F238E27FC236}">
                  <a16:creationId xmlns:a16="http://schemas.microsoft.com/office/drawing/2014/main" id="{1C6BFC7D-F59C-B579-A9F3-E0E6543DF7BF}"/>
                </a:ext>
              </a:extLst>
            </p:cNvPr>
            <p:cNvCxnSpPr>
              <a:cxnSpLocks/>
            </p:cNvCxnSpPr>
            <p:nvPr/>
          </p:nvCxnSpPr>
          <p:spPr>
            <a:xfrm>
              <a:off x="8191197" y="5026609"/>
              <a:ext cx="652171" cy="305691"/>
            </a:xfrm>
            <a:prstGeom prst="straightConnector1">
              <a:avLst/>
            </a:prstGeom>
            <a:ln>
              <a:solidFill>
                <a:schemeClr val="bg1">
                  <a:lumMod val="85000"/>
                </a:schemeClr>
              </a:solidFill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Arrow Connector 41">
              <a:extLst>
                <a:ext uri="{FF2B5EF4-FFF2-40B4-BE49-F238E27FC236}">
                  <a16:creationId xmlns:a16="http://schemas.microsoft.com/office/drawing/2014/main" id="{36CAC91F-48E9-4512-EC8F-8DB79BFBCA90}"/>
                </a:ext>
              </a:extLst>
            </p:cNvPr>
            <p:cNvCxnSpPr>
              <a:cxnSpLocks/>
            </p:cNvCxnSpPr>
            <p:nvPr/>
          </p:nvCxnSpPr>
          <p:spPr>
            <a:xfrm>
              <a:off x="9538950" y="5570578"/>
              <a:ext cx="981544" cy="276999"/>
            </a:xfrm>
            <a:prstGeom prst="straightConnector1">
              <a:avLst/>
            </a:prstGeom>
            <a:ln>
              <a:solidFill>
                <a:schemeClr val="bg1">
                  <a:lumMod val="85000"/>
                </a:schemeClr>
              </a:solidFill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02" name="Group 201">
              <a:extLst>
                <a:ext uri="{FF2B5EF4-FFF2-40B4-BE49-F238E27FC236}">
                  <a16:creationId xmlns:a16="http://schemas.microsoft.com/office/drawing/2014/main" id="{C025A71E-2C70-6A2B-8FAC-9B102D15267C}"/>
                </a:ext>
              </a:extLst>
            </p:cNvPr>
            <p:cNvGrpSpPr/>
            <p:nvPr/>
          </p:nvGrpSpPr>
          <p:grpSpPr>
            <a:xfrm>
              <a:off x="10510969" y="5552173"/>
              <a:ext cx="751592" cy="628907"/>
              <a:chOff x="10510969" y="5552173"/>
              <a:chExt cx="751592" cy="628907"/>
            </a:xfrm>
          </p:grpSpPr>
          <p:sp>
            <p:nvSpPr>
              <p:cNvPr id="40" name="Rectangle: Rounded Corners 39">
                <a:extLst>
                  <a:ext uri="{FF2B5EF4-FFF2-40B4-BE49-F238E27FC236}">
                    <a16:creationId xmlns:a16="http://schemas.microsoft.com/office/drawing/2014/main" id="{8ED6B991-FD13-D87B-C12F-04CC183FA054}"/>
                  </a:ext>
                </a:extLst>
              </p:cNvPr>
              <p:cNvSpPr/>
              <p:nvPr/>
            </p:nvSpPr>
            <p:spPr>
              <a:xfrm>
                <a:off x="10572312" y="5552173"/>
                <a:ext cx="628907" cy="628907"/>
              </a:xfrm>
              <a:prstGeom prst="roundRect">
                <a:avLst>
                  <a:gd name="adj" fmla="val 8678"/>
                </a:avLst>
              </a:prstGeom>
              <a:solidFill>
                <a:schemeClr val="bg1"/>
              </a:solidFill>
              <a:ln w="28575"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9E59ED27-B051-E291-2319-BC8E008C3C69}"/>
                  </a:ext>
                </a:extLst>
              </p:cNvPr>
              <p:cNvSpPr txBox="1"/>
              <p:nvPr/>
            </p:nvSpPr>
            <p:spPr>
              <a:xfrm>
                <a:off x="10510969" y="5728127"/>
                <a:ext cx="751592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2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white">
                        <a:lumMod val="75000"/>
                      </a:prstClr>
                    </a:solidFill>
                    <a:effectLst/>
                    <a:uLnTx/>
                    <a:uFillTx/>
                    <a:latin typeface="Aptos" panose="020B0004020202020204" pitchFamily="34" charset="0"/>
                    <a:ea typeface="+mn-ea"/>
                    <a:cs typeface="Arial" panose="020B0604020202020204" pitchFamily="34" charset="0"/>
                  </a:rPr>
                  <a:t>WDQMS</a:t>
                </a:r>
              </a:p>
            </p:txBody>
          </p:sp>
        </p:grpSp>
      </p:grpSp>
      <p:grpSp>
        <p:nvGrpSpPr>
          <p:cNvPr id="209" name="Group 208">
            <a:extLst>
              <a:ext uri="{FF2B5EF4-FFF2-40B4-BE49-F238E27FC236}">
                <a16:creationId xmlns:a16="http://schemas.microsoft.com/office/drawing/2014/main" id="{0F885F5E-CA61-061C-8B00-0F549125D819}"/>
              </a:ext>
            </a:extLst>
          </p:cNvPr>
          <p:cNvGrpSpPr/>
          <p:nvPr/>
        </p:nvGrpSpPr>
        <p:grpSpPr>
          <a:xfrm>
            <a:off x="1430655" y="808440"/>
            <a:ext cx="2456202" cy="855395"/>
            <a:chOff x="1430655" y="770340"/>
            <a:chExt cx="2456202" cy="855395"/>
          </a:xfrm>
        </p:grpSpPr>
        <p:grpSp>
          <p:nvGrpSpPr>
            <p:cNvPr id="49" name="Group 48">
              <a:extLst>
                <a:ext uri="{FF2B5EF4-FFF2-40B4-BE49-F238E27FC236}">
                  <a16:creationId xmlns:a16="http://schemas.microsoft.com/office/drawing/2014/main" id="{E7DE2E17-22A2-DDB6-D15B-4DAEEE78D459}"/>
                </a:ext>
              </a:extLst>
            </p:cNvPr>
            <p:cNvGrpSpPr/>
            <p:nvPr/>
          </p:nvGrpSpPr>
          <p:grpSpPr>
            <a:xfrm>
              <a:off x="1430655" y="770340"/>
              <a:ext cx="612283" cy="855395"/>
              <a:chOff x="2425679" y="690821"/>
              <a:chExt cx="612283" cy="855395"/>
            </a:xfrm>
          </p:grpSpPr>
          <p:pic>
            <p:nvPicPr>
              <p:cNvPr id="43" name="Picture 42">
                <a:extLst>
                  <a:ext uri="{FF2B5EF4-FFF2-40B4-BE49-F238E27FC236}">
                    <a16:creationId xmlns:a16="http://schemas.microsoft.com/office/drawing/2014/main" id="{8002713B-1FF6-E755-213D-BD542362C98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2425679" y="690821"/>
                <a:ext cx="612283" cy="855395"/>
              </a:xfrm>
              <a:prstGeom prst="rect">
                <a:avLst/>
              </a:prstGeom>
            </p:spPr>
          </p:pic>
          <p:sp>
            <p:nvSpPr>
              <p:cNvPr id="45" name="Rectangle 44">
                <a:extLst>
                  <a:ext uri="{FF2B5EF4-FFF2-40B4-BE49-F238E27FC236}">
                    <a16:creationId xmlns:a16="http://schemas.microsoft.com/office/drawing/2014/main" id="{FDE61DD0-DFD2-8D42-B380-CB8C82C2BEDC}"/>
                  </a:ext>
                </a:extLst>
              </p:cNvPr>
              <p:cNvSpPr/>
              <p:nvPr/>
            </p:nvSpPr>
            <p:spPr>
              <a:xfrm>
                <a:off x="2631993" y="1000455"/>
                <a:ext cx="169804" cy="169804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A</a:t>
                </a:r>
              </a:p>
            </p:txBody>
          </p:sp>
        </p:grpSp>
        <p:grpSp>
          <p:nvGrpSpPr>
            <p:cNvPr id="50" name="Group 49">
              <a:extLst>
                <a:ext uri="{FF2B5EF4-FFF2-40B4-BE49-F238E27FC236}">
                  <a16:creationId xmlns:a16="http://schemas.microsoft.com/office/drawing/2014/main" id="{EFCC201A-7D0E-E84E-1407-9B4395F0DCE2}"/>
                </a:ext>
              </a:extLst>
            </p:cNvPr>
            <p:cNvGrpSpPr/>
            <p:nvPr/>
          </p:nvGrpSpPr>
          <p:grpSpPr>
            <a:xfrm>
              <a:off x="2045295" y="770340"/>
              <a:ext cx="612283" cy="855395"/>
              <a:chOff x="2425679" y="690821"/>
              <a:chExt cx="612283" cy="855395"/>
            </a:xfrm>
          </p:grpSpPr>
          <p:pic>
            <p:nvPicPr>
              <p:cNvPr id="57" name="Picture 56">
                <a:extLst>
                  <a:ext uri="{FF2B5EF4-FFF2-40B4-BE49-F238E27FC236}">
                    <a16:creationId xmlns:a16="http://schemas.microsoft.com/office/drawing/2014/main" id="{F140E656-9A3C-F01B-1FE3-74C77F6C45A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2425679" y="690821"/>
                <a:ext cx="612283" cy="855395"/>
              </a:xfrm>
              <a:prstGeom prst="rect">
                <a:avLst/>
              </a:prstGeom>
            </p:spPr>
          </p:pic>
          <p:sp>
            <p:nvSpPr>
              <p:cNvPr id="59" name="Rectangle 58">
                <a:extLst>
                  <a:ext uri="{FF2B5EF4-FFF2-40B4-BE49-F238E27FC236}">
                    <a16:creationId xmlns:a16="http://schemas.microsoft.com/office/drawing/2014/main" id="{3F0C59BA-2128-FB4C-1D86-5BCD10892AEC}"/>
                  </a:ext>
                </a:extLst>
              </p:cNvPr>
              <p:cNvSpPr/>
              <p:nvPr/>
            </p:nvSpPr>
            <p:spPr>
              <a:xfrm>
                <a:off x="2631993" y="1000455"/>
                <a:ext cx="169804" cy="169804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B</a:t>
                </a:r>
              </a:p>
            </p:txBody>
          </p:sp>
        </p:grpSp>
        <p:grpSp>
          <p:nvGrpSpPr>
            <p:cNvPr id="60" name="Group 59">
              <a:extLst>
                <a:ext uri="{FF2B5EF4-FFF2-40B4-BE49-F238E27FC236}">
                  <a16:creationId xmlns:a16="http://schemas.microsoft.com/office/drawing/2014/main" id="{E3153852-F70B-6484-159F-00590542AB02}"/>
                </a:ext>
              </a:extLst>
            </p:cNvPr>
            <p:cNvGrpSpPr/>
            <p:nvPr/>
          </p:nvGrpSpPr>
          <p:grpSpPr>
            <a:xfrm>
              <a:off x="2659935" y="770340"/>
              <a:ext cx="612283" cy="855395"/>
              <a:chOff x="2425679" y="690821"/>
              <a:chExt cx="612283" cy="855395"/>
            </a:xfrm>
          </p:grpSpPr>
          <p:pic>
            <p:nvPicPr>
              <p:cNvPr id="63" name="Picture 62">
                <a:extLst>
                  <a:ext uri="{FF2B5EF4-FFF2-40B4-BE49-F238E27FC236}">
                    <a16:creationId xmlns:a16="http://schemas.microsoft.com/office/drawing/2014/main" id="{306A52C4-ACEF-B627-1FF6-9CFD1390918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2425679" y="690821"/>
                <a:ext cx="612283" cy="855395"/>
              </a:xfrm>
              <a:prstGeom prst="rect">
                <a:avLst/>
              </a:prstGeom>
            </p:spPr>
          </p:pic>
          <p:sp>
            <p:nvSpPr>
              <p:cNvPr id="192" name="Rectangle 191">
                <a:extLst>
                  <a:ext uri="{FF2B5EF4-FFF2-40B4-BE49-F238E27FC236}">
                    <a16:creationId xmlns:a16="http://schemas.microsoft.com/office/drawing/2014/main" id="{360C5DA7-7767-F933-B644-031D75CD21B6}"/>
                  </a:ext>
                </a:extLst>
              </p:cNvPr>
              <p:cNvSpPr/>
              <p:nvPr/>
            </p:nvSpPr>
            <p:spPr>
              <a:xfrm>
                <a:off x="2631993" y="1000455"/>
                <a:ext cx="169804" cy="169804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C</a:t>
                </a:r>
              </a:p>
            </p:txBody>
          </p:sp>
        </p:grpSp>
        <p:grpSp>
          <p:nvGrpSpPr>
            <p:cNvPr id="193" name="Group 192">
              <a:extLst>
                <a:ext uri="{FF2B5EF4-FFF2-40B4-BE49-F238E27FC236}">
                  <a16:creationId xmlns:a16="http://schemas.microsoft.com/office/drawing/2014/main" id="{A29A1327-4DCE-23BA-5568-CCC61CFFEB9D}"/>
                </a:ext>
              </a:extLst>
            </p:cNvPr>
            <p:cNvGrpSpPr/>
            <p:nvPr/>
          </p:nvGrpSpPr>
          <p:grpSpPr>
            <a:xfrm>
              <a:off x="3274574" y="770340"/>
              <a:ext cx="612283" cy="855395"/>
              <a:chOff x="2425679" y="690821"/>
              <a:chExt cx="612283" cy="855395"/>
            </a:xfrm>
          </p:grpSpPr>
          <p:pic>
            <p:nvPicPr>
              <p:cNvPr id="194" name="Picture 193">
                <a:extLst>
                  <a:ext uri="{FF2B5EF4-FFF2-40B4-BE49-F238E27FC236}">
                    <a16:creationId xmlns:a16="http://schemas.microsoft.com/office/drawing/2014/main" id="{9649258A-12DB-B999-512C-A50B8ACCB2C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2425679" y="690821"/>
                <a:ext cx="612283" cy="855395"/>
              </a:xfrm>
              <a:prstGeom prst="rect">
                <a:avLst/>
              </a:prstGeom>
            </p:spPr>
          </p:pic>
          <p:sp>
            <p:nvSpPr>
              <p:cNvPr id="201" name="Rectangle 200">
                <a:extLst>
                  <a:ext uri="{FF2B5EF4-FFF2-40B4-BE49-F238E27FC236}">
                    <a16:creationId xmlns:a16="http://schemas.microsoft.com/office/drawing/2014/main" id="{9431210F-E774-2EB8-9DD1-3D21C44FC21A}"/>
                  </a:ext>
                </a:extLst>
              </p:cNvPr>
              <p:cNvSpPr/>
              <p:nvPr/>
            </p:nvSpPr>
            <p:spPr>
              <a:xfrm>
                <a:off x="2631993" y="1000455"/>
                <a:ext cx="169804" cy="169804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D</a:t>
                </a:r>
              </a:p>
            </p:txBody>
          </p:sp>
        </p:grpSp>
      </p:grpSp>
      <p:grpSp>
        <p:nvGrpSpPr>
          <p:cNvPr id="214" name="Group 213">
            <a:extLst>
              <a:ext uri="{FF2B5EF4-FFF2-40B4-BE49-F238E27FC236}">
                <a16:creationId xmlns:a16="http://schemas.microsoft.com/office/drawing/2014/main" id="{81EC8810-15CA-A156-E38C-32F0830414FB}"/>
              </a:ext>
            </a:extLst>
          </p:cNvPr>
          <p:cNvGrpSpPr/>
          <p:nvPr/>
        </p:nvGrpSpPr>
        <p:grpSpPr>
          <a:xfrm>
            <a:off x="2963924" y="2367446"/>
            <a:ext cx="716753" cy="326665"/>
            <a:chOff x="2963924" y="2367446"/>
            <a:chExt cx="716753" cy="326665"/>
          </a:xfrm>
        </p:grpSpPr>
        <p:grpSp>
          <p:nvGrpSpPr>
            <p:cNvPr id="210" name="Group 209">
              <a:extLst>
                <a:ext uri="{FF2B5EF4-FFF2-40B4-BE49-F238E27FC236}">
                  <a16:creationId xmlns:a16="http://schemas.microsoft.com/office/drawing/2014/main" id="{61182F62-08E6-F164-0AC9-79F80BB6F7D0}"/>
                </a:ext>
              </a:extLst>
            </p:cNvPr>
            <p:cNvGrpSpPr/>
            <p:nvPr/>
          </p:nvGrpSpPr>
          <p:grpSpPr>
            <a:xfrm>
              <a:off x="2963924" y="2367446"/>
              <a:ext cx="534458" cy="127000"/>
              <a:chOff x="2963178" y="2725764"/>
              <a:chExt cx="534458" cy="127000"/>
            </a:xfrm>
          </p:grpSpPr>
          <p:cxnSp>
            <p:nvCxnSpPr>
              <p:cNvPr id="211" name="Straight Connector 210">
                <a:extLst>
                  <a:ext uri="{FF2B5EF4-FFF2-40B4-BE49-F238E27FC236}">
                    <a16:creationId xmlns:a16="http://schemas.microsoft.com/office/drawing/2014/main" id="{8D067A31-D2FE-C511-E336-7E75DE07353D}"/>
                  </a:ext>
                </a:extLst>
              </p:cNvPr>
              <p:cNvCxnSpPr/>
              <p:nvPr/>
            </p:nvCxnSpPr>
            <p:spPr>
              <a:xfrm flipV="1">
                <a:off x="2963178" y="2789264"/>
                <a:ext cx="400050" cy="1"/>
              </a:xfrm>
              <a:prstGeom prst="line">
                <a:avLst/>
              </a:prstGeom>
              <a:noFill/>
              <a:ln w="19050" cap="flat" cmpd="sng" algn="ctr">
                <a:solidFill>
                  <a:schemeClr val="accent2">
                    <a:lumMod val="75000"/>
                  </a:schemeClr>
                </a:solidFill>
                <a:prstDash val="solid"/>
                <a:miter lim="800000"/>
              </a:ln>
              <a:effectLst/>
            </p:spPr>
          </p:cxnSp>
          <p:sp>
            <p:nvSpPr>
              <p:cNvPr id="212" name="Oval 211">
                <a:extLst>
                  <a:ext uri="{FF2B5EF4-FFF2-40B4-BE49-F238E27FC236}">
                    <a16:creationId xmlns:a16="http://schemas.microsoft.com/office/drawing/2014/main" id="{9AE0B92E-9E95-B1CD-81C5-2F3679CAE3B8}"/>
                  </a:ext>
                </a:extLst>
              </p:cNvPr>
              <p:cNvSpPr/>
              <p:nvPr/>
            </p:nvSpPr>
            <p:spPr>
              <a:xfrm>
                <a:off x="3370636" y="2725764"/>
                <a:ext cx="127000" cy="127000"/>
              </a:xfrm>
              <a:prstGeom prst="ellipse">
                <a:avLst/>
              </a:prstGeom>
              <a:solidFill>
                <a:sysClr val="window" lastClr="FFFFFF"/>
              </a:solidFill>
              <a:ln w="19050" cap="flat" cmpd="sng" algn="ctr">
                <a:solidFill>
                  <a:schemeClr val="accent2">
                    <a:lumMod val="75000"/>
                  </a:schemeClr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sp>
          <p:nvSpPr>
            <p:cNvPr id="213" name="TextBox 212">
              <a:extLst>
                <a:ext uri="{FF2B5EF4-FFF2-40B4-BE49-F238E27FC236}">
                  <a16:creationId xmlns:a16="http://schemas.microsoft.com/office/drawing/2014/main" id="{111943B3-16FA-578C-3485-07AB9F10F7D1}"/>
                </a:ext>
              </a:extLst>
            </p:cNvPr>
            <p:cNvSpPr txBox="1"/>
            <p:nvPr/>
          </p:nvSpPr>
          <p:spPr>
            <a:xfrm>
              <a:off x="3194968" y="2440195"/>
              <a:ext cx="485709" cy="2539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50" b="0" i="0" u="none" strike="noStrike" kern="0" cap="none" spc="0" normalizeH="0" baseline="0" noProof="0" dirty="0">
                  <a:ln>
                    <a:noFill/>
                  </a:ln>
                  <a:solidFill>
                    <a:srgbClr val="E97132">
                      <a:lumMod val="75000"/>
                    </a:srgbClr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https</a:t>
              </a:r>
              <a:endParaRPr kumimoji="0" lang="en-GB" sz="1200" b="0" i="0" u="none" strike="noStrike" kern="0" cap="none" spc="0" normalizeH="0" baseline="0" noProof="0" dirty="0">
                <a:ln>
                  <a:noFill/>
                </a:ln>
                <a:solidFill>
                  <a:srgbClr val="E97132">
                    <a:lumMod val="75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pic>
        <p:nvPicPr>
          <p:cNvPr id="47" name="Picture 46">
            <a:extLst>
              <a:ext uri="{FF2B5EF4-FFF2-40B4-BE49-F238E27FC236}">
                <a16:creationId xmlns:a16="http://schemas.microsoft.com/office/drawing/2014/main" id="{2856DB32-B419-62F1-D817-8AA93A58DD14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504409" y="107790"/>
            <a:ext cx="444034" cy="620341"/>
          </a:xfrm>
          <a:prstGeom prst="rect">
            <a:avLst/>
          </a:prstGeom>
        </p:spPr>
      </p:pic>
      <p:pic>
        <p:nvPicPr>
          <p:cNvPr id="205" name="Picture 204">
            <a:extLst>
              <a:ext uri="{FF2B5EF4-FFF2-40B4-BE49-F238E27FC236}">
                <a16:creationId xmlns:a16="http://schemas.microsoft.com/office/drawing/2014/main" id="{573A44E8-3D0B-0488-D591-54E962DCA0A3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122688" y="107539"/>
            <a:ext cx="444034" cy="620341"/>
          </a:xfrm>
          <a:prstGeom prst="rect">
            <a:avLst/>
          </a:prstGeom>
        </p:spPr>
      </p:pic>
      <p:pic>
        <p:nvPicPr>
          <p:cNvPr id="206" name="Picture 205">
            <a:extLst>
              <a:ext uri="{FF2B5EF4-FFF2-40B4-BE49-F238E27FC236}">
                <a16:creationId xmlns:a16="http://schemas.microsoft.com/office/drawing/2014/main" id="{4EC1BDE5-28ED-8BC8-6BDE-6245C1805463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738968" y="107539"/>
            <a:ext cx="444034" cy="620341"/>
          </a:xfrm>
          <a:prstGeom prst="rect">
            <a:avLst/>
          </a:prstGeom>
        </p:spPr>
      </p:pic>
      <p:pic>
        <p:nvPicPr>
          <p:cNvPr id="207" name="Picture 206">
            <a:extLst>
              <a:ext uri="{FF2B5EF4-FFF2-40B4-BE49-F238E27FC236}">
                <a16:creationId xmlns:a16="http://schemas.microsoft.com/office/drawing/2014/main" id="{39C32B64-0449-04B2-02E4-4DB6AE4FC276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353933" y="108876"/>
            <a:ext cx="444034" cy="620341"/>
          </a:xfrm>
          <a:prstGeom prst="rect">
            <a:avLst/>
          </a:prstGeom>
        </p:spPr>
      </p:pic>
      <p:grpSp>
        <p:nvGrpSpPr>
          <p:cNvPr id="228" name="Group 227">
            <a:extLst>
              <a:ext uri="{FF2B5EF4-FFF2-40B4-BE49-F238E27FC236}">
                <a16:creationId xmlns:a16="http://schemas.microsoft.com/office/drawing/2014/main" id="{3B635897-3847-0D90-CA3C-64877730A439}"/>
              </a:ext>
            </a:extLst>
          </p:cNvPr>
          <p:cNvGrpSpPr/>
          <p:nvPr/>
        </p:nvGrpSpPr>
        <p:grpSpPr>
          <a:xfrm>
            <a:off x="2963178" y="2725764"/>
            <a:ext cx="786853" cy="316693"/>
            <a:chOff x="2963178" y="2725764"/>
            <a:chExt cx="786853" cy="316693"/>
          </a:xfrm>
        </p:grpSpPr>
        <p:grpSp>
          <p:nvGrpSpPr>
            <p:cNvPr id="220" name="Group 219">
              <a:extLst>
                <a:ext uri="{FF2B5EF4-FFF2-40B4-BE49-F238E27FC236}">
                  <a16:creationId xmlns:a16="http://schemas.microsoft.com/office/drawing/2014/main" id="{65A78913-B368-CAF1-2E73-1E85597EAA81}"/>
                </a:ext>
              </a:extLst>
            </p:cNvPr>
            <p:cNvGrpSpPr/>
            <p:nvPr/>
          </p:nvGrpSpPr>
          <p:grpSpPr>
            <a:xfrm>
              <a:off x="2963178" y="2725764"/>
              <a:ext cx="534458" cy="127000"/>
              <a:chOff x="2963178" y="2725764"/>
              <a:chExt cx="534458" cy="127000"/>
            </a:xfrm>
          </p:grpSpPr>
          <p:cxnSp>
            <p:nvCxnSpPr>
              <p:cNvPr id="221" name="Straight Connector 220">
                <a:extLst>
                  <a:ext uri="{FF2B5EF4-FFF2-40B4-BE49-F238E27FC236}">
                    <a16:creationId xmlns:a16="http://schemas.microsoft.com/office/drawing/2014/main" id="{6E986B50-0C6C-50CB-665F-59EBDB30589C}"/>
                  </a:ext>
                </a:extLst>
              </p:cNvPr>
              <p:cNvCxnSpPr/>
              <p:nvPr/>
            </p:nvCxnSpPr>
            <p:spPr>
              <a:xfrm flipV="1">
                <a:off x="2963178" y="2789264"/>
                <a:ext cx="400050" cy="1"/>
              </a:xfrm>
              <a:prstGeom prst="line">
                <a:avLst/>
              </a:prstGeom>
              <a:noFill/>
              <a:ln w="19050" cap="flat" cmpd="sng" algn="ctr">
                <a:solidFill>
                  <a:schemeClr val="accent6">
                    <a:lumMod val="75000"/>
                  </a:schemeClr>
                </a:solidFill>
                <a:prstDash val="solid"/>
                <a:miter lim="800000"/>
              </a:ln>
              <a:effectLst/>
            </p:spPr>
          </p:cxnSp>
          <p:sp>
            <p:nvSpPr>
              <p:cNvPr id="226" name="Oval 225">
                <a:extLst>
                  <a:ext uri="{FF2B5EF4-FFF2-40B4-BE49-F238E27FC236}">
                    <a16:creationId xmlns:a16="http://schemas.microsoft.com/office/drawing/2014/main" id="{9D6F9894-0290-1304-CF51-36DF961CAD56}"/>
                  </a:ext>
                </a:extLst>
              </p:cNvPr>
              <p:cNvSpPr/>
              <p:nvPr/>
            </p:nvSpPr>
            <p:spPr>
              <a:xfrm>
                <a:off x="3370636" y="2725764"/>
                <a:ext cx="127000" cy="127000"/>
              </a:xfrm>
              <a:prstGeom prst="ellipse">
                <a:avLst/>
              </a:prstGeom>
              <a:solidFill>
                <a:sysClr val="window" lastClr="FFFFFF"/>
              </a:solidFill>
              <a:ln w="19050" cap="flat" cmpd="sng" algn="ctr">
                <a:solidFill>
                  <a:schemeClr val="accent6">
                    <a:lumMod val="75000"/>
                  </a:schemeClr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sp>
          <p:nvSpPr>
            <p:cNvPr id="227" name="TextBox 226">
              <a:extLst>
                <a:ext uri="{FF2B5EF4-FFF2-40B4-BE49-F238E27FC236}">
                  <a16:creationId xmlns:a16="http://schemas.microsoft.com/office/drawing/2014/main" id="{C7757593-CE40-B4BB-1777-B9806C732A44}"/>
                </a:ext>
              </a:extLst>
            </p:cNvPr>
            <p:cNvSpPr txBox="1"/>
            <p:nvPr/>
          </p:nvSpPr>
          <p:spPr>
            <a:xfrm>
              <a:off x="3118241" y="2788541"/>
              <a:ext cx="631790" cy="2539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50" b="0" i="0" u="none" strike="noStrike" kern="0" cap="none" spc="0" normalizeH="0" baseline="0" noProof="0" dirty="0" err="1">
                  <a:ln>
                    <a:noFill/>
                  </a:ln>
                  <a:solidFill>
                    <a:srgbClr val="4EA72E">
                      <a:lumMod val="75000"/>
                    </a:srgbClr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mqtts</a:t>
              </a:r>
              <a:endParaRPr kumimoji="0" lang="en-GB" sz="1200" b="0" i="0" u="none" strike="noStrike" kern="0" cap="none" spc="0" normalizeH="0" baseline="0" noProof="0" dirty="0">
                <a:ln>
                  <a:noFill/>
                </a:ln>
                <a:solidFill>
                  <a:srgbClr val="4EA72E">
                    <a:lumMod val="75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91CA6EE2-BE33-E629-E178-2B93DD4595B5}"/>
              </a:ext>
            </a:extLst>
          </p:cNvPr>
          <p:cNvGrpSpPr/>
          <p:nvPr/>
        </p:nvGrpSpPr>
        <p:grpSpPr>
          <a:xfrm>
            <a:off x="4975127" y="1161045"/>
            <a:ext cx="821464" cy="913071"/>
            <a:chOff x="8941274" y="4193447"/>
            <a:chExt cx="821464" cy="913071"/>
          </a:xfrm>
        </p:grpSpPr>
        <p:sp>
          <p:nvSpPr>
            <p:cNvPr id="18" name="Rectangle: Rounded Corners 17">
              <a:extLst>
                <a:ext uri="{FF2B5EF4-FFF2-40B4-BE49-F238E27FC236}">
                  <a16:creationId xmlns:a16="http://schemas.microsoft.com/office/drawing/2014/main" id="{324C9B10-9311-A1F7-E990-6389920FA0AF}"/>
                </a:ext>
              </a:extLst>
            </p:cNvPr>
            <p:cNvSpPr/>
            <p:nvPr/>
          </p:nvSpPr>
          <p:spPr>
            <a:xfrm>
              <a:off x="9037553" y="4455376"/>
              <a:ext cx="628907" cy="628907"/>
            </a:xfrm>
            <a:prstGeom prst="roundRect">
              <a:avLst>
                <a:gd name="adj" fmla="val 8678"/>
              </a:avLst>
            </a:prstGeom>
            <a:solidFill>
              <a:schemeClr val="bg1"/>
            </a:solidFill>
            <a:ln w="28575">
              <a:solidFill>
                <a:srgbClr val="3963DA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srgbClr val="3963DA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5ACC2E37-4EB9-869C-C4CF-F8633ED301D2}"/>
                </a:ext>
              </a:extLst>
            </p:cNvPr>
            <p:cNvSpPr txBox="1"/>
            <p:nvPr/>
          </p:nvSpPr>
          <p:spPr>
            <a:xfrm>
              <a:off x="8941274" y="4644853"/>
              <a:ext cx="821464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3963DA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Global Broker</a:t>
              </a:r>
            </a:p>
          </p:txBody>
        </p:sp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D4F5DBD3-AE40-2790-70BB-7163F166DB19}"/>
                </a:ext>
              </a:extLst>
            </p:cNvPr>
            <p:cNvGrpSpPr/>
            <p:nvPr/>
          </p:nvGrpSpPr>
          <p:grpSpPr>
            <a:xfrm>
              <a:off x="9094796" y="4193447"/>
              <a:ext cx="514420" cy="523858"/>
              <a:chOff x="6520709" y="4021299"/>
              <a:chExt cx="664522" cy="676715"/>
            </a:xfrm>
          </p:grpSpPr>
          <p:pic>
            <p:nvPicPr>
              <p:cNvPr id="21" name="Picture 20">
                <a:extLst>
                  <a:ext uri="{FF2B5EF4-FFF2-40B4-BE49-F238E27FC236}">
                    <a16:creationId xmlns:a16="http://schemas.microsoft.com/office/drawing/2014/main" id="{52A4EE3C-A55B-3307-0F79-82B290567E3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6520709" y="4021299"/>
                <a:ext cx="664522" cy="676715"/>
              </a:xfrm>
              <a:prstGeom prst="rect">
                <a:avLst/>
              </a:prstGeom>
            </p:spPr>
          </p:pic>
          <p:sp>
            <p:nvSpPr>
              <p:cNvPr id="22" name="Oval 21">
                <a:extLst>
                  <a:ext uri="{FF2B5EF4-FFF2-40B4-BE49-F238E27FC236}">
                    <a16:creationId xmlns:a16="http://schemas.microsoft.com/office/drawing/2014/main" id="{1490EAEC-CB73-3688-EFC6-2370298590C0}"/>
                  </a:ext>
                </a:extLst>
              </p:cNvPr>
              <p:cNvSpPr/>
              <p:nvPr/>
            </p:nvSpPr>
            <p:spPr>
              <a:xfrm>
                <a:off x="6610176" y="4113239"/>
                <a:ext cx="485588" cy="485586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pic>
            <p:nvPicPr>
              <p:cNvPr id="25" name="Picture 24">
                <a:extLst>
                  <a:ext uri="{FF2B5EF4-FFF2-40B4-BE49-F238E27FC236}">
                    <a16:creationId xmlns:a16="http://schemas.microsoft.com/office/drawing/2014/main" id="{8E4D8A6F-F32C-4056-C051-5CCCFF42BE0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6647343" y="4147676"/>
                <a:ext cx="424360" cy="387637"/>
              </a:xfrm>
              <a:prstGeom prst="rect">
                <a:avLst/>
              </a:prstGeom>
            </p:spPr>
          </p:pic>
        </p:grpSp>
      </p:grpSp>
      <p:sp>
        <p:nvSpPr>
          <p:cNvPr id="44" name="Freeform: Shape 43">
            <a:extLst>
              <a:ext uri="{FF2B5EF4-FFF2-40B4-BE49-F238E27FC236}">
                <a16:creationId xmlns:a16="http://schemas.microsoft.com/office/drawing/2014/main" id="{11697815-0A3D-05E7-603F-DF2C41B624A9}"/>
              </a:ext>
            </a:extLst>
          </p:cNvPr>
          <p:cNvSpPr/>
          <p:nvPr/>
        </p:nvSpPr>
        <p:spPr>
          <a:xfrm>
            <a:off x="3581400" y="2114550"/>
            <a:ext cx="1809750" cy="685800"/>
          </a:xfrm>
          <a:custGeom>
            <a:avLst/>
            <a:gdLst>
              <a:gd name="connsiteX0" fmla="*/ 0 w 1809750"/>
              <a:gd name="connsiteY0" fmla="*/ 685800 h 685800"/>
              <a:gd name="connsiteX1" fmla="*/ 742950 w 1809750"/>
              <a:gd name="connsiteY1" fmla="*/ 628650 h 685800"/>
              <a:gd name="connsiteX2" fmla="*/ 1419225 w 1809750"/>
              <a:gd name="connsiteY2" fmla="*/ 438150 h 685800"/>
              <a:gd name="connsiteX3" fmla="*/ 1809750 w 1809750"/>
              <a:gd name="connsiteY3" fmla="*/ 0 h 685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809750" h="685800">
                <a:moveTo>
                  <a:pt x="0" y="685800"/>
                </a:moveTo>
                <a:cubicBezTo>
                  <a:pt x="253206" y="677862"/>
                  <a:pt x="506413" y="669925"/>
                  <a:pt x="742950" y="628650"/>
                </a:cubicBezTo>
                <a:cubicBezTo>
                  <a:pt x="979487" y="587375"/>
                  <a:pt x="1241425" y="542925"/>
                  <a:pt x="1419225" y="438150"/>
                </a:cubicBezTo>
                <a:cubicBezTo>
                  <a:pt x="1597025" y="333375"/>
                  <a:pt x="1703387" y="166687"/>
                  <a:pt x="1809750" y="0"/>
                </a:cubicBezTo>
              </a:path>
            </a:pathLst>
          </a:custGeom>
          <a:noFill/>
          <a:ln>
            <a:solidFill>
              <a:schemeClr val="accent6">
                <a:lumMod val="75000"/>
              </a:schemeClr>
            </a:solidFill>
            <a:headEnd type="triangl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pic>
        <p:nvPicPr>
          <p:cNvPr id="197" name="Picture 196">
            <a:extLst>
              <a:ext uri="{FF2B5EF4-FFF2-40B4-BE49-F238E27FC236}">
                <a16:creationId xmlns:a16="http://schemas.microsoft.com/office/drawing/2014/main" id="{F5F67B21-307E-0146-54AD-BD7C2D5C8398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590807" y="1385810"/>
            <a:ext cx="432460" cy="569026"/>
          </a:xfrm>
          <a:prstGeom prst="rect">
            <a:avLst/>
          </a:prstGeom>
        </p:spPr>
      </p:pic>
      <p:grpSp>
        <p:nvGrpSpPr>
          <p:cNvPr id="46" name="Group 45">
            <a:extLst>
              <a:ext uri="{FF2B5EF4-FFF2-40B4-BE49-F238E27FC236}">
                <a16:creationId xmlns:a16="http://schemas.microsoft.com/office/drawing/2014/main" id="{0B04933F-94AD-6CB5-AC0F-D9DF3F247F96}"/>
              </a:ext>
            </a:extLst>
          </p:cNvPr>
          <p:cNvGrpSpPr/>
          <p:nvPr/>
        </p:nvGrpSpPr>
        <p:grpSpPr>
          <a:xfrm>
            <a:off x="7809040" y="580845"/>
            <a:ext cx="821464" cy="919480"/>
            <a:chOff x="7894810" y="1381253"/>
            <a:chExt cx="821464" cy="919480"/>
          </a:xfrm>
        </p:grpSpPr>
        <p:sp>
          <p:nvSpPr>
            <p:cNvPr id="48" name="Rectangle: Rounded Corners 47">
              <a:extLst>
                <a:ext uri="{FF2B5EF4-FFF2-40B4-BE49-F238E27FC236}">
                  <a16:creationId xmlns:a16="http://schemas.microsoft.com/office/drawing/2014/main" id="{176ABF3C-E42F-7E3C-9DC1-BCF60A0F82B8}"/>
                </a:ext>
              </a:extLst>
            </p:cNvPr>
            <p:cNvSpPr/>
            <p:nvPr/>
          </p:nvSpPr>
          <p:spPr>
            <a:xfrm>
              <a:off x="7991089" y="1649591"/>
              <a:ext cx="628907" cy="628907"/>
            </a:xfrm>
            <a:prstGeom prst="roundRect">
              <a:avLst>
                <a:gd name="adj" fmla="val 8678"/>
              </a:avLst>
            </a:prstGeom>
            <a:solidFill>
              <a:schemeClr val="bg1"/>
            </a:solidFill>
            <a:ln w="28575">
              <a:solidFill>
                <a:srgbClr val="3963DA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srgbClr val="3963DA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36A6A8C6-FE98-AB03-A96C-5C9D24742250}"/>
                </a:ext>
              </a:extLst>
            </p:cNvPr>
            <p:cNvSpPr txBox="1"/>
            <p:nvPr/>
          </p:nvSpPr>
          <p:spPr>
            <a:xfrm>
              <a:off x="7894810" y="1839068"/>
              <a:ext cx="821464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3963DA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Global Cache</a:t>
              </a:r>
            </a:p>
          </p:txBody>
        </p:sp>
        <p:grpSp>
          <p:nvGrpSpPr>
            <p:cNvPr id="195" name="Group 194">
              <a:extLst>
                <a:ext uri="{FF2B5EF4-FFF2-40B4-BE49-F238E27FC236}">
                  <a16:creationId xmlns:a16="http://schemas.microsoft.com/office/drawing/2014/main" id="{EF2F8AA4-F31D-5475-358D-F2B3DAC498B5}"/>
                </a:ext>
              </a:extLst>
            </p:cNvPr>
            <p:cNvGrpSpPr/>
            <p:nvPr/>
          </p:nvGrpSpPr>
          <p:grpSpPr>
            <a:xfrm>
              <a:off x="8036660" y="1381253"/>
              <a:ext cx="537764" cy="547628"/>
              <a:chOff x="6976094" y="2574516"/>
              <a:chExt cx="664523" cy="676715"/>
            </a:xfrm>
          </p:grpSpPr>
          <p:pic>
            <p:nvPicPr>
              <p:cNvPr id="196" name="Picture 195">
                <a:extLst>
                  <a:ext uri="{FF2B5EF4-FFF2-40B4-BE49-F238E27FC236}">
                    <a16:creationId xmlns:a16="http://schemas.microsoft.com/office/drawing/2014/main" id="{1E0049D5-23F2-234E-2908-4869E10E007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6976094" y="2574516"/>
                <a:ext cx="664522" cy="676715"/>
              </a:xfrm>
              <a:prstGeom prst="rect">
                <a:avLst/>
              </a:prstGeom>
            </p:spPr>
          </p:pic>
          <p:pic>
            <p:nvPicPr>
              <p:cNvPr id="198" name="Picture 197">
                <a:extLst>
                  <a:ext uri="{FF2B5EF4-FFF2-40B4-BE49-F238E27FC236}">
                    <a16:creationId xmlns:a16="http://schemas.microsoft.com/office/drawing/2014/main" id="{D94F4438-E91B-140A-E83B-1236D2E564A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1">
                <a:extLst>
                  <a:ext uri="{BEBA8EAE-BF5A-486C-A8C5-ECC9F3942E4B}">
                    <a14:imgProps xmlns:a14="http://schemas.microsoft.com/office/drawing/2010/main">
                      <a14:imgLayer r:embed="rId12">
                        <a14:imgEffect>
                          <a14:colorTemperature colorTemp="4700"/>
                        </a14:imgEffect>
                        <a14:imgEffect>
                          <a14:brightnessContrast bright="-20000" contrast="40000"/>
                        </a14:imgEffect>
                      </a14:imgLayer>
                    </a14:imgProps>
                  </a:ext>
                </a:extLst>
              </a:blip>
              <a:stretch>
                <a:fillRect/>
              </a:stretch>
            </p:blipFill>
            <p:spPr>
              <a:xfrm>
                <a:off x="7044932" y="2644373"/>
                <a:ext cx="526845" cy="528534"/>
              </a:xfrm>
              <a:prstGeom prst="ellipse">
                <a:avLst/>
              </a:prstGeom>
              <a:solidFill>
                <a:schemeClr val="bg1"/>
              </a:solidFill>
            </p:spPr>
          </p:pic>
          <p:pic>
            <p:nvPicPr>
              <p:cNvPr id="199" name="Picture 198">
                <a:extLst>
                  <a:ext uri="{FF2B5EF4-FFF2-40B4-BE49-F238E27FC236}">
                    <a16:creationId xmlns:a16="http://schemas.microsoft.com/office/drawing/2014/main" id="{0CD11071-6F23-C96C-2AEF-051AE7CB210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6976095" y="2574516"/>
                <a:ext cx="664522" cy="676715"/>
              </a:xfrm>
              <a:prstGeom prst="rect">
                <a:avLst/>
              </a:prstGeom>
            </p:spPr>
          </p:pic>
          <p:pic>
            <p:nvPicPr>
              <p:cNvPr id="200" name="Picture 199">
                <a:extLst>
                  <a:ext uri="{FF2B5EF4-FFF2-40B4-BE49-F238E27FC236}">
                    <a16:creationId xmlns:a16="http://schemas.microsoft.com/office/drawing/2014/main" id="{76EC0513-E78D-4EA5-F7D5-8A79C14F619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1">
                <a:extLst>
                  <a:ext uri="{BEBA8EAE-BF5A-486C-A8C5-ECC9F3942E4B}">
                    <a14:imgProps xmlns:a14="http://schemas.microsoft.com/office/drawing/2010/main">
                      <a14:imgLayer r:embed="rId12">
                        <a14:imgEffect>
                          <a14:colorTemperature colorTemp="4700"/>
                        </a14:imgEffect>
                        <a14:imgEffect>
                          <a14:brightnessContrast bright="-20000" contrast="40000"/>
                        </a14:imgEffect>
                      </a14:imgLayer>
                    </a14:imgProps>
                  </a:ext>
                </a:extLst>
              </a:blip>
              <a:stretch>
                <a:fillRect/>
              </a:stretch>
            </p:blipFill>
            <p:spPr>
              <a:xfrm>
                <a:off x="7064641" y="2664144"/>
                <a:ext cx="487430" cy="488992"/>
              </a:xfrm>
              <a:prstGeom prst="ellipse">
                <a:avLst/>
              </a:prstGeom>
              <a:solidFill>
                <a:schemeClr val="bg1"/>
              </a:solidFill>
            </p:spPr>
          </p:pic>
        </p:grpSp>
      </p:grpSp>
      <p:pic>
        <p:nvPicPr>
          <p:cNvPr id="204" name="Picture 203">
            <a:extLst>
              <a:ext uri="{FF2B5EF4-FFF2-40B4-BE49-F238E27FC236}">
                <a16:creationId xmlns:a16="http://schemas.microsoft.com/office/drawing/2014/main" id="{B3C659B2-8861-8FCC-F7FB-E69640A12B7C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592404" y="892048"/>
            <a:ext cx="432460" cy="569026"/>
          </a:xfrm>
          <a:prstGeom prst="rect">
            <a:avLst/>
          </a:prstGeom>
        </p:spPr>
      </p:pic>
      <p:sp>
        <p:nvSpPr>
          <p:cNvPr id="208" name="Freeform: Shape 207">
            <a:extLst>
              <a:ext uri="{FF2B5EF4-FFF2-40B4-BE49-F238E27FC236}">
                <a16:creationId xmlns:a16="http://schemas.microsoft.com/office/drawing/2014/main" id="{CF3C8246-23FC-627D-B268-E8360B56103A}"/>
              </a:ext>
            </a:extLst>
          </p:cNvPr>
          <p:cNvSpPr/>
          <p:nvPr/>
        </p:nvSpPr>
        <p:spPr>
          <a:xfrm>
            <a:off x="5819775" y="1181100"/>
            <a:ext cx="2009775" cy="647700"/>
          </a:xfrm>
          <a:custGeom>
            <a:avLst/>
            <a:gdLst>
              <a:gd name="connsiteX0" fmla="*/ 2009775 w 2009775"/>
              <a:gd name="connsiteY0" fmla="*/ 0 h 647700"/>
              <a:gd name="connsiteX1" fmla="*/ 1266825 w 2009775"/>
              <a:gd name="connsiteY1" fmla="*/ 133350 h 647700"/>
              <a:gd name="connsiteX2" fmla="*/ 609600 w 2009775"/>
              <a:gd name="connsiteY2" fmla="*/ 542925 h 647700"/>
              <a:gd name="connsiteX3" fmla="*/ 0 w 2009775"/>
              <a:gd name="connsiteY3" fmla="*/ 647700 h 6477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009775" h="647700">
                <a:moveTo>
                  <a:pt x="2009775" y="0"/>
                </a:moveTo>
                <a:cubicBezTo>
                  <a:pt x="1754981" y="21431"/>
                  <a:pt x="1500187" y="42863"/>
                  <a:pt x="1266825" y="133350"/>
                </a:cubicBezTo>
                <a:cubicBezTo>
                  <a:pt x="1033463" y="223837"/>
                  <a:pt x="820737" y="457200"/>
                  <a:pt x="609600" y="542925"/>
                </a:cubicBezTo>
                <a:cubicBezTo>
                  <a:pt x="398462" y="628650"/>
                  <a:pt x="199231" y="638175"/>
                  <a:pt x="0" y="647700"/>
                </a:cubicBezTo>
              </a:path>
            </a:pathLst>
          </a:custGeom>
          <a:noFill/>
          <a:ln>
            <a:solidFill>
              <a:schemeClr val="accent6">
                <a:lumMod val="75000"/>
              </a:schemeClr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521292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2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8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C5B56F-5ED0-F377-A17E-124695F993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9" name="Group 228">
            <a:extLst>
              <a:ext uri="{FF2B5EF4-FFF2-40B4-BE49-F238E27FC236}">
                <a16:creationId xmlns:a16="http://schemas.microsoft.com/office/drawing/2014/main" id="{D84750E6-1409-92C0-44A0-233B734BA712}"/>
              </a:ext>
            </a:extLst>
          </p:cNvPr>
          <p:cNvGrpSpPr/>
          <p:nvPr/>
        </p:nvGrpSpPr>
        <p:grpSpPr>
          <a:xfrm>
            <a:off x="1715333" y="622374"/>
            <a:ext cx="1850457" cy="672547"/>
            <a:chOff x="1715333" y="622374"/>
            <a:chExt cx="1850457" cy="672547"/>
          </a:xfrm>
        </p:grpSpPr>
        <p:cxnSp>
          <p:nvCxnSpPr>
            <p:cNvPr id="215" name="Straight Connector 214">
              <a:extLst>
                <a:ext uri="{FF2B5EF4-FFF2-40B4-BE49-F238E27FC236}">
                  <a16:creationId xmlns:a16="http://schemas.microsoft.com/office/drawing/2014/main" id="{1BEC6BF6-D567-4AE2-7968-5895582B21FA}"/>
                </a:ext>
              </a:extLst>
            </p:cNvPr>
            <p:cNvCxnSpPr/>
            <p:nvPr/>
          </p:nvCxnSpPr>
          <p:spPr>
            <a:xfrm>
              <a:off x="1715333" y="622374"/>
              <a:ext cx="0" cy="661357"/>
            </a:xfrm>
            <a:prstGeom prst="line">
              <a:avLst/>
            </a:prstGeom>
            <a:ln w="12700">
              <a:solidFill>
                <a:schemeClr val="tx1"/>
              </a:solidFill>
              <a:prstDash val="sysDot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6" name="Straight Connector 215">
              <a:extLst>
                <a:ext uri="{FF2B5EF4-FFF2-40B4-BE49-F238E27FC236}">
                  <a16:creationId xmlns:a16="http://schemas.microsoft.com/office/drawing/2014/main" id="{366BA422-F4E2-3DAB-70DD-D714812D624E}"/>
                </a:ext>
              </a:extLst>
            </p:cNvPr>
            <p:cNvCxnSpPr/>
            <p:nvPr/>
          </p:nvCxnSpPr>
          <p:spPr>
            <a:xfrm>
              <a:off x="2341276" y="622375"/>
              <a:ext cx="0" cy="661357"/>
            </a:xfrm>
            <a:prstGeom prst="line">
              <a:avLst/>
            </a:prstGeom>
            <a:ln w="12700">
              <a:solidFill>
                <a:schemeClr val="tx1"/>
              </a:solidFill>
              <a:prstDash val="sysDot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7" name="Straight Connector 216">
              <a:extLst>
                <a:ext uri="{FF2B5EF4-FFF2-40B4-BE49-F238E27FC236}">
                  <a16:creationId xmlns:a16="http://schemas.microsoft.com/office/drawing/2014/main" id="{00BB90B6-F80D-F878-0629-8B6D0BCE5288}"/>
                </a:ext>
              </a:extLst>
            </p:cNvPr>
            <p:cNvCxnSpPr/>
            <p:nvPr/>
          </p:nvCxnSpPr>
          <p:spPr>
            <a:xfrm>
              <a:off x="2956921" y="633564"/>
              <a:ext cx="0" cy="661357"/>
            </a:xfrm>
            <a:prstGeom prst="line">
              <a:avLst/>
            </a:prstGeom>
            <a:ln w="12700">
              <a:solidFill>
                <a:schemeClr val="tx1"/>
              </a:solidFill>
              <a:prstDash val="sysDot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9" name="Straight Connector 218">
              <a:extLst>
                <a:ext uri="{FF2B5EF4-FFF2-40B4-BE49-F238E27FC236}">
                  <a16:creationId xmlns:a16="http://schemas.microsoft.com/office/drawing/2014/main" id="{66EACFC3-4270-BE5A-21ED-0940FFCD58E8}"/>
                </a:ext>
              </a:extLst>
            </p:cNvPr>
            <p:cNvCxnSpPr/>
            <p:nvPr/>
          </p:nvCxnSpPr>
          <p:spPr>
            <a:xfrm>
              <a:off x="3565790" y="626521"/>
              <a:ext cx="0" cy="661357"/>
            </a:xfrm>
            <a:prstGeom prst="line">
              <a:avLst/>
            </a:prstGeom>
            <a:ln w="12700">
              <a:solidFill>
                <a:schemeClr val="tx1"/>
              </a:solidFill>
              <a:prstDash val="sysDot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222" name="Picture 221">
            <a:extLst>
              <a:ext uri="{FF2B5EF4-FFF2-40B4-BE49-F238E27FC236}">
                <a16:creationId xmlns:a16="http://schemas.microsoft.com/office/drawing/2014/main" id="{FCDDC260-61B1-4BD8-423D-AFCBE11B57A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418180"/>
            <a:ext cx="5197907" cy="1439820"/>
          </a:xfrm>
          <a:prstGeom prst="rect">
            <a:avLst/>
          </a:prstGeom>
        </p:spPr>
      </p:pic>
      <p:grpSp>
        <p:nvGrpSpPr>
          <p:cNvPr id="13" name="Group 12">
            <a:extLst>
              <a:ext uri="{FF2B5EF4-FFF2-40B4-BE49-F238E27FC236}">
                <a16:creationId xmlns:a16="http://schemas.microsoft.com/office/drawing/2014/main" id="{37C3FD14-D090-2602-3E1F-B439A3C350E1}"/>
              </a:ext>
            </a:extLst>
          </p:cNvPr>
          <p:cNvGrpSpPr/>
          <p:nvPr/>
        </p:nvGrpSpPr>
        <p:grpSpPr>
          <a:xfrm>
            <a:off x="2588900" y="323658"/>
            <a:ext cx="8879200" cy="6210684"/>
            <a:chOff x="1942544" y="1301750"/>
            <a:chExt cx="6082512" cy="4254500"/>
          </a:xfrm>
        </p:grpSpPr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527119E5-01AF-DE04-7B75-2B5E9804C0E1}"/>
                </a:ext>
              </a:extLst>
            </p:cNvPr>
            <p:cNvGrpSpPr/>
            <p:nvPr/>
          </p:nvGrpSpPr>
          <p:grpSpPr>
            <a:xfrm>
              <a:off x="1942544" y="1301750"/>
              <a:ext cx="6082512" cy="4254500"/>
              <a:chOff x="1942544" y="1301750"/>
              <a:chExt cx="6082512" cy="4254500"/>
            </a:xfrm>
          </p:grpSpPr>
          <p:sp>
            <p:nvSpPr>
              <p:cNvPr id="7" name="Cloud 6">
                <a:extLst>
                  <a:ext uri="{FF2B5EF4-FFF2-40B4-BE49-F238E27FC236}">
                    <a16:creationId xmlns:a16="http://schemas.microsoft.com/office/drawing/2014/main" id="{2A723EF9-F5E1-2EAD-D0DC-61B40AC004BB}"/>
                  </a:ext>
                </a:extLst>
              </p:cNvPr>
              <p:cNvSpPr/>
              <p:nvPr/>
            </p:nvSpPr>
            <p:spPr>
              <a:xfrm rot="401311">
                <a:off x="1948500" y="1301750"/>
                <a:ext cx="6070600" cy="4254500"/>
              </a:xfrm>
              <a:prstGeom prst="cloud">
                <a:avLst/>
              </a:prstGeom>
              <a:solidFill>
                <a:schemeClr val="bg1"/>
              </a:solidFill>
              <a:ln w="38100">
                <a:solidFill>
                  <a:schemeClr val="bg1">
                    <a:lumMod val="75000"/>
                  </a:schemeClr>
                </a:solidFill>
                <a:prstDash val="sysDash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8" name="Cloud 7">
                <a:extLst>
                  <a:ext uri="{FF2B5EF4-FFF2-40B4-BE49-F238E27FC236}">
                    <a16:creationId xmlns:a16="http://schemas.microsoft.com/office/drawing/2014/main" id="{387CC6A2-B626-6456-9963-59539FFD7034}"/>
                  </a:ext>
                </a:extLst>
              </p:cNvPr>
              <p:cNvSpPr/>
              <p:nvPr/>
            </p:nvSpPr>
            <p:spPr>
              <a:xfrm rot="401311">
                <a:off x="1942544" y="1382575"/>
                <a:ext cx="6082512" cy="4118248"/>
              </a:xfrm>
              <a:prstGeom prst="cloud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</p:grp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F857B669-A428-34E2-B105-A04FA5313DC6}"/>
                </a:ext>
              </a:extLst>
            </p:cNvPr>
            <p:cNvCxnSpPr>
              <a:cxnSpLocks/>
            </p:cNvCxnSpPr>
            <p:nvPr/>
          </p:nvCxnSpPr>
          <p:spPr>
            <a:xfrm>
              <a:off x="2133600" y="3429000"/>
              <a:ext cx="5867400" cy="0"/>
            </a:xfrm>
            <a:prstGeom prst="line">
              <a:avLst/>
            </a:prstGeom>
            <a:solidFill>
              <a:schemeClr val="bg1"/>
            </a:solidFill>
            <a:ln w="38100">
              <a:solidFill>
                <a:schemeClr val="bg1">
                  <a:lumMod val="75000"/>
                </a:schemeClr>
              </a:solidFill>
              <a:prstDash val="sys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sp>
        <p:nvSpPr>
          <p:cNvPr id="14" name="TextBox 13">
            <a:extLst>
              <a:ext uri="{FF2B5EF4-FFF2-40B4-BE49-F238E27FC236}">
                <a16:creationId xmlns:a16="http://schemas.microsoft.com/office/drawing/2014/main" id="{1D14C454-062F-5A59-BBC5-A5DF10B5DFEA}"/>
              </a:ext>
            </a:extLst>
          </p:cNvPr>
          <p:cNvSpPr txBox="1"/>
          <p:nvPr/>
        </p:nvSpPr>
        <p:spPr>
          <a:xfrm>
            <a:off x="6238875" y="314003"/>
            <a:ext cx="818636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WIS2</a:t>
            </a:r>
          </a:p>
        </p:txBody>
      </p:sp>
      <p:grpSp>
        <p:nvGrpSpPr>
          <p:cNvPr id="225" name="Group 224">
            <a:extLst>
              <a:ext uri="{FF2B5EF4-FFF2-40B4-BE49-F238E27FC236}">
                <a16:creationId xmlns:a16="http://schemas.microsoft.com/office/drawing/2014/main" id="{1CEA62DF-AF0B-CDE1-C6BE-10C7D50DA7D5}"/>
              </a:ext>
            </a:extLst>
          </p:cNvPr>
          <p:cNvGrpSpPr/>
          <p:nvPr/>
        </p:nvGrpSpPr>
        <p:grpSpPr>
          <a:xfrm>
            <a:off x="350689" y="4160355"/>
            <a:ext cx="466050" cy="669682"/>
            <a:chOff x="1159011" y="4934512"/>
            <a:chExt cx="466050" cy="669682"/>
          </a:xfrm>
        </p:grpSpPr>
        <p:sp>
          <p:nvSpPr>
            <p:cNvPr id="224" name="Rectangle: Rounded Corners 223">
              <a:extLst>
                <a:ext uri="{FF2B5EF4-FFF2-40B4-BE49-F238E27FC236}">
                  <a16:creationId xmlns:a16="http://schemas.microsoft.com/office/drawing/2014/main" id="{80B64324-B6CA-334D-0D11-C59AF08C7619}"/>
                </a:ext>
              </a:extLst>
            </p:cNvPr>
            <p:cNvSpPr/>
            <p:nvPr/>
          </p:nvSpPr>
          <p:spPr>
            <a:xfrm>
              <a:off x="1159011" y="4934512"/>
              <a:ext cx="466050" cy="669682"/>
            </a:xfrm>
            <a:prstGeom prst="roundRect">
              <a:avLst>
                <a:gd name="adj" fmla="val 8535"/>
              </a:avLst>
            </a:prstGeom>
            <a:solidFill>
              <a:schemeClr val="bg1"/>
            </a:solidFill>
            <a:ln w="12700">
              <a:prstDash val="sys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218" name="Rectangle 217">
              <a:extLst>
                <a:ext uri="{FF2B5EF4-FFF2-40B4-BE49-F238E27FC236}">
                  <a16:creationId xmlns:a16="http://schemas.microsoft.com/office/drawing/2014/main" id="{93F2E5B7-09DE-E6C2-E2B7-A57C78A8F297}"/>
                </a:ext>
              </a:extLst>
            </p:cNvPr>
            <p:cNvSpPr/>
            <p:nvPr/>
          </p:nvSpPr>
          <p:spPr>
            <a:xfrm>
              <a:off x="1307134" y="5356687"/>
              <a:ext cx="169804" cy="169804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A</a:t>
              </a:r>
            </a:p>
          </p:txBody>
        </p:sp>
        <p:pic>
          <p:nvPicPr>
            <p:cNvPr id="223" name="Picture 222" descr="A black and white symbol&#10;&#10;Description automatically generated">
              <a:extLst>
                <a:ext uri="{FF2B5EF4-FFF2-40B4-BE49-F238E27FC236}">
                  <a16:creationId xmlns:a16="http://schemas.microsoft.com/office/drawing/2014/main" id="{0DB88DCE-B16D-4466-E0F0-C78D8DA1B4FF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216187" y="4970684"/>
              <a:ext cx="351698" cy="351696"/>
            </a:xfrm>
            <a:prstGeom prst="rect">
              <a:avLst/>
            </a:prstGeom>
          </p:spPr>
        </p:pic>
      </p:grpSp>
      <p:grpSp>
        <p:nvGrpSpPr>
          <p:cNvPr id="234" name="Group 233">
            <a:extLst>
              <a:ext uri="{FF2B5EF4-FFF2-40B4-BE49-F238E27FC236}">
                <a16:creationId xmlns:a16="http://schemas.microsoft.com/office/drawing/2014/main" id="{DBDC937A-25A7-302C-D0C4-695D395A26C1}"/>
              </a:ext>
            </a:extLst>
          </p:cNvPr>
          <p:cNvGrpSpPr/>
          <p:nvPr/>
        </p:nvGrpSpPr>
        <p:grpSpPr>
          <a:xfrm>
            <a:off x="858066" y="4163562"/>
            <a:ext cx="466050" cy="669682"/>
            <a:chOff x="1159011" y="4934512"/>
            <a:chExt cx="466050" cy="669682"/>
          </a:xfrm>
        </p:grpSpPr>
        <p:sp>
          <p:nvSpPr>
            <p:cNvPr id="235" name="Rectangle: Rounded Corners 234">
              <a:extLst>
                <a:ext uri="{FF2B5EF4-FFF2-40B4-BE49-F238E27FC236}">
                  <a16:creationId xmlns:a16="http://schemas.microsoft.com/office/drawing/2014/main" id="{7C3974B7-1CD9-E1C0-EEAF-7793E47CF364}"/>
                </a:ext>
              </a:extLst>
            </p:cNvPr>
            <p:cNvSpPr/>
            <p:nvPr/>
          </p:nvSpPr>
          <p:spPr>
            <a:xfrm>
              <a:off x="1159011" y="4934512"/>
              <a:ext cx="466050" cy="669682"/>
            </a:xfrm>
            <a:prstGeom prst="roundRect">
              <a:avLst>
                <a:gd name="adj" fmla="val 8535"/>
              </a:avLst>
            </a:prstGeom>
            <a:solidFill>
              <a:schemeClr val="bg1"/>
            </a:solidFill>
            <a:ln w="12700">
              <a:prstDash val="sys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236" name="Rectangle 235">
              <a:extLst>
                <a:ext uri="{FF2B5EF4-FFF2-40B4-BE49-F238E27FC236}">
                  <a16:creationId xmlns:a16="http://schemas.microsoft.com/office/drawing/2014/main" id="{1A6BBB11-2CC1-8D4A-B4C2-BFE7E7BE0366}"/>
                </a:ext>
              </a:extLst>
            </p:cNvPr>
            <p:cNvSpPr/>
            <p:nvPr/>
          </p:nvSpPr>
          <p:spPr>
            <a:xfrm>
              <a:off x="1307134" y="5356687"/>
              <a:ext cx="169804" cy="169804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B</a:t>
              </a:r>
            </a:p>
          </p:txBody>
        </p:sp>
        <p:pic>
          <p:nvPicPr>
            <p:cNvPr id="237" name="Picture 236" descr="A black and white symbol&#10;&#10;Description automatically generated">
              <a:extLst>
                <a:ext uri="{FF2B5EF4-FFF2-40B4-BE49-F238E27FC236}">
                  <a16:creationId xmlns:a16="http://schemas.microsoft.com/office/drawing/2014/main" id="{82C98894-EC3E-4FFD-1550-89E30F1E01C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216187" y="4970684"/>
              <a:ext cx="351698" cy="351696"/>
            </a:xfrm>
            <a:prstGeom prst="rect">
              <a:avLst/>
            </a:prstGeom>
          </p:spPr>
        </p:pic>
      </p:grpSp>
      <p:grpSp>
        <p:nvGrpSpPr>
          <p:cNvPr id="238" name="Group 237">
            <a:extLst>
              <a:ext uri="{FF2B5EF4-FFF2-40B4-BE49-F238E27FC236}">
                <a16:creationId xmlns:a16="http://schemas.microsoft.com/office/drawing/2014/main" id="{BB487EA7-EA6D-5233-25B2-04A466D3EEA5}"/>
              </a:ext>
            </a:extLst>
          </p:cNvPr>
          <p:cNvGrpSpPr/>
          <p:nvPr/>
        </p:nvGrpSpPr>
        <p:grpSpPr>
          <a:xfrm>
            <a:off x="856832" y="4869695"/>
            <a:ext cx="466050" cy="669682"/>
            <a:chOff x="1159011" y="4934512"/>
            <a:chExt cx="466050" cy="669682"/>
          </a:xfrm>
        </p:grpSpPr>
        <p:sp>
          <p:nvSpPr>
            <p:cNvPr id="239" name="Rectangle: Rounded Corners 238">
              <a:extLst>
                <a:ext uri="{FF2B5EF4-FFF2-40B4-BE49-F238E27FC236}">
                  <a16:creationId xmlns:a16="http://schemas.microsoft.com/office/drawing/2014/main" id="{B28E3842-0C40-7876-6D9F-7ECCF470E895}"/>
                </a:ext>
              </a:extLst>
            </p:cNvPr>
            <p:cNvSpPr/>
            <p:nvPr/>
          </p:nvSpPr>
          <p:spPr>
            <a:xfrm>
              <a:off x="1159011" y="4934512"/>
              <a:ext cx="466050" cy="669682"/>
            </a:xfrm>
            <a:prstGeom prst="roundRect">
              <a:avLst>
                <a:gd name="adj" fmla="val 8535"/>
              </a:avLst>
            </a:prstGeom>
            <a:solidFill>
              <a:schemeClr val="bg1"/>
            </a:solidFill>
            <a:ln w="12700">
              <a:prstDash val="sys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240" name="Rectangle 239">
              <a:extLst>
                <a:ext uri="{FF2B5EF4-FFF2-40B4-BE49-F238E27FC236}">
                  <a16:creationId xmlns:a16="http://schemas.microsoft.com/office/drawing/2014/main" id="{6228E759-6321-96C4-2C48-291E22A22360}"/>
                </a:ext>
              </a:extLst>
            </p:cNvPr>
            <p:cNvSpPr/>
            <p:nvPr/>
          </p:nvSpPr>
          <p:spPr>
            <a:xfrm>
              <a:off x="1307134" y="5356687"/>
              <a:ext cx="169804" cy="169804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D</a:t>
              </a:r>
            </a:p>
          </p:txBody>
        </p:sp>
        <p:pic>
          <p:nvPicPr>
            <p:cNvPr id="241" name="Picture 240" descr="A black and white symbol&#10;&#10;Description automatically generated">
              <a:extLst>
                <a:ext uri="{FF2B5EF4-FFF2-40B4-BE49-F238E27FC236}">
                  <a16:creationId xmlns:a16="http://schemas.microsoft.com/office/drawing/2014/main" id="{EE84DFB8-0839-8B3F-7544-0CF6EA9FD3E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216187" y="4970684"/>
              <a:ext cx="351698" cy="351696"/>
            </a:xfrm>
            <a:prstGeom prst="rect">
              <a:avLst/>
            </a:prstGeom>
          </p:spPr>
        </p:pic>
      </p:grpSp>
      <p:grpSp>
        <p:nvGrpSpPr>
          <p:cNvPr id="242" name="Group 241">
            <a:extLst>
              <a:ext uri="{FF2B5EF4-FFF2-40B4-BE49-F238E27FC236}">
                <a16:creationId xmlns:a16="http://schemas.microsoft.com/office/drawing/2014/main" id="{E4471BDC-0914-5129-6040-4E9FDB66AC97}"/>
              </a:ext>
            </a:extLst>
          </p:cNvPr>
          <p:cNvGrpSpPr/>
          <p:nvPr/>
        </p:nvGrpSpPr>
        <p:grpSpPr>
          <a:xfrm>
            <a:off x="349454" y="4869695"/>
            <a:ext cx="466050" cy="669682"/>
            <a:chOff x="1159011" y="4934512"/>
            <a:chExt cx="466050" cy="669682"/>
          </a:xfrm>
        </p:grpSpPr>
        <p:sp>
          <p:nvSpPr>
            <p:cNvPr id="243" name="Rectangle: Rounded Corners 242">
              <a:extLst>
                <a:ext uri="{FF2B5EF4-FFF2-40B4-BE49-F238E27FC236}">
                  <a16:creationId xmlns:a16="http://schemas.microsoft.com/office/drawing/2014/main" id="{2D4F736E-7466-D823-7778-8D1F781F3E06}"/>
                </a:ext>
              </a:extLst>
            </p:cNvPr>
            <p:cNvSpPr/>
            <p:nvPr/>
          </p:nvSpPr>
          <p:spPr>
            <a:xfrm>
              <a:off x="1159011" y="4934512"/>
              <a:ext cx="466050" cy="669682"/>
            </a:xfrm>
            <a:prstGeom prst="roundRect">
              <a:avLst>
                <a:gd name="adj" fmla="val 8535"/>
              </a:avLst>
            </a:prstGeom>
            <a:solidFill>
              <a:schemeClr val="bg1"/>
            </a:solidFill>
            <a:ln w="12700">
              <a:prstDash val="sys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244" name="Rectangle 243">
              <a:extLst>
                <a:ext uri="{FF2B5EF4-FFF2-40B4-BE49-F238E27FC236}">
                  <a16:creationId xmlns:a16="http://schemas.microsoft.com/office/drawing/2014/main" id="{DFD39600-3B92-F21A-F2A0-7AAF363CD3D6}"/>
                </a:ext>
              </a:extLst>
            </p:cNvPr>
            <p:cNvSpPr/>
            <p:nvPr/>
          </p:nvSpPr>
          <p:spPr>
            <a:xfrm>
              <a:off x="1307134" y="5356687"/>
              <a:ext cx="169804" cy="169804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C</a:t>
              </a:r>
            </a:p>
          </p:txBody>
        </p:sp>
        <p:pic>
          <p:nvPicPr>
            <p:cNvPr id="245" name="Picture 244" descr="A black and white symbol&#10;&#10;Description automatically generated">
              <a:extLst>
                <a:ext uri="{FF2B5EF4-FFF2-40B4-BE49-F238E27FC236}">
                  <a16:creationId xmlns:a16="http://schemas.microsoft.com/office/drawing/2014/main" id="{466B98F4-539D-210B-07AC-144B1FD0151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216187" y="4970684"/>
              <a:ext cx="351698" cy="351696"/>
            </a:xfrm>
            <a:prstGeom prst="rect">
              <a:avLst/>
            </a:prstGeom>
          </p:spPr>
        </p:pic>
      </p:grpSp>
      <p:grpSp>
        <p:nvGrpSpPr>
          <p:cNvPr id="249" name="Group 248">
            <a:extLst>
              <a:ext uri="{FF2B5EF4-FFF2-40B4-BE49-F238E27FC236}">
                <a16:creationId xmlns:a16="http://schemas.microsoft.com/office/drawing/2014/main" id="{1D1423F0-0D36-6F68-9AE1-48C44DA8EAD5}"/>
              </a:ext>
            </a:extLst>
          </p:cNvPr>
          <p:cNvGrpSpPr/>
          <p:nvPr/>
        </p:nvGrpSpPr>
        <p:grpSpPr>
          <a:xfrm>
            <a:off x="1633202" y="1621248"/>
            <a:ext cx="1960897" cy="3158269"/>
            <a:chOff x="1633202" y="1621248"/>
            <a:chExt cx="1960897" cy="3158269"/>
          </a:xfrm>
        </p:grpSpPr>
        <p:sp>
          <p:nvSpPr>
            <p:cNvPr id="247" name="Rectangle: Rounded Corners 246">
              <a:extLst>
                <a:ext uri="{FF2B5EF4-FFF2-40B4-BE49-F238E27FC236}">
                  <a16:creationId xmlns:a16="http://schemas.microsoft.com/office/drawing/2014/main" id="{0DB61C17-A6E3-F3A2-D3EE-7FD7D055846E}"/>
                </a:ext>
              </a:extLst>
            </p:cNvPr>
            <p:cNvSpPr/>
            <p:nvPr/>
          </p:nvSpPr>
          <p:spPr>
            <a:xfrm>
              <a:off x="1633202" y="1858519"/>
              <a:ext cx="1960897" cy="2920998"/>
            </a:xfrm>
            <a:prstGeom prst="roundRect">
              <a:avLst>
                <a:gd name="adj" fmla="val 3624"/>
              </a:avLst>
            </a:prstGeom>
            <a:solidFill>
              <a:schemeClr val="bg1">
                <a:lumMod val="95000"/>
                <a:alpha val="50196"/>
              </a:schemeClr>
            </a:solidFill>
            <a:ln w="12700">
              <a:solidFill>
                <a:schemeClr val="tx1">
                  <a:lumMod val="50000"/>
                  <a:lumOff val="50000"/>
                </a:schemeClr>
              </a:solidFill>
              <a:prstDash val="sysDot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248" name="TextBox 247">
              <a:extLst>
                <a:ext uri="{FF2B5EF4-FFF2-40B4-BE49-F238E27FC236}">
                  <a16:creationId xmlns:a16="http://schemas.microsoft.com/office/drawing/2014/main" id="{66F8141F-9E93-E635-5620-B88683289272}"/>
                </a:ext>
              </a:extLst>
            </p:cNvPr>
            <p:cNvSpPr txBox="1"/>
            <p:nvPr/>
          </p:nvSpPr>
          <p:spPr>
            <a:xfrm>
              <a:off x="2059127" y="1621248"/>
              <a:ext cx="1179193" cy="2539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5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WIS Centre</a:t>
              </a:r>
              <a:endParaRPr kumimoji="0" lang="en-GB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246" name="Group 245">
            <a:extLst>
              <a:ext uri="{FF2B5EF4-FFF2-40B4-BE49-F238E27FC236}">
                <a16:creationId xmlns:a16="http://schemas.microsoft.com/office/drawing/2014/main" id="{6A97DEFF-4247-6C81-0E68-7E4C7873FE9C}"/>
              </a:ext>
            </a:extLst>
          </p:cNvPr>
          <p:cNvGrpSpPr/>
          <p:nvPr/>
        </p:nvGrpSpPr>
        <p:grpSpPr>
          <a:xfrm>
            <a:off x="238558" y="2004858"/>
            <a:ext cx="2724621" cy="2574854"/>
            <a:chOff x="238558" y="2004858"/>
            <a:chExt cx="2724621" cy="2574854"/>
          </a:xfrm>
        </p:grpSpPr>
        <p:pic>
          <p:nvPicPr>
            <p:cNvPr id="52" name="Picture 51">
              <a:extLst>
                <a:ext uri="{FF2B5EF4-FFF2-40B4-BE49-F238E27FC236}">
                  <a16:creationId xmlns:a16="http://schemas.microsoft.com/office/drawing/2014/main" id="{D22AA36E-F344-7FA3-D37D-9A6C6281332D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256121" y="3053461"/>
              <a:ext cx="1338982" cy="751078"/>
            </a:xfrm>
            <a:prstGeom prst="rect">
              <a:avLst/>
            </a:prstGeom>
          </p:spPr>
        </p:pic>
        <p:grpSp>
          <p:nvGrpSpPr>
            <p:cNvPr id="53" name="Group 52">
              <a:extLst>
                <a:ext uri="{FF2B5EF4-FFF2-40B4-BE49-F238E27FC236}">
                  <a16:creationId xmlns:a16="http://schemas.microsoft.com/office/drawing/2014/main" id="{C10F3FF9-23CC-0808-8EA9-DCD1A69915C1}"/>
                </a:ext>
              </a:extLst>
            </p:cNvPr>
            <p:cNvGrpSpPr/>
            <p:nvPr/>
          </p:nvGrpSpPr>
          <p:grpSpPr>
            <a:xfrm>
              <a:off x="2334271" y="2004858"/>
              <a:ext cx="628907" cy="910662"/>
              <a:chOff x="6648193" y="889820"/>
              <a:chExt cx="628907" cy="910662"/>
            </a:xfrm>
          </p:grpSpPr>
          <p:sp>
            <p:nvSpPr>
              <p:cNvPr id="54" name="Rectangle: Rounded Corners 53">
                <a:extLst>
                  <a:ext uri="{FF2B5EF4-FFF2-40B4-BE49-F238E27FC236}">
                    <a16:creationId xmlns:a16="http://schemas.microsoft.com/office/drawing/2014/main" id="{AE258D3D-AD80-379D-81A0-6EFB0F7B169B}"/>
                  </a:ext>
                </a:extLst>
              </p:cNvPr>
              <p:cNvSpPr/>
              <p:nvPr/>
            </p:nvSpPr>
            <p:spPr>
              <a:xfrm>
                <a:off x="6648193" y="1171575"/>
                <a:ext cx="628907" cy="628907"/>
              </a:xfrm>
              <a:prstGeom prst="roundRect">
                <a:avLst>
                  <a:gd name="adj" fmla="val 8678"/>
                </a:avLst>
              </a:prstGeom>
              <a:solidFill>
                <a:schemeClr val="bg1"/>
              </a:solidFill>
              <a:ln w="28575">
                <a:solidFill>
                  <a:srgbClr val="3963DA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3963DA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3963DA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WIS2 Node</a:t>
                </a:r>
              </a:p>
            </p:txBody>
          </p:sp>
          <p:pic>
            <p:nvPicPr>
              <p:cNvPr id="55" name="Picture 54">
                <a:extLst>
                  <a:ext uri="{FF2B5EF4-FFF2-40B4-BE49-F238E27FC236}">
                    <a16:creationId xmlns:a16="http://schemas.microsoft.com/office/drawing/2014/main" id="{CE4DCA8F-A385-DC8B-ECC4-20D36EFE42E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6701185" y="889820"/>
                <a:ext cx="522922" cy="532516"/>
              </a:xfrm>
              <a:prstGeom prst="rect">
                <a:avLst/>
              </a:prstGeom>
            </p:spPr>
          </p:pic>
        </p:grpSp>
        <p:sp>
          <p:nvSpPr>
            <p:cNvPr id="56" name="Rectangle: Rounded Corners 55">
              <a:extLst>
                <a:ext uri="{FF2B5EF4-FFF2-40B4-BE49-F238E27FC236}">
                  <a16:creationId xmlns:a16="http://schemas.microsoft.com/office/drawing/2014/main" id="{F34CCC18-A600-01CD-D9BB-32AF050C9261}"/>
                </a:ext>
              </a:extLst>
            </p:cNvPr>
            <p:cNvSpPr/>
            <p:nvPr/>
          </p:nvSpPr>
          <p:spPr>
            <a:xfrm>
              <a:off x="2334272" y="3950805"/>
              <a:ext cx="628907" cy="628907"/>
            </a:xfrm>
            <a:prstGeom prst="roundRect">
              <a:avLst>
                <a:gd name="adj" fmla="val 8678"/>
              </a:avLst>
            </a:pr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MSS</a:t>
              </a:r>
            </a:p>
          </p:txBody>
        </p:sp>
        <p:cxnSp>
          <p:nvCxnSpPr>
            <p:cNvPr id="58" name="Straight Arrow Connector 57">
              <a:extLst>
                <a:ext uri="{FF2B5EF4-FFF2-40B4-BE49-F238E27FC236}">
                  <a16:creationId xmlns:a16="http://schemas.microsoft.com/office/drawing/2014/main" id="{56D6115D-AFC2-6AE2-B1D2-D005887256F0}"/>
                </a:ext>
              </a:extLst>
            </p:cNvPr>
            <p:cNvCxnSpPr/>
            <p:nvPr/>
          </p:nvCxnSpPr>
          <p:spPr>
            <a:xfrm flipV="1">
              <a:off x="1476375" y="2733675"/>
              <a:ext cx="751592" cy="419100"/>
            </a:xfrm>
            <a:prstGeom prst="straightConnector1">
              <a:avLst/>
            </a:prstGeom>
            <a:ln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Straight Arrow Connector 60">
              <a:extLst>
                <a:ext uri="{FF2B5EF4-FFF2-40B4-BE49-F238E27FC236}">
                  <a16:creationId xmlns:a16="http://schemas.microsoft.com/office/drawing/2014/main" id="{6F128804-D02A-3720-1CAA-587B3C2D7948}"/>
                </a:ext>
              </a:extLst>
            </p:cNvPr>
            <p:cNvCxnSpPr>
              <a:cxnSpLocks/>
            </p:cNvCxnSpPr>
            <p:nvPr/>
          </p:nvCxnSpPr>
          <p:spPr>
            <a:xfrm>
              <a:off x="1476375" y="3741255"/>
              <a:ext cx="751592" cy="419100"/>
            </a:xfrm>
            <a:prstGeom prst="straightConnector1">
              <a:avLst/>
            </a:prstGeom>
            <a:ln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62" name="TextBox 61">
              <a:extLst>
                <a:ext uri="{FF2B5EF4-FFF2-40B4-BE49-F238E27FC236}">
                  <a16:creationId xmlns:a16="http://schemas.microsoft.com/office/drawing/2014/main" id="{C8D4E3B2-E696-4DA6-2ABD-243040464C5B}"/>
                </a:ext>
              </a:extLst>
            </p:cNvPr>
            <p:cNvSpPr txBox="1"/>
            <p:nvPr/>
          </p:nvSpPr>
          <p:spPr>
            <a:xfrm>
              <a:off x="238558" y="3676872"/>
              <a:ext cx="1179193" cy="43858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5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data management system</a:t>
              </a: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</a:t>
              </a:r>
            </a:p>
          </p:txBody>
        </p:sp>
      </p:grpSp>
      <p:sp>
        <p:nvSpPr>
          <p:cNvPr id="250" name="TextBox 249">
            <a:extLst>
              <a:ext uri="{FF2B5EF4-FFF2-40B4-BE49-F238E27FC236}">
                <a16:creationId xmlns:a16="http://schemas.microsoft.com/office/drawing/2014/main" id="{E960DA23-FF38-9970-E68F-64E5643A2A62}"/>
              </a:ext>
            </a:extLst>
          </p:cNvPr>
          <p:cNvSpPr txBox="1"/>
          <p:nvPr/>
        </p:nvSpPr>
        <p:spPr>
          <a:xfrm>
            <a:off x="6619182" y="6359331"/>
            <a:ext cx="818636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GTS</a:t>
            </a:r>
          </a:p>
        </p:txBody>
      </p:sp>
      <p:sp>
        <p:nvSpPr>
          <p:cNvPr id="251" name="TextBox 250">
            <a:extLst>
              <a:ext uri="{FF2B5EF4-FFF2-40B4-BE49-F238E27FC236}">
                <a16:creationId xmlns:a16="http://schemas.microsoft.com/office/drawing/2014/main" id="{18A82E17-0A26-009C-32D5-E4ABACF598F4}"/>
              </a:ext>
            </a:extLst>
          </p:cNvPr>
          <p:cNvSpPr txBox="1"/>
          <p:nvPr/>
        </p:nvSpPr>
        <p:spPr>
          <a:xfrm>
            <a:off x="1558820" y="5324359"/>
            <a:ext cx="4924256" cy="1200329"/>
          </a:xfrm>
          <a:prstGeom prst="rect">
            <a:avLst/>
          </a:prstGeom>
          <a:solidFill>
            <a:srgbClr val="FFFFFF">
              <a:alpha val="69804"/>
            </a:srgbClr>
          </a:solidFill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WIS2 distribution example</a:t>
            </a: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Global Caches parse the WNMs and </a:t>
            </a: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rgbClr val="E97132">
                    <a:lumMod val="75000"/>
                  </a:srgbClr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download</a:t>
            </a: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data-objects from the WIS2 Node and republish; new WNMs are created for the cached data</a:t>
            </a:r>
            <a:endParaRPr kumimoji="0" lang="en-GB" sz="1800" b="0" i="0" u="none" strike="noStrike" kern="1200" cap="none" spc="0" normalizeH="0" baseline="0" noProof="0" dirty="0">
              <a:ln>
                <a:noFill/>
              </a:ln>
              <a:solidFill>
                <a:srgbClr val="4EA72E">
                  <a:lumMod val="75000"/>
                </a:srgbClr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970BD49-0BB3-B9D2-FDDF-54DC5434CDA5}"/>
              </a:ext>
            </a:extLst>
          </p:cNvPr>
          <p:cNvSpPr txBox="1"/>
          <p:nvPr/>
        </p:nvSpPr>
        <p:spPr>
          <a:xfrm>
            <a:off x="2074853" y="3688682"/>
            <a:ext cx="117919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CCCC = </a:t>
            </a:r>
            <a:r>
              <a:rPr kumimoji="0" lang="en-GB" sz="12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TEST</a:t>
            </a:r>
            <a:endParaRPr kumimoji="0" lang="en-GB" sz="16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+mn-cs"/>
            </a:endParaRPr>
          </a:p>
        </p:txBody>
      </p:sp>
      <p:grpSp>
        <p:nvGrpSpPr>
          <p:cNvPr id="203" name="Group 202">
            <a:extLst>
              <a:ext uri="{FF2B5EF4-FFF2-40B4-BE49-F238E27FC236}">
                <a16:creationId xmlns:a16="http://schemas.microsoft.com/office/drawing/2014/main" id="{76B0E37F-4B87-AE1D-DD81-BBCD430B8615}"/>
              </a:ext>
            </a:extLst>
          </p:cNvPr>
          <p:cNvGrpSpPr/>
          <p:nvPr/>
        </p:nvGrpSpPr>
        <p:grpSpPr>
          <a:xfrm>
            <a:off x="3037962" y="3577971"/>
            <a:ext cx="8224599" cy="2603109"/>
            <a:chOff x="3037962" y="3577971"/>
            <a:chExt cx="8224599" cy="2603109"/>
          </a:xfrm>
        </p:grpSpPr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9657B200-23C2-7A86-27E4-1D461FC35F57}"/>
                </a:ext>
              </a:extLst>
            </p:cNvPr>
            <p:cNvGrpSpPr/>
            <p:nvPr/>
          </p:nvGrpSpPr>
          <p:grpSpPr>
            <a:xfrm>
              <a:off x="4281843" y="4427055"/>
              <a:ext cx="628907" cy="628907"/>
              <a:chOff x="2867802" y="3950805"/>
              <a:chExt cx="628907" cy="628907"/>
            </a:xfrm>
          </p:grpSpPr>
          <p:sp>
            <p:nvSpPr>
              <p:cNvPr id="4" name="Oval 3">
                <a:extLst>
                  <a:ext uri="{FF2B5EF4-FFF2-40B4-BE49-F238E27FC236}">
                    <a16:creationId xmlns:a16="http://schemas.microsoft.com/office/drawing/2014/main" id="{BEE737B4-0A6C-0546-0087-E175A9125C2B}"/>
                  </a:ext>
                </a:extLst>
              </p:cNvPr>
              <p:cNvSpPr/>
              <p:nvPr/>
            </p:nvSpPr>
            <p:spPr>
              <a:xfrm>
                <a:off x="2867802" y="3950805"/>
                <a:ext cx="628907" cy="628907"/>
              </a:xfrm>
              <a:prstGeom prst="ellipse">
                <a:avLst/>
              </a:prstGeom>
              <a:solidFill>
                <a:schemeClr val="bg1"/>
              </a:solidFill>
              <a:ln w="28575"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095E3DBF-9DDC-5DB5-0FC7-D539C60EC1CE}"/>
                  </a:ext>
                </a:extLst>
              </p:cNvPr>
              <p:cNvSpPr txBox="1"/>
              <p:nvPr/>
            </p:nvSpPr>
            <p:spPr>
              <a:xfrm>
                <a:off x="2949594" y="4126758"/>
                <a:ext cx="465322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2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white">
                        <a:lumMod val="75000"/>
                      </a:prstClr>
                    </a:solidFill>
                    <a:effectLst/>
                    <a:uLnTx/>
                    <a:uFillTx/>
                    <a:latin typeface="Aptos" panose="020B0004020202020204" pitchFamily="34" charset="0"/>
                    <a:ea typeface="+mn-ea"/>
                    <a:cs typeface="Arial" panose="020B0604020202020204" pitchFamily="34" charset="0"/>
                  </a:rPr>
                  <a:t>RTH</a:t>
                </a:r>
              </a:p>
            </p:txBody>
          </p:sp>
        </p:grpSp>
        <p:cxnSp>
          <p:nvCxnSpPr>
            <p:cNvPr id="6" name="Straight Arrow Connector 5">
              <a:extLst>
                <a:ext uri="{FF2B5EF4-FFF2-40B4-BE49-F238E27FC236}">
                  <a16:creationId xmlns:a16="http://schemas.microsoft.com/office/drawing/2014/main" id="{45EB1375-2994-4206-D90F-83AA4A5E104D}"/>
                </a:ext>
              </a:extLst>
            </p:cNvPr>
            <p:cNvCxnSpPr>
              <a:cxnSpLocks/>
            </p:cNvCxnSpPr>
            <p:nvPr/>
          </p:nvCxnSpPr>
          <p:spPr>
            <a:xfrm>
              <a:off x="3037962" y="4315266"/>
              <a:ext cx="1175587" cy="306792"/>
            </a:xfrm>
            <a:prstGeom prst="straightConnector1">
              <a:avLst/>
            </a:prstGeom>
            <a:ln>
              <a:solidFill>
                <a:schemeClr val="bg1">
                  <a:lumMod val="85000"/>
                </a:schemeClr>
              </a:solidFill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1951F310-993C-4C24-1A0A-CA5211A84FE0}"/>
                </a:ext>
              </a:extLst>
            </p:cNvPr>
            <p:cNvGrpSpPr/>
            <p:nvPr/>
          </p:nvGrpSpPr>
          <p:grpSpPr>
            <a:xfrm>
              <a:off x="6188224" y="3577971"/>
              <a:ext cx="628907" cy="628907"/>
              <a:chOff x="2867802" y="3950805"/>
              <a:chExt cx="628907" cy="628907"/>
            </a:xfrm>
          </p:grpSpPr>
          <p:sp>
            <p:nvSpPr>
              <p:cNvPr id="12" name="Oval 11">
                <a:extLst>
                  <a:ext uri="{FF2B5EF4-FFF2-40B4-BE49-F238E27FC236}">
                    <a16:creationId xmlns:a16="http://schemas.microsoft.com/office/drawing/2014/main" id="{E986185E-755C-BD48-79FA-8D68F28343DD}"/>
                  </a:ext>
                </a:extLst>
              </p:cNvPr>
              <p:cNvSpPr/>
              <p:nvPr/>
            </p:nvSpPr>
            <p:spPr>
              <a:xfrm>
                <a:off x="2867802" y="3950805"/>
                <a:ext cx="628907" cy="628907"/>
              </a:xfrm>
              <a:prstGeom prst="ellipse">
                <a:avLst/>
              </a:prstGeom>
              <a:solidFill>
                <a:schemeClr val="bg1"/>
              </a:solidFill>
              <a:ln w="28575"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4071978B-E829-4C80-46A2-09C3C3E9B8D5}"/>
                  </a:ext>
                </a:extLst>
              </p:cNvPr>
              <p:cNvSpPr txBox="1"/>
              <p:nvPr/>
            </p:nvSpPr>
            <p:spPr>
              <a:xfrm>
                <a:off x="2949594" y="4068702"/>
                <a:ext cx="465322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2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white">
                        <a:lumMod val="75000"/>
                      </a:prstClr>
                    </a:solidFill>
                    <a:effectLst/>
                    <a:uLnTx/>
                    <a:uFillTx/>
                    <a:latin typeface="Aptos" panose="020B0004020202020204" pitchFamily="34" charset="0"/>
                    <a:ea typeface="+mn-ea"/>
                    <a:cs typeface="Arial" panose="020B0604020202020204" pitchFamily="34" charset="0"/>
                  </a:rPr>
                  <a:t>RTH</a:t>
                </a:r>
              </a:p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8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white">
                        <a:lumMod val="75000"/>
                      </a:prstClr>
                    </a:solidFill>
                    <a:effectLst/>
                    <a:uLnTx/>
                    <a:uFillTx/>
                    <a:latin typeface="Aptos" panose="020B0004020202020204" pitchFamily="34" charset="0"/>
                    <a:ea typeface="+mn-ea"/>
                    <a:cs typeface="Arial" panose="020B0604020202020204" pitchFamily="34" charset="0"/>
                  </a:rPr>
                  <a:t>Exeter</a:t>
                </a:r>
              </a:p>
            </p:txBody>
          </p:sp>
        </p:grp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F0C34CB5-5558-D3AD-0F85-5F4D08C3BEEC}"/>
                </a:ext>
              </a:extLst>
            </p:cNvPr>
            <p:cNvGrpSpPr/>
            <p:nvPr/>
          </p:nvGrpSpPr>
          <p:grpSpPr>
            <a:xfrm>
              <a:off x="9293175" y="3577971"/>
              <a:ext cx="628907" cy="628907"/>
              <a:chOff x="2867802" y="3950805"/>
              <a:chExt cx="628907" cy="628907"/>
            </a:xfrm>
          </p:grpSpPr>
          <p:sp>
            <p:nvSpPr>
              <p:cNvPr id="23" name="Oval 22">
                <a:extLst>
                  <a:ext uri="{FF2B5EF4-FFF2-40B4-BE49-F238E27FC236}">
                    <a16:creationId xmlns:a16="http://schemas.microsoft.com/office/drawing/2014/main" id="{93A873DD-105C-B235-35A9-0AFE41B30074}"/>
                  </a:ext>
                </a:extLst>
              </p:cNvPr>
              <p:cNvSpPr/>
              <p:nvPr/>
            </p:nvSpPr>
            <p:spPr>
              <a:xfrm>
                <a:off x="2867802" y="3950805"/>
                <a:ext cx="628907" cy="628907"/>
              </a:xfrm>
              <a:prstGeom prst="ellipse">
                <a:avLst/>
              </a:prstGeom>
              <a:solidFill>
                <a:schemeClr val="bg1"/>
              </a:solidFill>
              <a:ln w="28575"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244FAE5B-68F3-DA04-3334-3F6E90D78AAC}"/>
                  </a:ext>
                </a:extLst>
              </p:cNvPr>
              <p:cNvSpPr txBox="1"/>
              <p:nvPr/>
            </p:nvSpPr>
            <p:spPr>
              <a:xfrm>
                <a:off x="2932200" y="4068702"/>
                <a:ext cx="500110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2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white">
                        <a:lumMod val="75000"/>
                      </a:prstClr>
                    </a:solidFill>
                    <a:effectLst/>
                    <a:uLnTx/>
                    <a:uFillTx/>
                    <a:latin typeface="Aptos" panose="020B0004020202020204" pitchFamily="34" charset="0"/>
                    <a:ea typeface="+mn-ea"/>
                    <a:cs typeface="Arial" panose="020B0604020202020204" pitchFamily="34" charset="0"/>
                  </a:rPr>
                  <a:t>RTH</a:t>
                </a:r>
              </a:p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8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white">
                        <a:lumMod val="75000"/>
                      </a:prstClr>
                    </a:solidFill>
                    <a:effectLst/>
                    <a:uLnTx/>
                    <a:uFillTx/>
                    <a:latin typeface="Aptos" panose="020B0004020202020204" pitchFamily="34" charset="0"/>
                    <a:ea typeface="+mn-ea"/>
                    <a:cs typeface="Arial" panose="020B0604020202020204" pitchFamily="34" charset="0"/>
                  </a:rPr>
                  <a:t>Beijing</a:t>
                </a:r>
                <a:endParaRPr kumimoji="0" lang="en-GB" sz="700" b="0" i="0" u="none" strike="noStrike" kern="0" cap="none" spc="0" normalizeH="0" baseline="0" noProof="0" dirty="0">
                  <a:ln>
                    <a:noFill/>
                  </a:ln>
                  <a:solidFill>
                    <a:prstClr val="white">
                      <a:lumMod val="75000"/>
                    </a:prstClr>
                  </a:solidFill>
                  <a:effectLst/>
                  <a:uLnTx/>
                  <a:uFillTx/>
                  <a:latin typeface="Aptos" panose="020B0004020202020204" pitchFamily="34" charset="0"/>
                  <a:ea typeface="+mn-ea"/>
                  <a:cs typeface="Arial" panose="020B0604020202020204" pitchFamily="34" charset="0"/>
                </a:endParaRPr>
              </a:p>
            </p:txBody>
          </p:sp>
        </p:grpSp>
        <p:grpSp>
          <p:nvGrpSpPr>
            <p:cNvPr id="26" name="Group 25">
              <a:extLst>
                <a:ext uri="{FF2B5EF4-FFF2-40B4-BE49-F238E27FC236}">
                  <a16:creationId xmlns:a16="http://schemas.microsoft.com/office/drawing/2014/main" id="{0A0B1DFD-3E10-5258-496F-E24CBAB3B15A}"/>
                </a:ext>
              </a:extLst>
            </p:cNvPr>
            <p:cNvGrpSpPr/>
            <p:nvPr/>
          </p:nvGrpSpPr>
          <p:grpSpPr>
            <a:xfrm>
              <a:off x="6521485" y="5413675"/>
              <a:ext cx="628907" cy="628907"/>
              <a:chOff x="2867802" y="3950805"/>
              <a:chExt cx="628907" cy="628907"/>
            </a:xfrm>
          </p:grpSpPr>
          <p:sp>
            <p:nvSpPr>
              <p:cNvPr id="27" name="Oval 26">
                <a:extLst>
                  <a:ext uri="{FF2B5EF4-FFF2-40B4-BE49-F238E27FC236}">
                    <a16:creationId xmlns:a16="http://schemas.microsoft.com/office/drawing/2014/main" id="{123EA82A-A7DF-859B-3D67-974FBCC67675}"/>
                  </a:ext>
                </a:extLst>
              </p:cNvPr>
              <p:cNvSpPr/>
              <p:nvPr/>
            </p:nvSpPr>
            <p:spPr>
              <a:xfrm>
                <a:off x="2867802" y="3950805"/>
                <a:ext cx="628907" cy="628907"/>
              </a:xfrm>
              <a:prstGeom prst="ellipse">
                <a:avLst/>
              </a:prstGeom>
              <a:solidFill>
                <a:schemeClr val="bg1"/>
              </a:solidFill>
              <a:ln w="28575"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>
                      <a:lumMod val="65000"/>
                    </a:prstClr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CE7E80EC-01A0-D721-2FA2-62DD37226962}"/>
                  </a:ext>
                </a:extLst>
              </p:cNvPr>
              <p:cNvSpPr txBox="1"/>
              <p:nvPr/>
            </p:nvSpPr>
            <p:spPr>
              <a:xfrm>
                <a:off x="2949594" y="4126758"/>
                <a:ext cx="465322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2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white">
                        <a:lumMod val="75000"/>
                      </a:prstClr>
                    </a:solidFill>
                    <a:effectLst/>
                    <a:uLnTx/>
                    <a:uFillTx/>
                    <a:latin typeface="Aptos" panose="020B0004020202020204" pitchFamily="34" charset="0"/>
                    <a:ea typeface="+mn-ea"/>
                    <a:cs typeface="Arial" panose="020B0604020202020204" pitchFamily="34" charset="0"/>
                  </a:rPr>
                  <a:t>RTH</a:t>
                </a:r>
              </a:p>
            </p:txBody>
          </p:sp>
        </p:grpSp>
        <p:grpSp>
          <p:nvGrpSpPr>
            <p:cNvPr id="29" name="Group 28">
              <a:extLst>
                <a:ext uri="{FF2B5EF4-FFF2-40B4-BE49-F238E27FC236}">
                  <a16:creationId xmlns:a16="http://schemas.microsoft.com/office/drawing/2014/main" id="{ECB877E5-CD44-D5C1-DBC7-F43B634D3371}"/>
                </a:ext>
              </a:extLst>
            </p:cNvPr>
            <p:cNvGrpSpPr/>
            <p:nvPr/>
          </p:nvGrpSpPr>
          <p:grpSpPr>
            <a:xfrm>
              <a:off x="8862418" y="5165872"/>
              <a:ext cx="628907" cy="628907"/>
              <a:chOff x="2867802" y="3950805"/>
              <a:chExt cx="628907" cy="628907"/>
            </a:xfrm>
          </p:grpSpPr>
          <p:sp>
            <p:nvSpPr>
              <p:cNvPr id="30" name="Oval 29">
                <a:extLst>
                  <a:ext uri="{FF2B5EF4-FFF2-40B4-BE49-F238E27FC236}">
                    <a16:creationId xmlns:a16="http://schemas.microsoft.com/office/drawing/2014/main" id="{557F87EC-37A4-91BC-9773-5A756E4CFF08}"/>
                  </a:ext>
                </a:extLst>
              </p:cNvPr>
              <p:cNvSpPr/>
              <p:nvPr/>
            </p:nvSpPr>
            <p:spPr>
              <a:xfrm>
                <a:off x="2867802" y="3950805"/>
                <a:ext cx="628907" cy="628907"/>
              </a:xfrm>
              <a:prstGeom prst="ellipse">
                <a:avLst/>
              </a:prstGeom>
              <a:solidFill>
                <a:schemeClr val="bg1"/>
              </a:solidFill>
              <a:ln w="28575"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>
                      <a:lumMod val="65000"/>
                    </a:prstClr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A09CB098-E026-6B8D-D3A6-A6E54EF5C706}"/>
                  </a:ext>
                </a:extLst>
              </p:cNvPr>
              <p:cNvSpPr txBox="1"/>
              <p:nvPr/>
            </p:nvSpPr>
            <p:spPr>
              <a:xfrm>
                <a:off x="2949594" y="4126758"/>
                <a:ext cx="465322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2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white">
                        <a:lumMod val="75000"/>
                      </a:prstClr>
                    </a:solidFill>
                    <a:effectLst/>
                    <a:uLnTx/>
                    <a:uFillTx/>
                    <a:latin typeface="Aptos" panose="020B0004020202020204" pitchFamily="34" charset="0"/>
                    <a:ea typeface="+mn-ea"/>
                    <a:cs typeface="Arial" panose="020B0604020202020204" pitchFamily="34" charset="0"/>
                  </a:rPr>
                  <a:t>RTH</a:t>
                </a:r>
              </a:p>
            </p:txBody>
          </p:sp>
        </p:grpSp>
        <p:grpSp>
          <p:nvGrpSpPr>
            <p:cNvPr id="32" name="Group 31">
              <a:extLst>
                <a:ext uri="{FF2B5EF4-FFF2-40B4-BE49-F238E27FC236}">
                  <a16:creationId xmlns:a16="http://schemas.microsoft.com/office/drawing/2014/main" id="{86576FA7-4478-E70D-4744-B4FB53310625}"/>
                </a:ext>
              </a:extLst>
            </p:cNvPr>
            <p:cNvGrpSpPr/>
            <p:nvPr/>
          </p:nvGrpSpPr>
          <p:grpSpPr>
            <a:xfrm>
              <a:off x="7543240" y="4536965"/>
              <a:ext cx="628907" cy="628907"/>
              <a:chOff x="2867802" y="3950805"/>
              <a:chExt cx="628907" cy="628907"/>
            </a:xfrm>
          </p:grpSpPr>
          <p:sp>
            <p:nvSpPr>
              <p:cNvPr id="33" name="Oval 32">
                <a:extLst>
                  <a:ext uri="{FF2B5EF4-FFF2-40B4-BE49-F238E27FC236}">
                    <a16:creationId xmlns:a16="http://schemas.microsoft.com/office/drawing/2014/main" id="{4DFEB0C1-A8C8-CD3D-47F9-C08F86B6DECB}"/>
                  </a:ext>
                </a:extLst>
              </p:cNvPr>
              <p:cNvSpPr/>
              <p:nvPr/>
            </p:nvSpPr>
            <p:spPr>
              <a:xfrm>
                <a:off x="2867802" y="3950805"/>
                <a:ext cx="628907" cy="628907"/>
              </a:xfrm>
              <a:prstGeom prst="ellipse">
                <a:avLst/>
              </a:prstGeom>
              <a:solidFill>
                <a:schemeClr val="bg1"/>
              </a:solidFill>
              <a:ln w="28575"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>
                      <a:lumMod val="65000"/>
                    </a:prstClr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C5279114-A418-B6A2-D5C8-E5C8882E9BF8}"/>
                  </a:ext>
                </a:extLst>
              </p:cNvPr>
              <p:cNvSpPr txBox="1"/>
              <p:nvPr/>
            </p:nvSpPr>
            <p:spPr>
              <a:xfrm>
                <a:off x="2949594" y="4126758"/>
                <a:ext cx="465322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2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white">
                        <a:lumMod val="75000"/>
                      </a:prstClr>
                    </a:solidFill>
                    <a:effectLst/>
                    <a:uLnTx/>
                    <a:uFillTx/>
                    <a:latin typeface="Aptos" panose="020B0004020202020204" pitchFamily="34" charset="0"/>
                    <a:ea typeface="+mn-ea"/>
                    <a:cs typeface="Arial" panose="020B0604020202020204" pitchFamily="34" charset="0"/>
                  </a:rPr>
                  <a:t>RTH</a:t>
                </a:r>
              </a:p>
            </p:txBody>
          </p:sp>
        </p:grpSp>
        <p:cxnSp>
          <p:nvCxnSpPr>
            <p:cNvPr id="35" name="Straight Arrow Connector 34">
              <a:extLst>
                <a:ext uri="{FF2B5EF4-FFF2-40B4-BE49-F238E27FC236}">
                  <a16:creationId xmlns:a16="http://schemas.microsoft.com/office/drawing/2014/main" id="{978F3C13-BA06-9F54-91A2-ACA16FFFAA3B}"/>
                </a:ext>
              </a:extLst>
            </p:cNvPr>
            <p:cNvCxnSpPr>
              <a:cxnSpLocks/>
            </p:cNvCxnSpPr>
            <p:nvPr/>
          </p:nvCxnSpPr>
          <p:spPr>
            <a:xfrm>
              <a:off x="4975127" y="4870482"/>
              <a:ext cx="1508258" cy="709621"/>
            </a:xfrm>
            <a:prstGeom prst="straightConnector1">
              <a:avLst/>
            </a:prstGeom>
            <a:ln>
              <a:solidFill>
                <a:schemeClr val="bg1">
                  <a:lumMod val="85000"/>
                </a:schemeClr>
              </a:solidFill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Arrow Connector 35">
              <a:extLst>
                <a:ext uri="{FF2B5EF4-FFF2-40B4-BE49-F238E27FC236}">
                  <a16:creationId xmlns:a16="http://schemas.microsoft.com/office/drawing/2014/main" id="{4E6EA691-CAF1-84BB-67B4-D1C2AF2A1DC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948850" y="3983610"/>
              <a:ext cx="1143095" cy="575843"/>
            </a:xfrm>
            <a:prstGeom prst="straightConnector1">
              <a:avLst/>
            </a:prstGeom>
            <a:ln>
              <a:solidFill>
                <a:schemeClr val="bg1">
                  <a:lumMod val="85000"/>
                </a:schemeClr>
              </a:solidFill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Arrow Connector 36">
              <a:extLst>
                <a:ext uri="{FF2B5EF4-FFF2-40B4-BE49-F238E27FC236}">
                  <a16:creationId xmlns:a16="http://schemas.microsoft.com/office/drawing/2014/main" id="{5B9CEA82-8DC9-FF7A-9E37-B177A7C6488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123124" y="5120144"/>
              <a:ext cx="428025" cy="331605"/>
            </a:xfrm>
            <a:prstGeom prst="straightConnector1">
              <a:avLst/>
            </a:prstGeom>
            <a:ln>
              <a:solidFill>
                <a:schemeClr val="bg1">
                  <a:lumMod val="85000"/>
                </a:schemeClr>
              </a:solidFill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Arrow Connector 37">
              <a:extLst>
                <a:ext uri="{FF2B5EF4-FFF2-40B4-BE49-F238E27FC236}">
                  <a16:creationId xmlns:a16="http://schemas.microsoft.com/office/drawing/2014/main" id="{BDA3D3A0-080D-0844-6872-5AFFEBEFEB0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172147" y="4092067"/>
              <a:ext cx="1121028" cy="549041"/>
            </a:xfrm>
            <a:prstGeom prst="straightConnector1">
              <a:avLst/>
            </a:prstGeom>
            <a:ln>
              <a:solidFill>
                <a:schemeClr val="bg1">
                  <a:lumMod val="85000"/>
                </a:schemeClr>
              </a:solidFill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Arrow Connector 38">
              <a:extLst>
                <a:ext uri="{FF2B5EF4-FFF2-40B4-BE49-F238E27FC236}">
                  <a16:creationId xmlns:a16="http://schemas.microsoft.com/office/drawing/2014/main" id="{7E6064B0-4C1B-B731-5F5C-A6FD98556008}"/>
                </a:ext>
              </a:extLst>
            </p:cNvPr>
            <p:cNvCxnSpPr>
              <a:cxnSpLocks/>
            </p:cNvCxnSpPr>
            <p:nvPr/>
          </p:nvCxnSpPr>
          <p:spPr>
            <a:xfrm>
              <a:off x="8191197" y="5026609"/>
              <a:ext cx="652171" cy="305691"/>
            </a:xfrm>
            <a:prstGeom prst="straightConnector1">
              <a:avLst/>
            </a:prstGeom>
            <a:ln>
              <a:solidFill>
                <a:schemeClr val="bg1">
                  <a:lumMod val="85000"/>
                </a:schemeClr>
              </a:solidFill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Arrow Connector 41">
              <a:extLst>
                <a:ext uri="{FF2B5EF4-FFF2-40B4-BE49-F238E27FC236}">
                  <a16:creationId xmlns:a16="http://schemas.microsoft.com/office/drawing/2014/main" id="{CB15D7ED-6027-E578-6A91-FDCD40185E4E}"/>
                </a:ext>
              </a:extLst>
            </p:cNvPr>
            <p:cNvCxnSpPr>
              <a:cxnSpLocks/>
            </p:cNvCxnSpPr>
            <p:nvPr/>
          </p:nvCxnSpPr>
          <p:spPr>
            <a:xfrm>
              <a:off x="9538950" y="5570578"/>
              <a:ext cx="981544" cy="276999"/>
            </a:xfrm>
            <a:prstGeom prst="straightConnector1">
              <a:avLst/>
            </a:prstGeom>
            <a:ln>
              <a:solidFill>
                <a:schemeClr val="bg1">
                  <a:lumMod val="85000"/>
                </a:schemeClr>
              </a:solidFill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02" name="Group 201">
              <a:extLst>
                <a:ext uri="{FF2B5EF4-FFF2-40B4-BE49-F238E27FC236}">
                  <a16:creationId xmlns:a16="http://schemas.microsoft.com/office/drawing/2014/main" id="{E98FCCA7-E6A2-8397-E53A-89FEF15C043C}"/>
                </a:ext>
              </a:extLst>
            </p:cNvPr>
            <p:cNvGrpSpPr/>
            <p:nvPr/>
          </p:nvGrpSpPr>
          <p:grpSpPr>
            <a:xfrm>
              <a:off x="10510969" y="5552173"/>
              <a:ext cx="751592" cy="628907"/>
              <a:chOff x="10510969" y="5552173"/>
              <a:chExt cx="751592" cy="628907"/>
            </a:xfrm>
          </p:grpSpPr>
          <p:sp>
            <p:nvSpPr>
              <p:cNvPr id="40" name="Rectangle: Rounded Corners 39">
                <a:extLst>
                  <a:ext uri="{FF2B5EF4-FFF2-40B4-BE49-F238E27FC236}">
                    <a16:creationId xmlns:a16="http://schemas.microsoft.com/office/drawing/2014/main" id="{68ABAD11-42A9-F7E8-F25E-1F704B4B3BC7}"/>
                  </a:ext>
                </a:extLst>
              </p:cNvPr>
              <p:cNvSpPr/>
              <p:nvPr/>
            </p:nvSpPr>
            <p:spPr>
              <a:xfrm>
                <a:off x="10572312" y="5552173"/>
                <a:ext cx="628907" cy="628907"/>
              </a:xfrm>
              <a:prstGeom prst="roundRect">
                <a:avLst>
                  <a:gd name="adj" fmla="val 8678"/>
                </a:avLst>
              </a:prstGeom>
              <a:solidFill>
                <a:schemeClr val="bg1"/>
              </a:solidFill>
              <a:ln w="28575"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B59C8848-43D2-49E9-EE06-29189CD4CF02}"/>
                  </a:ext>
                </a:extLst>
              </p:cNvPr>
              <p:cNvSpPr txBox="1"/>
              <p:nvPr/>
            </p:nvSpPr>
            <p:spPr>
              <a:xfrm>
                <a:off x="10510969" y="5728127"/>
                <a:ext cx="751592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2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white">
                        <a:lumMod val="75000"/>
                      </a:prstClr>
                    </a:solidFill>
                    <a:effectLst/>
                    <a:uLnTx/>
                    <a:uFillTx/>
                    <a:latin typeface="Aptos" panose="020B0004020202020204" pitchFamily="34" charset="0"/>
                    <a:ea typeface="+mn-ea"/>
                    <a:cs typeface="Arial" panose="020B0604020202020204" pitchFamily="34" charset="0"/>
                  </a:rPr>
                  <a:t>WDQMS</a:t>
                </a:r>
              </a:p>
            </p:txBody>
          </p:sp>
        </p:grpSp>
      </p:grpSp>
      <p:grpSp>
        <p:nvGrpSpPr>
          <p:cNvPr id="209" name="Group 208">
            <a:extLst>
              <a:ext uri="{FF2B5EF4-FFF2-40B4-BE49-F238E27FC236}">
                <a16:creationId xmlns:a16="http://schemas.microsoft.com/office/drawing/2014/main" id="{E1046316-E814-52B4-6A76-F979E1825094}"/>
              </a:ext>
            </a:extLst>
          </p:cNvPr>
          <p:cNvGrpSpPr/>
          <p:nvPr/>
        </p:nvGrpSpPr>
        <p:grpSpPr>
          <a:xfrm>
            <a:off x="1430655" y="808440"/>
            <a:ext cx="2456202" cy="855395"/>
            <a:chOff x="1430655" y="770340"/>
            <a:chExt cx="2456202" cy="855395"/>
          </a:xfrm>
        </p:grpSpPr>
        <p:grpSp>
          <p:nvGrpSpPr>
            <p:cNvPr id="49" name="Group 48">
              <a:extLst>
                <a:ext uri="{FF2B5EF4-FFF2-40B4-BE49-F238E27FC236}">
                  <a16:creationId xmlns:a16="http://schemas.microsoft.com/office/drawing/2014/main" id="{D45ECA46-1BFC-6C2F-6C4D-B2FAE58197E0}"/>
                </a:ext>
              </a:extLst>
            </p:cNvPr>
            <p:cNvGrpSpPr/>
            <p:nvPr/>
          </p:nvGrpSpPr>
          <p:grpSpPr>
            <a:xfrm>
              <a:off x="1430655" y="770340"/>
              <a:ext cx="612283" cy="855395"/>
              <a:chOff x="2425679" y="690821"/>
              <a:chExt cx="612283" cy="855395"/>
            </a:xfrm>
          </p:grpSpPr>
          <p:pic>
            <p:nvPicPr>
              <p:cNvPr id="43" name="Picture 42">
                <a:extLst>
                  <a:ext uri="{FF2B5EF4-FFF2-40B4-BE49-F238E27FC236}">
                    <a16:creationId xmlns:a16="http://schemas.microsoft.com/office/drawing/2014/main" id="{84807E70-B8AC-3DE0-1408-CF03A27908B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2425679" y="690821"/>
                <a:ext cx="612283" cy="855395"/>
              </a:xfrm>
              <a:prstGeom prst="rect">
                <a:avLst/>
              </a:prstGeom>
            </p:spPr>
          </p:pic>
          <p:sp>
            <p:nvSpPr>
              <p:cNvPr id="45" name="Rectangle 44">
                <a:extLst>
                  <a:ext uri="{FF2B5EF4-FFF2-40B4-BE49-F238E27FC236}">
                    <a16:creationId xmlns:a16="http://schemas.microsoft.com/office/drawing/2014/main" id="{63A260F0-C923-7CDC-B274-28ADE2B4946B}"/>
                  </a:ext>
                </a:extLst>
              </p:cNvPr>
              <p:cNvSpPr/>
              <p:nvPr/>
            </p:nvSpPr>
            <p:spPr>
              <a:xfrm>
                <a:off x="2631993" y="1000455"/>
                <a:ext cx="169804" cy="169804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A</a:t>
                </a:r>
              </a:p>
            </p:txBody>
          </p:sp>
        </p:grpSp>
        <p:grpSp>
          <p:nvGrpSpPr>
            <p:cNvPr id="50" name="Group 49">
              <a:extLst>
                <a:ext uri="{FF2B5EF4-FFF2-40B4-BE49-F238E27FC236}">
                  <a16:creationId xmlns:a16="http://schemas.microsoft.com/office/drawing/2014/main" id="{F5111BAA-4943-7A59-2C10-0C88B8112053}"/>
                </a:ext>
              </a:extLst>
            </p:cNvPr>
            <p:cNvGrpSpPr/>
            <p:nvPr/>
          </p:nvGrpSpPr>
          <p:grpSpPr>
            <a:xfrm>
              <a:off x="2045295" y="770340"/>
              <a:ext cx="612283" cy="855395"/>
              <a:chOff x="2425679" y="690821"/>
              <a:chExt cx="612283" cy="855395"/>
            </a:xfrm>
          </p:grpSpPr>
          <p:pic>
            <p:nvPicPr>
              <p:cNvPr id="57" name="Picture 56">
                <a:extLst>
                  <a:ext uri="{FF2B5EF4-FFF2-40B4-BE49-F238E27FC236}">
                    <a16:creationId xmlns:a16="http://schemas.microsoft.com/office/drawing/2014/main" id="{FF7123AC-3EDB-148C-3821-96C58873FEB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2425679" y="690821"/>
                <a:ext cx="612283" cy="855395"/>
              </a:xfrm>
              <a:prstGeom prst="rect">
                <a:avLst/>
              </a:prstGeom>
            </p:spPr>
          </p:pic>
          <p:sp>
            <p:nvSpPr>
              <p:cNvPr id="59" name="Rectangle 58">
                <a:extLst>
                  <a:ext uri="{FF2B5EF4-FFF2-40B4-BE49-F238E27FC236}">
                    <a16:creationId xmlns:a16="http://schemas.microsoft.com/office/drawing/2014/main" id="{5963488A-40C1-2DDA-8056-F8CB9AB90AB7}"/>
                  </a:ext>
                </a:extLst>
              </p:cNvPr>
              <p:cNvSpPr/>
              <p:nvPr/>
            </p:nvSpPr>
            <p:spPr>
              <a:xfrm>
                <a:off x="2631993" y="1000455"/>
                <a:ext cx="169804" cy="169804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B</a:t>
                </a:r>
              </a:p>
            </p:txBody>
          </p:sp>
        </p:grpSp>
        <p:grpSp>
          <p:nvGrpSpPr>
            <p:cNvPr id="60" name="Group 59">
              <a:extLst>
                <a:ext uri="{FF2B5EF4-FFF2-40B4-BE49-F238E27FC236}">
                  <a16:creationId xmlns:a16="http://schemas.microsoft.com/office/drawing/2014/main" id="{5846A083-16EF-45DA-18A1-10EA76500269}"/>
                </a:ext>
              </a:extLst>
            </p:cNvPr>
            <p:cNvGrpSpPr/>
            <p:nvPr/>
          </p:nvGrpSpPr>
          <p:grpSpPr>
            <a:xfrm>
              <a:off x="2659935" y="770340"/>
              <a:ext cx="612283" cy="855395"/>
              <a:chOff x="2425679" y="690821"/>
              <a:chExt cx="612283" cy="855395"/>
            </a:xfrm>
          </p:grpSpPr>
          <p:pic>
            <p:nvPicPr>
              <p:cNvPr id="63" name="Picture 62">
                <a:extLst>
                  <a:ext uri="{FF2B5EF4-FFF2-40B4-BE49-F238E27FC236}">
                    <a16:creationId xmlns:a16="http://schemas.microsoft.com/office/drawing/2014/main" id="{CDFF57C1-BF2D-3618-1D2A-090B21D762A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2425679" y="690821"/>
                <a:ext cx="612283" cy="855395"/>
              </a:xfrm>
              <a:prstGeom prst="rect">
                <a:avLst/>
              </a:prstGeom>
            </p:spPr>
          </p:pic>
          <p:sp>
            <p:nvSpPr>
              <p:cNvPr id="192" name="Rectangle 191">
                <a:extLst>
                  <a:ext uri="{FF2B5EF4-FFF2-40B4-BE49-F238E27FC236}">
                    <a16:creationId xmlns:a16="http://schemas.microsoft.com/office/drawing/2014/main" id="{9F106CFE-FCE4-1283-6B12-3AA06695C247}"/>
                  </a:ext>
                </a:extLst>
              </p:cNvPr>
              <p:cNvSpPr/>
              <p:nvPr/>
            </p:nvSpPr>
            <p:spPr>
              <a:xfrm>
                <a:off x="2631993" y="1000455"/>
                <a:ext cx="169804" cy="169804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C</a:t>
                </a:r>
              </a:p>
            </p:txBody>
          </p:sp>
        </p:grpSp>
        <p:grpSp>
          <p:nvGrpSpPr>
            <p:cNvPr id="193" name="Group 192">
              <a:extLst>
                <a:ext uri="{FF2B5EF4-FFF2-40B4-BE49-F238E27FC236}">
                  <a16:creationId xmlns:a16="http://schemas.microsoft.com/office/drawing/2014/main" id="{69F1FBF8-A504-2827-F5F2-B09F5AEC9773}"/>
                </a:ext>
              </a:extLst>
            </p:cNvPr>
            <p:cNvGrpSpPr/>
            <p:nvPr/>
          </p:nvGrpSpPr>
          <p:grpSpPr>
            <a:xfrm>
              <a:off x="3274574" y="770340"/>
              <a:ext cx="612283" cy="855395"/>
              <a:chOff x="2425679" y="690821"/>
              <a:chExt cx="612283" cy="855395"/>
            </a:xfrm>
          </p:grpSpPr>
          <p:pic>
            <p:nvPicPr>
              <p:cNvPr id="194" name="Picture 193">
                <a:extLst>
                  <a:ext uri="{FF2B5EF4-FFF2-40B4-BE49-F238E27FC236}">
                    <a16:creationId xmlns:a16="http://schemas.microsoft.com/office/drawing/2014/main" id="{9550E8AB-1D3B-6180-8316-3E28FE87FD0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2425679" y="690821"/>
                <a:ext cx="612283" cy="855395"/>
              </a:xfrm>
              <a:prstGeom prst="rect">
                <a:avLst/>
              </a:prstGeom>
            </p:spPr>
          </p:pic>
          <p:sp>
            <p:nvSpPr>
              <p:cNvPr id="201" name="Rectangle 200">
                <a:extLst>
                  <a:ext uri="{FF2B5EF4-FFF2-40B4-BE49-F238E27FC236}">
                    <a16:creationId xmlns:a16="http://schemas.microsoft.com/office/drawing/2014/main" id="{B65DC148-80CE-BA68-BA4B-52F2193C7B39}"/>
                  </a:ext>
                </a:extLst>
              </p:cNvPr>
              <p:cNvSpPr/>
              <p:nvPr/>
            </p:nvSpPr>
            <p:spPr>
              <a:xfrm>
                <a:off x="2631993" y="1000455"/>
                <a:ext cx="169804" cy="169804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D</a:t>
                </a:r>
              </a:p>
            </p:txBody>
          </p:sp>
        </p:grpSp>
      </p:grpSp>
      <p:grpSp>
        <p:nvGrpSpPr>
          <p:cNvPr id="214" name="Group 213">
            <a:extLst>
              <a:ext uri="{FF2B5EF4-FFF2-40B4-BE49-F238E27FC236}">
                <a16:creationId xmlns:a16="http://schemas.microsoft.com/office/drawing/2014/main" id="{B2F39BA2-7C52-372B-BC8F-F77CB5949755}"/>
              </a:ext>
            </a:extLst>
          </p:cNvPr>
          <p:cNvGrpSpPr/>
          <p:nvPr/>
        </p:nvGrpSpPr>
        <p:grpSpPr>
          <a:xfrm>
            <a:off x="2963924" y="2367446"/>
            <a:ext cx="716753" cy="326665"/>
            <a:chOff x="2963924" y="2367446"/>
            <a:chExt cx="716753" cy="326665"/>
          </a:xfrm>
        </p:grpSpPr>
        <p:grpSp>
          <p:nvGrpSpPr>
            <p:cNvPr id="210" name="Group 209">
              <a:extLst>
                <a:ext uri="{FF2B5EF4-FFF2-40B4-BE49-F238E27FC236}">
                  <a16:creationId xmlns:a16="http://schemas.microsoft.com/office/drawing/2014/main" id="{16B57F0D-26FA-D6B9-8BB8-5DE19A7F3DAC}"/>
                </a:ext>
              </a:extLst>
            </p:cNvPr>
            <p:cNvGrpSpPr/>
            <p:nvPr/>
          </p:nvGrpSpPr>
          <p:grpSpPr>
            <a:xfrm>
              <a:off x="2963924" y="2367446"/>
              <a:ext cx="534458" cy="127000"/>
              <a:chOff x="2963178" y="2725764"/>
              <a:chExt cx="534458" cy="127000"/>
            </a:xfrm>
          </p:grpSpPr>
          <p:cxnSp>
            <p:nvCxnSpPr>
              <p:cNvPr id="211" name="Straight Connector 210">
                <a:extLst>
                  <a:ext uri="{FF2B5EF4-FFF2-40B4-BE49-F238E27FC236}">
                    <a16:creationId xmlns:a16="http://schemas.microsoft.com/office/drawing/2014/main" id="{8AE973C4-AF33-38B8-68E6-7328E1DD2E83}"/>
                  </a:ext>
                </a:extLst>
              </p:cNvPr>
              <p:cNvCxnSpPr/>
              <p:nvPr/>
            </p:nvCxnSpPr>
            <p:spPr>
              <a:xfrm flipV="1">
                <a:off x="2963178" y="2789264"/>
                <a:ext cx="400050" cy="1"/>
              </a:xfrm>
              <a:prstGeom prst="line">
                <a:avLst/>
              </a:prstGeom>
              <a:noFill/>
              <a:ln w="19050" cap="flat" cmpd="sng" algn="ctr">
                <a:solidFill>
                  <a:schemeClr val="accent2">
                    <a:lumMod val="75000"/>
                  </a:schemeClr>
                </a:solidFill>
                <a:prstDash val="solid"/>
                <a:miter lim="800000"/>
              </a:ln>
              <a:effectLst/>
            </p:spPr>
          </p:cxnSp>
          <p:sp>
            <p:nvSpPr>
              <p:cNvPr id="212" name="Oval 211">
                <a:extLst>
                  <a:ext uri="{FF2B5EF4-FFF2-40B4-BE49-F238E27FC236}">
                    <a16:creationId xmlns:a16="http://schemas.microsoft.com/office/drawing/2014/main" id="{D68F46A8-36DB-DF56-0862-2F084D8ECB74}"/>
                  </a:ext>
                </a:extLst>
              </p:cNvPr>
              <p:cNvSpPr/>
              <p:nvPr/>
            </p:nvSpPr>
            <p:spPr>
              <a:xfrm>
                <a:off x="3370636" y="2725764"/>
                <a:ext cx="127000" cy="127000"/>
              </a:xfrm>
              <a:prstGeom prst="ellipse">
                <a:avLst/>
              </a:prstGeom>
              <a:solidFill>
                <a:sysClr val="window" lastClr="FFFFFF"/>
              </a:solidFill>
              <a:ln w="19050" cap="flat" cmpd="sng" algn="ctr">
                <a:solidFill>
                  <a:schemeClr val="accent2">
                    <a:lumMod val="75000"/>
                  </a:schemeClr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sp>
          <p:nvSpPr>
            <p:cNvPr id="213" name="TextBox 212">
              <a:extLst>
                <a:ext uri="{FF2B5EF4-FFF2-40B4-BE49-F238E27FC236}">
                  <a16:creationId xmlns:a16="http://schemas.microsoft.com/office/drawing/2014/main" id="{C29DE00E-DF48-D0AE-E53B-307BCE4938BB}"/>
                </a:ext>
              </a:extLst>
            </p:cNvPr>
            <p:cNvSpPr txBox="1"/>
            <p:nvPr/>
          </p:nvSpPr>
          <p:spPr>
            <a:xfrm>
              <a:off x="3194968" y="2440195"/>
              <a:ext cx="485709" cy="2539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50" b="0" i="0" u="none" strike="noStrike" kern="0" cap="none" spc="0" normalizeH="0" baseline="0" noProof="0" dirty="0">
                  <a:ln>
                    <a:noFill/>
                  </a:ln>
                  <a:solidFill>
                    <a:srgbClr val="E97132">
                      <a:lumMod val="75000"/>
                    </a:srgbClr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https</a:t>
              </a:r>
              <a:endParaRPr kumimoji="0" lang="en-GB" sz="1200" b="0" i="0" u="none" strike="noStrike" kern="0" cap="none" spc="0" normalizeH="0" baseline="0" noProof="0" dirty="0">
                <a:ln>
                  <a:noFill/>
                </a:ln>
                <a:solidFill>
                  <a:srgbClr val="E97132">
                    <a:lumMod val="75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pic>
        <p:nvPicPr>
          <p:cNvPr id="47" name="Picture 46">
            <a:extLst>
              <a:ext uri="{FF2B5EF4-FFF2-40B4-BE49-F238E27FC236}">
                <a16:creationId xmlns:a16="http://schemas.microsoft.com/office/drawing/2014/main" id="{E440AE7E-7CE2-06EF-BE86-6C4D45C036B2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504409" y="107790"/>
            <a:ext cx="444034" cy="620341"/>
          </a:xfrm>
          <a:prstGeom prst="rect">
            <a:avLst/>
          </a:prstGeom>
        </p:spPr>
      </p:pic>
      <p:pic>
        <p:nvPicPr>
          <p:cNvPr id="205" name="Picture 204">
            <a:extLst>
              <a:ext uri="{FF2B5EF4-FFF2-40B4-BE49-F238E27FC236}">
                <a16:creationId xmlns:a16="http://schemas.microsoft.com/office/drawing/2014/main" id="{8EE585D9-9BFE-00A4-F50D-FC290CC9EF52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122688" y="107539"/>
            <a:ext cx="444034" cy="620341"/>
          </a:xfrm>
          <a:prstGeom prst="rect">
            <a:avLst/>
          </a:prstGeom>
        </p:spPr>
      </p:pic>
      <p:pic>
        <p:nvPicPr>
          <p:cNvPr id="206" name="Picture 205">
            <a:extLst>
              <a:ext uri="{FF2B5EF4-FFF2-40B4-BE49-F238E27FC236}">
                <a16:creationId xmlns:a16="http://schemas.microsoft.com/office/drawing/2014/main" id="{D86F85B3-686C-43F4-CCCB-1AAC739439A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738968" y="107539"/>
            <a:ext cx="444034" cy="620341"/>
          </a:xfrm>
          <a:prstGeom prst="rect">
            <a:avLst/>
          </a:prstGeom>
        </p:spPr>
      </p:pic>
      <p:pic>
        <p:nvPicPr>
          <p:cNvPr id="207" name="Picture 206">
            <a:extLst>
              <a:ext uri="{FF2B5EF4-FFF2-40B4-BE49-F238E27FC236}">
                <a16:creationId xmlns:a16="http://schemas.microsoft.com/office/drawing/2014/main" id="{4460AA01-72B5-6EDE-C3BB-4709FB54BFE8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353933" y="108876"/>
            <a:ext cx="444034" cy="620341"/>
          </a:xfrm>
          <a:prstGeom prst="rect">
            <a:avLst/>
          </a:prstGeom>
        </p:spPr>
      </p:pic>
      <p:grpSp>
        <p:nvGrpSpPr>
          <p:cNvPr id="228" name="Group 227">
            <a:extLst>
              <a:ext uri="{FF2B5EF4-FFF2-40B4-BE49-F238E27FC236}">
                <a16:creationId xmlns:a16="http://schemas.microsoft.com/office/drawing/2014/main" id="{BFF3FAA3-4D92-2697-D4FE-C390CE0DE9F2}"/>
              </a:ext>
            </a:extLst>
          </p:cNvPr>
          <p:cNvGrpSpPr/>
          <p:nvPr/>
        </p:nvGrpSpPr>
        <p:grpSpPr>
          <a:xfrm>
            <a:off x="2963178" y="2725764"/>
            <a:ext cx="786853" cy="316693"/>
            <a:chOff x="2963178" y="2725764"/>
            <a:chExt cx="786853" cy="316693"/>
          </a:xfrm>
        </p:grpSpPr>
        <p:grpSp>
          <p:nvGrpSpPr>
            <p:cNvPr id="220" name="Group 219">
              <a:extLst>
                <a:ext uri="{FF2B5EF4-FFF2-40B4-BE49-F238E27FC236}">
                  <a16:creationId xmlns:a16="http://schemas.microsoft.com/office/drawing/2014/main" id="{1D937BB8-3673-D080-2C49-72915FBFCFDF}"/>
                </a:ext>
              </a:extLst>
            </p:cNvPr>
            <p:cNvGrpSpPr/>
            <p:nvPr/>
          </p:nvGrpSpPr>
          <p:grpSpPr>
            <a:xfrm>
              <a:off x="2963178" y="2725764"/>
              <a:ext cx="534458" cy="127000"/>
              <a:chOff x="2963178" y="2725764"/>
              <a:chExt cx="534458" cy="127000"/>
            </a:xfrm>
          </p:grpSpPr>
          <p:cxnSp>
            <p:nvCxnSpPr>
              <p:cNvPr id="221" name="Straight Connector 220">
                <a:extLst>
                  <a:ext uri="{FF2B5EF4-FFF2-40B4-BE49-F238E27FC236}">
                    <a16:creationId xmlns:a16="http://schemas.microsoft.com/office/drawing/2014/main" id="{31E66BBC-8030-0AA3-4136-16978C5C6AEC}"/>
                  </a:ext>
                </a:extLst>
              </p:cNvPr>
              <p:cNvCxnSpPr/>
              <p:nvPr/>
            </p:nvCxnSpPr>
            <p:spPr>
              <a:xfrm flipV="1">
                <a:off x="2963178" y="2789264"/>
                <a:ext cx="400050" cy="1"/>
              </a:xfrm>
              <a:prstGeom prst="line">
                <a:avLst/>
              </a:prstGeom>
              <a:noFill/>
              <a:ln w="19050" cap="flat" cmpd="sng" algn="ctr">
                <a:solidFill>
                  <a:schemeClr val="accent6">
                    <a:lumMod val="75000"/>
                  </a:schemeClr>
                </a:solidFill>
                <a:prstDash val="solid"/>
                <a:miter lim="800000"/>
              </a:ln>
              <a:effectLst/>
            </p:spPr>
          </p:cxnSp>
          <p:sp>
            <p:nvSpPr>
              <p:cNvPr id="226" name="Oval 225">
                <a:extLst>
                  <a:ext uri="{FF2B5EF4-FFF2-40B4-BE49-F238E27FC236}">
                    <a16:creationId xmlns:a16="http://schemas.microsoft.com/office/drawing/2014/main" id="{45A3B438-9B1E-FA4F-F0CF-DC61E3A658A0}"/>
                  </a:ext>
                </a:extLst>
              </p:cNvPr>
              <p:cNvSpPr/>
              <p:nvPr/>
            </p:nvSpPr>
            <p:spPr>
              <a:xfrm>
                <a:off x="3370636" y="2725764"/>
                <a:ext cx="127000" cy="127000"/>
              </a:xfrm>
              <a:prstGeom prst="ellipse">
                <a:avLst/>
              </a:prstGeom>
              <a:solidFill>
                <a:sysClr val="window" lastClr="FFFFFF"/>
              </a:solidFill>
              <a:ln w="19050" cap="flat" cmpd="sng" algn="ctr">
                <a:solidFill>
                  <a:schemeClr val="accent6">
                    <a:lumMod val="75000"/>
                  </a:schemeClr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sp>
          <p:nvSpPr>
            <p:cNvPr id="227" name="TextBox 226">
              <a:extLst>
                <a:ext uri="{FF2B5EF4-FFF2-40B4-BE49-F238E27FC236}">
                  <a16:creationId xmlns:a16="http://schemas.microsoft.com/office/drawing/2014/main" id="{84B1B39A-7B9F-97D8-AAB4-AA505ED1053D}"/>
                </a:ext>
              </a:extLst>
            </p:cNvPr>
            <p:cNvSpPr txBox="1"/>
            <p:nvPr/>
          </p:nvSpPr>
          <p:spPr>
            <a:xfrm>
              <a:off x="3118241" y="2788541"/>
              <a:ext cx="631790" cy="2539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50" b="0" i="0" u="none" strike="noStrike" kern="0" cap="none" spc="0" normalizeH="0" baseline="0" noProof="0" dirty="0" err="1">
                  <a:ln>
                    <a:noFill/>
                  </a:ln>
                  <a:solidFill>
                    <a:srgbClr val="4EA72E">
                      <a:lumMod val="75000"/>
                    </a:srgbClr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mqtts</a:t>
              </a:r>
              <a:endParaRPr kumimoji="0" lang="en-GB" sz="1200" b="0" i="0" u="none" strike="noStrike" kern="0" cap="none" spc="0" normalizeH="0" baseline="0" noProof="0" dirty="0">
                <a:ln>
                  <a:noFill/>
                </a:ln>
                <a:solidFill>
                  <a:srgbClr val="4EA72E">
                    <a:lumMod val="75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1ED7F7C2-184D-6A1A-A768-EEE5E87A96A3}"/>
              </a:ext>
            </a:extLst>
          </p:cNvPr>
          <p:cNvGrpSpPr/>
          <p:nvPr/>
        </p:nvGrpSpPr>
        <p:grpSpPr>
          <a:xfrm>
            <a:off x="4975127" y="1161045"/>
            <a:ext cx="821464" cy="913071"/>
            <a:chOff x="8941274" y="4193447"/>
            <a:chExt cx="821464" cy="913071"/>
          </a:xfrm>
        </p:grpSpPr>
        <p:sp>
          <p:nvSpPr>
            <p:cNvPr id="18" name="Rectangle: Rounded Corners 17">
              <a:extLst>
                <a:ext uri="{FF2B5EF4-FFF2-40B4-BE49-F238E27FC236}">
                  <a16:creationId xmlns:a16="http://schemas.microsoft.com/office/drawing/2014/main" id="{1D9E2077-8794-23F1-F814-FF08C11330B6}"/>
                </a:ext>
              </a:extLst>
            </p:cNvPr>
            <p:cNvSpPr/>
            <p:nvPr/>
          </p:nvSpPr>
          <p:spPr>
            <a:xfrm>
              <a:off x="9037553" y="4455376"/>
              <a:ext cx="628907" cy="628907"/>
            </a:xfrm>
            <a:prstGeom prst="roundRect">
              <a:avLst>
                <a:gd name="adj" fmla="val 8678"/>
              </a:avLst>
            </a:prstGeom>
            <a:solidFill>
              <a:schemeClr val="bg1"/>
            </a:solidFill>
            <a:ln w="28575">
              <a:solidFill>
                <a:srgbClr val="3963DA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srgbClr val="3963DA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2E388947-F36C-EF6B-365B-2A1130762ECA}"/>
                </a:ext>
              </a:extLst>
            </p:cNvPr>
            <p:cNvSpPr txBox="1"/>
            <p:nvPr/>
          </p:nvSpPr>
          <p:spPr>
            <a:xfrm>
              <a:off x="8941274" y="4644853"/>
              <a:ext cx="821464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3963DA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Global Broker</a:t>
              </a:r>
            </a:p>
          </p:txBody>
        </p:sp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88FFA620-4FF2-9939-B428-CCC99475A283}"/>
                </a:ext>
              </a:extLst>
            </p:cNvPr>
            <p:cNvGrpSpPr/>
            <p:nvPr/>
          </p:nvGrpSpPr>
          <p:grpSpPr>
            <a:xfrm>
              <a:off x="9094796" y="4193447"/>
              <a:ext cx="514420" cy="523858"/>
              <a:chOff x="6520709" y="4021299"/>
              <a:chExt cx="664522" cy="676715"/>
            </a:xfrm>
          </p:grpSpPr>
          <p:pic>
            <p:nvPicPr>
              <p:cNvPr id="21" name="Picture 20">
                <a:extLst>
                  <a:ext uri="{FF2B5EF4-FFF2-40B4-BE49-F238E27FC236}">
                    <a16:creationId xmlns:a16="http://schemas.microsoft.com/office/drawing/2014/main" id="{25CD530E-B741-9E22-64C8-37A9ACC0CA6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6520709" y="4021299"/>
                <a:ext cx="664522" cy="676715"/>
              </a:xfrm>
              <a:prstGeom prst="rect">
                <a:avLst/>
              </a:prstGeom>
            </p:spPr>
          </p:pic>
          <p:sp>
            <p:nvSpPr>
              <p:cNvPr id="22" name="Oval 21">
                <a:extLst>
                  <a:ext uri="{FF2B5EF4-FFF2-40B4-BE49-F238E27FC236}">
                    <a16:creationId xmlns:a16="http://schemas.microsoft.com/office/drawing/2014/main" id="{82CAE7E4-1BBC-0A16-26DB-2CC063E9970B}"/>
                  </a:ext>
                </a:extLst>
              </p:cNvPr>
              <p:cNvSpPr/>
              <p:nvPr/>
            </p:nvSpPr>
            <p:spPr>
              <a:xfrm>
                <a:off x="6610176" y="4113239"/>
                <a:ext cx="485588" cy="485586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pic>
            <p:nvPicPr>
              <p:cNvPr id="25" name="Picture 24">
                <a:extLst>
                  <a:ext uri="{FF2B5EF4-FFF2-40B4-BE49-F238E27FC236}">
                    <a16:creationId xmlns:a16="http://schemas.microsoft.com/office/drawing/2014/main" id="{CF8A003B-0224-A158-F0CF-CD626DA608E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6647343" y="4147676"/>
                <a:ext cx="424360" cy="387637"/>
              </a:xfrm>
              <a:prstGeom prst="rect">
                <a:avLst/>
              </a:prstGeom>
            </p:spPr>
          </p:pic>
        </p:grpSp>
      </p:grpSp>
      <p:sp>
        <p:nvSpPr>
          <p:cNvPr id="44" name="Freeform: Shape 43">
            <a:extLst>
              <a:ext uri="{FF2B5EF4-FFF2-40B4-BE49-F238E27FC236}">
                <a16:creationId xmlns:a16="http://schemas.microsoft.com/office/drawing/2014/main" id="{7EF84018-1B02-AD38-6480-1142CD909D80}"/>
              </a:ext>
            </a:extLst>
          </p:cNvPr>
          <p:cNvSpPr/>
          <p:nvPr/>
        </p:nvSpPr>
        <p:spPr>
          <a:xfrm>
            <a:off x="3581400" y="2114550"/>
            <a:ext cx="1809750" cy="685800"/>
          </a:xfrm>
          <a:custGeom>
            <a:avLst/>
            <a:gdLst>
              <a:gd name="connsiteX0" fmla="*/ 0 w 1809750"/>
              <a:gd name="connsiteY0" fmla="*/ 685800 h 685800"/>
              <a:gd name="connsiteX1" fmla="*/ 742950 w 1809750"/>
              <a:gd name="connsiteY1" fmla="*/ 628650 h 685800"/>
              <a:gd name="connsiteX2" fmla="*/ 1419225 w 1809750"/>
              <a:gd name="connsiteY2" fmla="*/ 438150 h 685800"/>
              <a:gd name="connsiteX3" fmla="*/ 1809750 w 1809750"/>
              <a:gd name="connsiteY3" fmla="*/ 0 h 685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809750" h="685800">
                <a:moveTo>
                  <a:pt x="0" y="685800"/>
                </a:moveTo>
                <a:cubicBezTo>
                  <a:pt x="253206" y="677862"/>
                  <a:pt x="506413" y="669925"/>
                  <a:pt x="742950" y="628650"/>
                </a:cubicBezTo>
                <a:cubicBezTo>
                  <a:pt x="979487" y="587375"/>
                  <a:pt x="1241425" y="542925"/>
                  <a:pt x="1419225" y="438150"/>
                </a:cubicBezTo>
                <a:cubicBezTo>
                  <a:pt x="1597025" y="333375"/>
                  <a:pt x="1703387" y="166687"/>
                  <a:pt x="1809750" y="0"/>
                </a:cubicBezTo>
              </a:path>
            </a:pathLst>
          </a:custGeom>
          <a:noFill/>
          <a:ln>
            <a:solidFill>
              <a:schemeClr val="accent6">
                <a:lumMod val="75000"/>
              </a:schemeClr>
            </a:solidFill>
            <a:headEnd type="triangl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pic>
        <p:nvPicPr>
          <p:cNvPr id="197" name="Picture 196">
            <a:extLst>
              <a:ext uri="{FF2B5EF4-FFF2-40B4-BE49-F238E27FC236}">
                <a16:creationId xmlns:a16="http://schemas.microsoft.com/office/drawing/2014/main" id="{7D76DBF0-24CF-36EB-692C-127D623F5C64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590807" y="1385810"/>
            <a:ext cx="432460" cy="569026"/>
          </a:xfrm>
          <a:prstGeom prst="rect">
            <a:avLst/>
          </a:prstGeom>
        </p:spPr>
      </p:pic>
      <p:grpSp>
        <p:nvGrpSpPr>
          <p:cNvPr id="46" name="Group 45">
            <a:extLst>
              <a:ext uri="{FF2B5EF4-FFF2-40B4-BE49-F238E27FC236}">
                <a16:creationId xmlns:a16="http://schemas.microsoft.com/office/drawing/2014/main" id="{FE50B2BC-206D-32E2-741B-2685845D5CC0}"/>
              </a:ext>
            </a:extLst>
          </p:cNvPr>
          <p:cNvGrpSpPr/>
          <p:nvPr/>
        </p:nvGrpSpPr>
        <p:grpSpPr>
          <a:xfrm>
            <a:off x="7809040" y="580845"/>
            <a:ext cx="821464" cy="919480"/>
            <a:chOff x="7894810" y="1381253"/>
            <a:chExt cx="821464" cy="919480"/>
          </a:xfrm>
        </p:grpSpPr>
        <p:sp>
          <p:nvSpPr>
            <p:cNvPr id="48" name="Rectangle: Rounded Corners 47">
              <a:extLst>
                <a:ext uri="{FF2B5EF4-FFF2-40B4-BE49-F238E27FC236}">
                  <a16:creationId xmlns:a16="http://schemas.microsoft.com/office/drawing/2014/main" id="{759D1733-1A41-79B4-5414-613D45EDB3D1}"/>
                </a:ext>
              </a:extLst>
            </p:cNvPr>
            <p:cNvSpPr/>
            <p:nvPr/>
          </p:nvSpPr>
          <p:spPr>
            <a:xfrm>
              <a:off x="7991089" y="1649591"/>
              <a:ext cx="628907" cy="628907"/>
            </a:xfrm>
            <a:prstGeom prst="roundRect">
              <a:avLst>
                <a:gd name="adj" fmla="val 8678"/>
              </a:avLst>
            </a:prstGeom>
            <a:solidFill>
              <a:schemeClr val="bg1"/>
            </a:solidFill>
            <a:ln w="28575">
              <a:solidFill>
                <a:srgbClr val="3963DA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srgbClr val="3963DA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E77D765E-3F8B-380B-3B73-CBC3641072CD}"/>
                </a:ext>
              </a:extLst>
            </p:cNvPr>
            <p:cNvSpPr txBox="1"/>
            <p:nvPr/>
          </p:nvSpPr>
          <p:spPr>
            <a:xfrm>
              <a:off x="7894810" y="1839068"/>
              <a:ext cx="821464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3963DA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Global Cache</a:t>
              </a:r>
            </a:p>
          </p:txBody>
        </p:sp>
        <p:grpSp>
          <p:nvGrpSpPr>
            <p:cNvPr id="195" name="Group 194">
              <a:extLst>
                <a:ext uri="{FF2B5EF4-FFF2-40B4-BE49-F238E27FC236}">
                  <a16:creationId xmlns:a16="http://schemas.microsoft.com/office/drawing/2014/main" id="{13120F14-24D7-08BA-1EF7-9E9E0319D796}"/>
                </a:ext>
              </a:extLst>
            </p:cNvPr>
            <p:cNvGrpSpPr/>
            <p:nvPr/>
          </p:nvGrpSpPr>
          <p:grpSpPr>
            <a:xfrm>
              <a:off x="8036660" y="1381253"/>
              <a:ext cx="537764" cy="547628"/>
              <a:chOff x="6976094" y="2574516"/>
              <a:chExt cx="664523" cy="676715"/>
            </a:xfrm>
          </p:grpSpPr>
          <p:pic>
            <p:nvPicPr>
              <p:cNvPr id="196" name="Picture 195">
                <a:extLst>
                  <a:ext uri="{FF2B5EF4-FFF2-40B4-BE49-F238E27FC236}">
                    <a16:creationId xmlns:a16="http://schemas.microsoft.com/office/drawing/2014/main" id="{FEAECCBF-1DC0-5F86-D39B-CBB1A68208F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6976094" y="2574516"/>
                <a:ext cx="664522" cy="676715"/>
              </a:xfrm>
              <a:prstGeom prst="rect">
                <a:avLst/>
              </a:prstGeom>
            </p:spPr>
          </p:pic>
          <p:pic>
            <p:nvPicPr>
              <p:cNvPr id="198" name="Picture 197">
                <a:extLst>
                  <a:ext uri="{FF2B5EF4-FFF2-40B4-BE49-F238E27FC236}">
                    <a16:creationId xmlns:a16="http://schemas.microsoft.com/office/drawing/2014/main" id="{0846251B-0C6E-7018-2470-9900756F0B0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1">
                <a:extLst>
                  <a:ext uri="{BEBA8EAE-BF5A-486C-A8C5-ECC9F3942E4B}">
                    <a14:imgProps xmlns:a14="http://schemas.microsoft.com/office/drawing/2010/main">
                      <a14:imgLayer r:embed="rId12">
                        <a14:imgEffect>
                          <a14:colorTemperature colorTemp="4700"/>
                        </a14:imgEffect>
                        <a14:imgEffect>
                          <a14:brightnessContrast bright="-20000" contrast="40000"/>
                        </a14:imgEffect>
                      </a14:imgLayer>
                    </a14:imgProps>
                  </a:ext>
                </a:extLst>
              </a:blip>
              <a:stretch>
                <a:fillRect/>
              </a:stretch>
            </p:blipFill>
            <p:spPr>
              <a:xfrm>
                <a:off x="7044932" y="2644373"/>
                <a:ext cx="526845" cy="528534"/>
              </a:xfrm>
              <a:prstGeom prst="ellipse">
                <a:avLst/>
              </a:prstGeom>
              <a:solidFill>
                <a:schemeClr val="bg1"/>
              </a:solidFill>
            </p:spPr>
          </p:pic>
          <p:pic>
            <p:nvPicPr>
              <p:cNvPr id="199" name="Picture 198">
                <a:extLst>
                  <a:ext uri="{FF2B5EF4-FFF2-40B4-BE49-F238E27FC236}">
                    <a16:creationId xmlns:a16="http://schemas.microsoft.com/office/drawing/2014/main" id="{6CCA0787-A4D8-CBD0-A236-D067439DEC1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6976095" y="2574516"/>
                <a:ext cx="664522" cy="676715"/>
              </a:xfrm>
              <a:prstGeom prst="rect">
                <a:avLst/>
              </a:prstGeom>
            </p:spPr>
          </p:pic>
          <p:pic>
            <p:nvPicPr>
              <p:cNvPr id="200" name="Picture 199">
                <a:extLst>
                  <a:ext uri="{FF2B5EF4-FFF2-40B4-BE49-F238E27FC236}">
                    <a16:creationId xmlns:a16="http://schemas.microsoft.com/office/drawing/2014/main" id="{AEEE8203-22F0-82DB-D538-574DBD46090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1">
                <a:extLst>
                  <a:ext uri="{BEBA8EAE-BF5A-486C-A8C5-ECC9F3942E4B}">
                    <a14:imgProps xmlns:a14="http://schemas.microsoft.com/office/drawing/2010/main">
                      <a14:imgLayer r:embed="rId12">
                        <a14:imgEffect>
                          <a14:colorTemperature colorTemp="4700"/>
                        </a14:imgEffect>
                        <a14:imgEffect>
                          <a14:brightnessContrast bright="-20000" contrast="40000"/>
                        </a14:imgEffect>
                      </a14:imgLayer>
                    </a14:imgProps>
                  </a:ext>
                </a:extLst>
              </a:blip>
              <a:stretch>
                <a:fillRect/>
              </a:stretch>
            </p:blipFill>
            <p:spPr>
              <a:xfrm>
                <a:off x="7064641" y="2664144"/>
                <a:ext cx="487430" cy="488992"/>
              </a:xfrm>
              <a:prstGeom prst="ellipse">
                <a:avLst/>
              </a:prstGeom>
              <a:solidFill>
                <a:schemeClr val="bg1"/>
              </a:solidFill>
            </p:spPr>
          </p:pic>
        </p:grpSp>
      </p:grpSp>
      <p:pic>
        <p:nvPicPr>
          <p:cNvPr id="204" name="Picture 203">
            <a:extLst>
              <a:ext uri="{FF2B5EF4-FFF2-40B4-BE49-F238E27FC236}">
                <a16:creationId xmlns:a16="http://schemas.microsoft.com/office/drawing/2014/main" id="{D6157D38-5153-26AE-1508-7B977B821945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587713" y="863597"/>
            <a:ext cx="475706" cy="625929"/>
          </a:xfrm>
          <a:prstGeom prst="rect">
            <a:avLst/>
          </a:prstGeom>
        </p:spPr>
      </p:pic>
      <p:sp>
        <p:nvSpPr>
          <p:cNvPr id="208" name="Freeform: Shape 207">
            <a:extLst>
              <a:ext uri="{FF2B5EF4-FFF2-40B4-BE49-F238E27FC236}">
                <a16:creationId xmlns:a16="http://schemas.microsoft.com/office/drawing/2014/main" id="{2184C1EE-28D7-71CA-5BED-7C3326CD26B5}"/>
              </a:ext>
            </a:extLst>
          </p:cNvPr>
          <p:cNvSpPr/>
          <p:nvPr/>
        </p:nvSpPr>
        <p:spPr>
          <a:xfrm>
            <a:off x="5819775" y="1181100"/>
            <a:ext cx="2009775" cy="647700"/>
          </a:xfrm>
          <a:custGeom>
            <a:avLst/>
            <a:gdLst>
              <a:gd name="connsiteX0" fmla="*/ 2009775 w 2009775"/>
              <a:gd name="connsiteY0" fmla="*/ 0 h 647700"/>
              <a:gd name="connsiteX1" fmla="*/ 1266825 w 2009775"/>
              <a:gd name="connsiteY1" fmla="*/ 133350 h 647700"/>
              <a:gd name="connsiteX2" fmla="*/ 609600 w 2009775"/>
              <a:gd name="connsiteY2" fmla="*/ 542925 h 647700"/>
              <a:gd name="connsiteX3" fmla="*/ 0 w 2009775"/>
              <a:gd name="connsiteY3" fmla="*/ 647700 h 6477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009775" h="647700">
                <a:moveTo>
                  <a:pt x="2009775" y="0"/>
                </a:moveTo>
                <a:cubicBezTo>
                  <a:pt x="1754981" y="21431"/>
                  <a:pt x="1500187" y="42863"/>
                  <a:pt x="1266825" y="133350"/>
                </a:cubicBezTo>
                <a:cubicBezTo>
                  <a:pt x="1033463" y="223837"/>
                  <a:pt x="820737" y="457200"/>
                  <a:pt x="609600" y="542925"/>
                </a:cubicBezTo>
                <a:cubicBezTo>
                  <a:pt x="398462" y="628650"/>
                  <a:pt x="199231" y="638175"/>
                  <a:pt x="0" y="647700"/>
                </a:cubicBezTo>
              </a:path>
            </a:pathLst>
          </a:custGeom>
          <a:noFill/>
          <a:ln>
            <a:solidFill>
              <a:schemeClr val="accent6">
                <a:lumMod val="75000"/>
              </a:schemeClr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30" name="Freeform: Shape 229">
            <a:extLst>
              <a:ext uri="{FF2B5EF4-FFF2-40B4-BE49-F238E27FC236}">
                <a16:creationId xmlns:a16="http://schemas.microsoft.com/office/drawing/2014/main" id="{F8065225-DF75-3E10-DB4A-6C57D97F27F0}"/>
              </a:ext>
            </a:extLst>
          </p:cNvPr>
          <p:cNvSpPr/>
          <p:nvPr/>
        </p:nvSpPr>
        <p:spPr>
          <a:xfrm>
            <a:off x="3533775" y="851552"/>
            <a:ext cx="4238625" cy="1472548"/>
          </a:xfrm>
          <a:custGeom>
            <a:avLst/>
            <a:gdLst>
              <a:gd name="connsiteX0" fmla="*/ 4238625 w 4238625"/>
              <a:gd name="connsiteY0" fmla="*/ 72373 h 1472548"/>
              <a:gd name="connsiteX1" fmla="*/ 1657350 w 4238625"/>
              <a:gd name="connsiteY1" fmla="*/ 158098 h 1472548"/>
              <a:gd name="connsiteX2" fmla="*/ 0 w 4238625"/>
              <a:gd name="connsiteY2" fmla="*/ 1472548 h 14725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4238625" h="1472548">
                <a:moveTo>
                  <a:pt x="4238625" y="72373"/>
                </a:moveTo>
                <a:cubicBezTo>
                  <a:pt x="3301206" y="-1446"/>
                  <a:pt x="2363787" y="-75264"/>
                  <a:pt x="1657350" y="158098"/>
                </a:cubicBezTo>
                <a:cubicBezTo>
                  <a:pt x="950913" y="391460"/>
                  <a:pt x="475456" y="932004"/>
                  <a:pt x="0" y="1472548"/>
                </a:cubicBezTo>
              </a:path>
            </a:pathLst>
          </a:custGeom>
          <a:noFill/>
          <a:ln>
            <a:solidFill>
              <a:schemeClr val="accent2">
                <a:lumMod val="75000"/>
              </a:schemeClr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grpSp>
        <p:nvGrpSpPr>
          <p:cNvPr id="266" name="Group 265">
            <a:extLst>
              <a:ext uri="{FF2B5EF4-FFF2-40B4-BE49-F238E27FC236}">
                <a16:creationId xmlns:a16="http://schemas.microsoft.com/office/drawing/2014/main" id="{5B0F182D-78BE-42BA-5F3C-099A2A90EECF}"/>
              </a:ext>
            </a:extLst>
          </p:cNvPr>
          <p:cNvGrpSpPr/>
          <p:nvPr/>
        </p:nvGrpSpPr>
        <p:grpSpPr>
          <a:xfrm>
            <a:off x="9106083" y="884873"/>
            <a:ext cx="1745352" cy="583376"/>
            <a:chOff x="9538950" y="2402423"/>
            <a:chExt cx="1745352" cy="583376"/>
          </a:xfrm>
        </p:grpSpPr>
        <p:pic>
          <p:nvPicPr>
            <p:cNvPr id="262" name="Picture 261">
              <a:extLst>
                <a:ext uri="{FF2B5EF4-FFF2-40B4-BE49-F238E27FC236}">
                  <a16:creationId xmlns:a16="http://schemas.microsoft.com/office/drawing/2014/main" id="{2F04B024-51D4-5980-D40C-4837E2CF87F8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/>
            <a:stretch>
              <a:fillRect/>
            </a:stretch>
          </p:blipFill>
          <p:spPr>
            <a:xfrm>
              <a:off x="10866423" y="2402423"/>
              <a:ext cx="417879" cy="583376"/>
            </a:xfrm>
            <a:prstGeom prst="rect">
              <a:avLst/>
            </a:prstGeom>
          </p:spPr>
        </p:pic>
        <p:pic>
          <p:nvPicPr>
            <p:cNvPr id="263" name="Picture 262">
              <a:extLst>
                <a:ext uri="{FF2B5EF4-FFF2-40B4-BE49-F238E27FC236}">
                  <a16:creationId xmlns:a16="http://schemas.microsoft.com/office/drawing/2014/main" id="{E4260597-8BA9-1038-7258-9F1EDD5EEDC9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/>
            <a:stretch>
              <a:fillRect/>
            </a:stretch>
          </p:blipFill>
          <p:spPr>
            <a:xfrm>
              <a:off x="10423932" y="2402423"/>
              <a:ext cx="413742" cy="583376"/>
            </a:xfrm>
            <a:prstGeom prst="rect">
              <a:avLst/>
            </a:prstGeom>
          </p:spPr>
        </p:pic>
        <p:pic>
          <p:nvPicPr>
            <p:cNvPr id="264" name="Picture 263">
              <a:extLst>
                <a:ext uri="{FF2B5EF4-FFF2-40B4-BE49-F238E27FC236}">
                  <a16:creationId xmlns:a16="http://schemas.microsoft.com/office/drawing/2014/main" id="{32F332D1-935D-1A70-AD11-75653E29529C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/>
            <a:stretch>
              <a:fillRect/>
            </a:stretch>
          </p:blipFill>
          <p:spPr>
            <a:xfrm>
              <a:off x="9981441" y="2402423"/>
              <a:ext cx="413742" cy="583376"/>
            </a:xfrm>
            <a:prstGeom prst="rect">
              <a:avLst/>
            </a:prstGeom>
          </p:spPr>
        </p:pic>
        <p:pic>
          <p:nvPicPr>
            <p:cNvPr id="265" name="Picture 264">
              <a:extLst>
                <a:ext uri="{FF2B5EF4-FFF2-40B4-BE49-F238E27FC236}">
                  <a16:creationId xmlns:a16="http://schemas.microsoft.com/office/drawing/2014/main" id="{FE6661FE-E179-6EBE-CE0A-05721E33CA5B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/>
            <a:stretch>
              <a:fillRect/>
            </a:stretch>
          </p:blipFill>
          <p:spPr>
            <a:xfrm>
              <a:off x="9538950" y="2402423"/>
              <a:ext cx="413742" cy="583376"/>
            </a:xfrm>
            <a:prstGeom prst="rect">
              <a:avLst/>
            </a:prstGeom>
          </p:spPr>
        </p:pic>
      </p:grpSp>
      <p:pic>
        <p:nvPicPr>
          <p:cNvPr id="267" name="Picture 266">
            <a:extLst>
              <a:ext uri="{FF2B5EF4-FFF2-40B4-BE49-F238E27FC236}">
                <a16:creationId xmlns:a16="http://schemas.microsoft.com/office/drawing/2014/main" id="{4F1355A7-CE88-A150-9638-07C3FF6D478F}"/>
              </a:ext>
            </a:extLst>
          </p:cNvPr>
          <p:cNvPicPr>
            <a:picLocks noChangeAspect="1"/>
          </p:cNvPicPr>
          <p:nvPr/>
        </p:nvPicPr>
        <p:blipFill>
          <a:blip r:embed="rId10">
            <a:duotone>
              <a:prstClr val="black"/>
              <a:schemeClr val="accent4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8588284" y="863596"/>
            <a:ext cx="475706" cy="625929"/>
          </a:xfrm>
          <a:prstGeom prst="rect">
            <a:avLst/>
          </a:prstGeom>
        </p:spPr>
      </p:pic>
      <p:sp>
        <p:nvSpPr>
          <p:cNvPr id="270" name="Freeform: Shape 269">
            <a:extLst>
              <a:ext uri="{FF2B5EF4-FFF2-40B4-BE49-F238E27FC236}">
                <a16:creationId xmlns:a16="http://schemas.microsoft.com/office/drawing/2014/main" id="{9809BD6B-14C2-C004-5E07-9AF0AF423D0A}"/>
              </a:ext>
            </a:extLst>
          </p:cNvPr>
          <p:cNvSpPr/>
          <p:nvPr/>
        </p:nvSpPr>
        <p:spPr>
          <a:xfrm>
            <a:off x="8793957" y="858269"/>
            <a:ext cx="274934" cy="287724"/>
          </a:xfrm>
          <a:custGeom>
            <a:avLst/>
            <a:gdLst>
              <a:gd name="connsiteX0" fmla="*/ 0 w 267789"/>
              <a:gd name="connsiteY0" fmla="*/ 0 h 277586"/>
              <a:gd name="connsiteX1" fmla="*/ 267789 w 267789"/>
              <a:gd name="connsiteY1" fmla="*/ 277586 h 277586"/>
              <a:gd name="connsiteX2" fmla="*/ 267789 w 267789"/>
              <a:gd name="connsiteY2" fmla="*/ 117566 h 277586"/>
              <a:gd name="connsiteX3" fmla="*/ 146957 w 267789"/>
              <a:gd name="connsiteY3" fmla="*/ 6531 h 277586"/>
              <a:gd name="connsiteX4" fmla="*/ 0 w 267789"/>
              <a:gd name="connsiteY4" fmla="*/ 0 h 277586"/>
              <a:gd name="connsiteX0" fmla="*/ 0 w 267789"/>
              <a:gd name="connsiteY0" fmla="*/ 613 h 278199"/>
              <a:gd name="connsiteX1" fmla="*/ 267789 w 267789"/>
              <a:gd name="connsiteY1" fmla="*/ 278199 h 278199"/>
              <a:gd name="connsiteX2" fmla="*/ 267789 w 267789"/>
              <a:gd name="connsiteY2" fmla="*/ 118179 h 278199"/>
              <a:gd name="connsiteX3" fmla="*/ 156482 w 267789"/>
              <a:gd name="connsiteY3" fmla="*/ 0 h 278199"/>
              <a:gd name="connsiteX4" fmla="*/ 0 w 267789"/>
              <a:gd name="connsiteY4" fmla="*/ 613 h 278199"/>
              <a:gd name="connsiteX0" fmla="*/ 0 w 270171"/>
              <a:gd name="connsiteY0" fmla="*/ 5375 h 278199"/>
              <a:gd name="connsiteX1" fmla="*/ 270171 w 270171"/>
              <a:gd name="connsiteY1" fmla="*/ 278199 h 278199"/>
              <a:gd name="connsiteX2" fmla="*/ 270171 w 270171"/>
              <a:gd name="connsiteY2" fmla="*/ 118179 h 278199"/>
              <a:gd name="connsiteX3" fmla="*/ 158864 w 270171"/>
              <a:gd name="connsiteY3" fmla="*/ 0 h 278199"/>
              <a:gd name="connsiteX4" fmla="*/ 0 w 270171"/>
              <a:gd name="connsiteY4" fmla="*/ 5375 h 278199"/>
              <a:gd name="connsiteX0" fmla="*/ 0 w 270171"/>
              <a:gd name="connsiteY0" fmla="*/ 5375 h 266292"/>
              <a:gd name="connsiteX1" fmla="*/ 263028 w 270171"/>
              <a:gd name="connsiteY1" fmla="*/ 266292 h 266292"/>
              <a:gd name="connsiteX2" fmla="*/ 270171 w 270171"/>
              <a:gd name="connsiteY2" fmla="*/ 118179 h 266292"/>
              <a:gd name="connsiteX3" fmla="*/ 158864 w 270171"/>
              <a:gd name="connsiteY3" fmla="*/ 0 h 266292"/>
              <a:gd name="connsiteX4" fmla="*/ 0 w 270171"/>
              <a:gd name="connsiteY4" fmla="*/ 5375 h 266292"/>
              <a:gd name="connsiteX0" fmla="*/ 0 w 274934"/>
              <a:gd name="connsiteY0" fmla="*/ 5375 h 287724"/>
              <a:gd name="connsiteX1" fmla="*/ 274934 w 274934"/>
              <a:gd name="connsiteY1" fmla="*/ 287724 h 287724"/>
              <a:gd name="connsiteX2" fmla="*/ 270171 w 274934"/>
              <a:gd name="connsiteY2" fmla="*/ 118179 h 287724"/>
              <a:gd name="connsiteX3" fmla="*/ 158864 w 274934"/>
              <a:gd name="connsiteY3" fmla="*/ 0 h 287724"/>
              <a:gd name="connsiteX4" fmla="*/ 0 w 274934"/>
              <a:gd name="connsiteY4" fmla="*/ 5375 h 2877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4934" h="287724">
                <a:moveTo>
                  <a:pt x="0" y="5375"/>
                </a:moveTo>
                <a:lnTo>
                  <a:pt x="274934" y="287724"/>
                </a:lnTo>
                <a:lnTo>
                  <a:pt x="270171" y="118179"/>
                </a:lnTo>
                <a:lnTo>
                  <a:pt x="158864" y="0"/>
                </a:lnTo>
                <a:lnTo>
                  <a:pt x="0" y="5375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936723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 tmFilter="0, 0; .2, .5; .8, .5; 1, 0"/>
                                        <p:tgtEl>
                                          <p:spTgt spid="204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250" autoRev="1" fill="hold"/>
                                        <p:tgtEl>
                                          <p:spTgt spid="204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2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2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0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304B18-A27B-F592-F90F-43A03E583A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9" name="Group 228">
            <a:extLst>
              <a:ext uri="{FF2B5EF4-FFF2-40B4-BE49-F238E27FC236}">
                <a16:creationId xmlns:a16="http://schemas.microsoft.com/office/drawing/2014/main" id="{47B2CF47-F4BE-964D-2E24-56A32BFC9809}"/>
              </a:ext>
            </a:extLst>
          </p:cNvPr>
          <p:cNvGrpSpPr/>
          <p:nvPr/>
        </p:nvGrpSpPr>
        <p:grpSpPr>
          <a:xfrm>
            <a:off x="1715333" y="622374"/>
            <a:ext cx="1850457" cy="672547"/>
            <a:chOff x="1715333" y="622374"/>
            <a:chExt cx="1850457" cy="672547"/>
          </a:xfrm>
        </p:grpSpPr>
        <p:cxnSp>
          <p:nvCxnSpPr>
            <p:cNvPr id="215" name="Straight Connector 214">
              <a:extLst>
                <a:ext uri="{FF2B5EF4-FFF2-40B4-BE49-F238E27FC236}">
                  <a16:creationId xmlns:a16="http://schemas.microsoft.com/office/drawing/2014/main" id="{00EF23F2-B203-33AF-CECC-F13412F7134E}"/>
                </a:ext>
              </a:extLst>
            </p:cNvPr>
            <p:cNvCxnSpPr/>
            <p:nvPr/>
          </p:nvCxnSpPr>
          <p:spPr>
            <a:xfrm>
              <a:off x="1715333" y="622374"/>
              <a:ext cx="0" cy="661357"/>
            </a:xfrm>
            <a:prstGeom prst="line">
              <a:avLst/>
            </a:prstGeom>
            <a:ln w="12700">
              <a:solidFill>
                <a:schemeClr val="tx1"/>
              </a:solidFill>
              <a:prstDash val="sysDot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6" name="Straight Connector 215">
              <a:extLst>
                <a:ext uri="{FF2B5EF4-FFF2-40B4-BE49-F238E27FC236}">
                  <a16:creationId xmlns:a16="http://schemas.microsoft.com/office/drawing/2014/main" id="{2A0BB6B1-FFFB-D47E-3D7E-863C65608B89}"/>
                </a:ext>
              </a:extLst>
            </p:cNvPr>
            <p:cNvCxnSpPr/>
            <p:nvPr/>
          </p:nvCxnSpPr>
          <p:spPr>
            <a:xfrm>
              <a:off x="2341276" y="622375"/>
              <a:ext cx="0" cy="661357"/>
            </a:xfrm>
            <a:prstGeom prst="line">
              <a:avLst/>
            </a:prstGeom>
            <a:ln w="12700">
              <a:solidFill>
                <a:schemeClr val="tx1"/>
              </a:solidFill>
              <a:prstDash val="sysDot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7" name="Straight Connector 216">
              <a:extLst>
                <a:ext uri="{FF2B5EF4-FFF2-40B4-BE49-F238E27FC236}">
                  <a16:creationId xmlns:a16="http://schemas.microsoft.com/office/drawing/2014/main" id="{627ED190-105E-FA5D-1AD6-F2D22FE3EDE0}"/>
                </a:ext>
              </a:extLst>
            </p:cNvPr>
            <p:cNvCxnSpPr/>
            <p:nvPr/>
          </p:nvCxnSpPr>
          <p:spPr>
            <a:xfrm>
              <a:off x="2956921" y="633564"/>
              <a:ext cx="0" cy="661357"/>
            </a:xfrm>
            <a:prstGeom prst="line">
              <a:avLst/>
            </a:prstGeom>
            <a:ln w="12700">
              <a:solidFill>
                <a:schemeClr val="tx1"/>
              </a:solidFill>
              <a:prstDash val="sysDot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9" name="Straight Connector 218">
              <a:extLst>
                <a:ext uri="{FF2B5EF4-FFF2-40B4-BE49-F238E27FC236}">
                  <a16:creationId xmlns:a16="http://schemas.microsoft.com/office/drawing/2014/main" id="{61E00939-1943-C3F1-9599-F2F0D9FFC63F}"/>
                </a:ext>
              </a:extLst>
            </p:cNvPr>
            <p:cNvCxnSpPr/>
            <p:nvPr/>
          </p:nvCxnSpPr>
          <p:spPr>
            <a:xfrm>
              <a:off x="3565790" y="626521"/>
              <a:ext cx="0" cy="661357"/>
            </a:xfrm>
            <a:prstGeom prst="line">
              <a:avLst/>
            </a:prstGeom>
            <a:ln w="12700">
              <a:solidFill>
                <a:schemeClr val="tx1"/>
              </a:solidFill>
              <a:prstDash val="sysDot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222" name="Picture 221">
            <a:extLst>
              <a:ext uri="{FF2B5EF4-FFF2-40B4-BE49-F238E27FC236}">
                <a16:creationId xmlns:a16="http://schemas.microsoft.com/office/drawing/2014/main" id="{A273039D-C68F-0568-5EBB-9091664C7F6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418180"/>
            <a:ext cx="5197907" cy="1439820"/>
          </a:xfrm>
          <a:prstGeom prst="rect">
            <a:avLst/>
          </a:prstGeom>
        </p:spPr>
      </p:pic>
      <p:grpSp>
        <p:nvGrpSpPr>
          <p:cNvPr id="13" name="Group 12">
            <a:extLst>
              <a:ext uri="{FF2B5EF4-FFF2-40B4-BE49-F238E27FC236}">
                <a16:creationId xmlns:a16="http://schemas.microsoft.com/office/drawing/2014/main" id="{5A198987-D050-9094-4A68-D2374E0C8E7C}"/>
              </a:ext>
            </a:extLst>
          </p:cNvPr>
          <p:cNvGrpSpPr/>
          <p:nvPr/>
        </p:nvGrpSpPr>
        <p:grpSpPr>
          <a:xfrm>
            <a:off x="2588900" y="323658"/>
            <a:ext cx="8879200" cy="6210684"/>
            <a:chOff x="1942544" y="1301750"/>
            <a:chExt cx="6082512" cy="4254500"/>
          </a:xfrm>
        </p:grpSpPr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D7788E9C-C22C-39EE-7677-178CDE19EECD}"/>
                </a:ext>
              </a:extLst>
            </p:cNvPr>
            <p:cNvGrpSpPr/>
            <p:nvPr/>
          </p:nvGrpSpPr>
          <p:grpSpPr>
            <a:xfrm>
              <a:off x="1942544" y="1301750"/>
              <a:ext cx="6082512" cy="4254500"/>
              <a:chOff x="1942544" y="1301750"/>
              <a:chExt cx="6082512" cy="4254500"/>
            </a:xfrm>
          </p:grpSpPr>
          <p:sp>
            <p:nvSpPr>
              <p:cNvPr id="7" name="Cloud 6">
                <a:extLst>
                  <a:ext uri="{FF2B5EF4-FFF2-40B4-BE49-F238E27FC236}">
                    <a16:creationId xmlns:a16="http://schemas.microsoft.com/office/drawing/2014/main" id="{34BC3094-CF22-3F0C-1AE6-317F86C9F1FE}"/>
                  </a:ext>
                </a:extLst>
              </p:cNvPr>
              <p:cNvSpPr/>
              <p:nvPr/>
            </p:nvSpPr>
            <p:spPr>
              <a:xfrm rot="401311">
                <a:off x="1948500" y="1301750"/>
                <a:ext cx="6070600" cy="4254500"/>
              </a:xfrm>
              <a:prstGeom prst="cloud">
                <a:avLst/>
              </a:prstGeom>
              <a:solidFill>
                <a:schemeClr val="bg1"/>
              </a:solidFill>
              <a:ln w="38100">
                <a:solidFill>
                  <a:schemeClr val="bg1">
                    <a:lumMod val="75000"/>
                  </a:schemeClr>
                </a:solidFill>
                <a:prstDash val="sysDash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8" name="Cloud 7">
                <a:extLst>
                  <a:ext uri="{FF2B5EF4-FFF2-40B4-BE49-F238E27FC236}">
                    <a16:creationId xmlns:a16="http://schemas.microsoft.com/office/drawing/2014/main" id="{26A08E08-D075-B0FF-990F-6B5435BD8F3C}"/>
                  </a:ext>
                </a:extLst>
              </p:cNvPr>
              <p:cNvSpPr/>
              <p:nvPr/>
            </p:nvSpPr>
            <p:spPr>
              <a:xfrm rot="401311">
                <a:off x="1942544" y="1382575"/>
                <a:ext cx="6082512" cy="4118248"/>
              </a:xfrm>
              <a:prstGeom prst="cloud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</p:grp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22E1201F-D19E-D86A-C7B0-924DA25F6805}"/>
                </a:ext>
              </a:extLst>
            </p:cNvPr>
            <p:cNvCxnSpPr>
              <a:cxnSpLocks/>
            </p:cNvCxnSpPr>
            <p:nvPr/>
          </p:nvCxnSpPr>
          <p:spPr>
            <a:xfrm>
              <a:off x="2133600" y="3429000"/>
              <a:ext cx="5867400" cy="0"/>
            </a:xfrm>
            <a:prstGeom prst="line">
              <a:avLst/>
            </a:prstGeom>
            <a:solidFill>
              <a:schemeClr val="bg1"/>
            </a:solidFill>
            <a:ln w="38100">
              <a:solidFill>
                <a:schemeClr val="bg1">
                  <a:lumMod val="75000"/>
                </a:schemeClr>
              </a:solidFill>
              <a:prstDash val="sys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sp>
        <p:nvSpPr>
          <p:cNvPr id="14" name="TextBox 13">
            <a:extLst>
              <a:ext uri="{FF2B5EF4-FFF2-40B4-BE49-F238E27FC236}">
                <a16:creationId xmlns:a16="http://schemas.microsoft.com/office/drawing/2014/main" id="{26C9C43B-BB5D-A158-F7A8-836CD2ED9169}"/>
              </a:ext>
            </a:extLst>
          </p:cNvPr>
          <p:cNvSpPr txBox="1"/>
          <p:nvPr/>
        </p:nvSpPr>
        <p:spPr>
          <a:xfrm>
            <a:off x="6238875" y="314003"/>
            <a:ext cx="818636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WIS2</a:t>
            </a:r>
          </a:p>
        </p:txBody>
      </p:sp>
      <p:grpSp>
        <p:nvGrpSpPr>
          <p:cNvPr id="225" name="Group 224">
            <a:extLst>
              <a:ext uri="{FF2B5EF4-FFF2-40B4-BE49-F238E27FC236}">
                <a16:creationId xmlns:a16="http://schemas.microsoft.com/office/drawing/2014/main" id="{B5E7FB92-BA72-AC71-A7E1-52648A4BB3BA}"/>
              </a:ext>
            </a:extLst>
          </p:cNvPr>
          <p:cNvGrpSpPr/>
          <p:nvPr/>
        </p:nvGrpSpPr>
        <p:grpSpPr>
          <a:xfrm>
            <a:off x="350689" y="4160355"/>
            <a:ext cx="466050" cy="669682"/>
            <a:chOff x="1159011" y="4934512"/>
            <a:chExt cx="466050" cy="669682"/>
          </a:xfrm>
        </p:grpSpPr>
        <p:sp>
          <p:nvSpPr>
            <p:cNvPr id="224" name="Rectangle: Rounded Corners 223">
              <a:extLst>
                <a:ext uri="{FF2B5EF4-FFF2-40B4-BE49-F238E27FC236}">
                  <a16:creationId xmlns:a16="http://schemas.microsoft.com/office/drawing/2014/main" id="{333F5BEF-7DD3-9BE8-CFA1-52382AF536A5}"/>
                </a:ext>
              </a:extLst>
            </p:cNvPr>
            <p:cNvSpPr/>
            <p:nvPr/>
          </p:nvSpPr>
          <p:spPr>
            <a:xfrm>
              <a:off x="1159011" y="4934512"/>
              <a:ext cx="466050" cy="669682"/>
            </a:xfrm>
            <a:prstGeom prst="roundRect">
              <a:avLst>
                <a:gd name="adj" fmla="val 8535"/>
              </a:avLst>
            </a:prstGeom>
            <a:solidFill>
              <a:schemeClr val="bg1"/>
            </a:solidFill>
            <a:ln w="12700">
              <a:prstDash val="sys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218" name="Rectangle 217">
              <a:extLst>
                <a:ext uri="{FF2B5EF4-FFF2-40B4-BE49-F238E27FC236}">
                  <a16:creationId xmlns:a16="http://schemas.microsoft.com/office/drawing/2014/main" id="{93F7DDB1-1878-DB02-396B-1A537F78A7C2}"/>
                </a:ext>
              </a:extLst>
            </p:cNvPr>
            <p:cNvSpPr/>
            <p:nvPr/>
          </p:nvSpPr>
          <p:spPr>
            <a:xfrm>
              <a:off x="1307134" y="5356687"/>
              <a:ext cx="169804" cy="169804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A</a:t>
              </a:r>
            </a:p>
          </p:txBody>
        </p:sp>
        <p:pic>
          <p:nvPicPr>
            <p:cNvPr id="223" name="Picture 222" descr="A black and white symbol&#10;&#10;Description automatically generated">
              <a:extLst>
                <a:ext uri="{FF2B5EF4-FFF2-40B4-BE49-F238E27FC236}">
                  <a16:creationId xmlns:a16="http://schemas.microsoft.com/office/drawing/2014/main" id="{A5E37231-22D1-1D94-967F-F1E97A67F39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216187" y="4970684"/>
              <a:ext cx="351698" cy="351696"/>
            </a:xfrm>
            <a:prstGeom prst="rect">
              <a:avLst/>
            </a:prstGeom>
          </p:spPr>
        </p:pic>
      </p:grpSp>
      <p:grpSp>
        <p:nvGrpSpPr>
          <p:cNvPr id="234" name="Group 233">
            <a:extLst>
              <a:ext uri="{FF2B5EF4-FFF2-40B4-BE49-F238E27FC236}">
                <a16:creationId xmlns:a16="http://schemas.microsoft.com/office/drawing/2014/main" id="{27FC5B9B-4A18-37CB-0C57-07BAAF6AED3D}"/>
              </a:ext>
            </a:extLst>
          </p:cNvPr>
          <p:cNvGrpSpPr/>
          <p:nvPr/>
        </p:nvGrpSpPr>
        <p:grpSpPr>
          <a:xfrm>
            <a:off x="858066" y="4163562"/>
            <a:ext cx="466050" cy="669682"/>
            <a:chOff x="1159011" y="4934512"/>
            <a:chExt cx="466050" cy="669682"/>
          </a:xfrm>
        </p:grpSpPr>
        <p:sp>
          <p:nvSpPr>
            <p:cNvPr id="235" name="Rectangle: Rounded Corners 234">
              <a:extLst>
                <a:ext uri="{FF2B5EF4-FFF2-40B4-BE49-F238E27FC236}">
                  <a16:creationId xmlns:a16="http://schemas.microsoft.com/office/drawing/2014/main" id="{D48C5F4E-A771-AEAF-E4DD-6171B77A0992}"/>
                </a:ext>
              </a:extLst>
            </p:cNvPr>
            <p:cNvSpPr/>
            <p:nvPr/>
          </p:nvSpPr>
          <p:spPr>
            <a:xfrm>
              <a:off x="1159011" y="4934512"/>
              <a:ext cx="466050" cy="669682"/>
            </a:xfrm>
            <a:prstGeom prst="roundRect">
              <a:avLst>
                <a:gd name="adj" fmla="val 8535"/>
              </a:avLst>
            </a:prstGeom>
            <a:solidFill>
              <a:schemeClr val="bg1"/>
            </a:solidFill>
            <a:ln w="12700">
              <a:prstDash val="sys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236" name="Rectangle 235">
              <a:extLst>
                <a:ext uri="{FF2B5EF4-FFF2-40B4-BE49-F238E27FC236}">
                  <a16:creationId xmlns:a16="http://schemas.microsoft.com/office/drawing/2014/main" id="{2A81066B-9968-0779-B04C-B1D90866EE0F}"/>
                </a:ext>
              </a:extLst>
            </p:cNvPr>
            <p:cNvSpPr/>
            <p:nvPr/>
          </p:nvSpPr>
          <p:spPr>
            <a:xfrm>
              <a:off x="1307134" y="5356687"/>
              <a:ext cx="169804" cy="169804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B</a:t>
              </a:r>
            </a:p>
          </p:txBody>
        </p:sp>
        <p:pic>
          <p:nvPicPr>
            <p:cNvPr id="237" name="Picture 236" descr="A black and white symbol&#10;&#10;Description automatically generated">
              <a:extLst>
                <a:ext uri="{FF2B5EF4-FFF2-40B4-BE49-F238E27FC236}">
                  <a16:creationId xmlns:a16="http://schemas.microsoft.com/office/drawing/2014/main" id="{4302B455-D5F3-4806-61A6-C728AF1C044E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216187" y="4970684"/>
              <a:ext cx="351698" cy="351696"/>
            </a:xfrm>
            <a:prstGeom prst="rect">
              <a:avLst/>
            </a:prstGeom>
          </p:spPr>
        </p:pic>
      </p:grpSp>
      <p:grpSp>
        <p:nvGrpSpPr>
          <p:cNvPr id="238" name="Group 237">
            <a:extLst>
              <a:ext uri="{FF2B5EF4-FFF2-40B4-BE49-F238E27FC236}">
                <a16:creationId xmlns:a16="http://schemas.microsoft.com/office/drawing/2014/main" id="{0C3B1E4F-3BDB-3927-F15E-385C23E93673}"/>
              </a:ext>
            </a:extLst>
          </p:cNvPr>
          <p:cNvGrpSpPr/>
          <p:nvPr/>
        </p:nvGrpSpPr>
        <p:grpSpPr>
          <a:xfrm>
            <a:off x="856832" y="4869695"/>
            <a:ext cx="466050" cy="669682"/>
            <a:chOff x="1159011" y="4934512"/>
            <a:chExt cx="466050" cy="669682"/>
          </a:xfrm>
        </p:grpSpPr>
        <p:sp>
          <p:nvSpPr>
            <p:cNvPr id="239" name="Rectangle: Rounded Corners 238">
              <a:extLst>
                <a:ext uri="{FF2B5EF4-FFF2-40B4-BE49-F238E27FC236}">
                  <a16:creationId xmlns:a16="http://schemas.microsoft.com/office/drawing/2014/main" id="{40167F97-ECEE-BE42-545B-FA2BE7EB84DA}"/>
                </a:ext>
              </a:extLst>
            </p:cNvPr>
            <p:cNvSpPr/>
            <p:nvPr/>
          </p:nvSpPr>
          <p:spPr>
            <a:xfrm>
              <a:off x="1159011" y="4934512"/>
              <a:ext cx="466050" cy="669682"/>
            </a:xfrm>
            <a:prstGeom prst="roundRect">
              <a:avLst>
                <a:gd name="adj" fmla="val 8535"/>
              </a:avLst>
            </a:prstGeom>
            <a:solidFill>
              <a:schemeClr val="bg1"/>
            </a:solidFill>
            <a:ln w="12700">
              <a:prstDash val="sys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240" name="Rectangle 239">
              <a:extLst>
                <a:ext uri="{FF2B5EF4-FFF2-40B4-BE49-F238E27FC236}">
                  <a16:creationId xmlns:a16="http://schemas.microsoft.com/office/drawing/2014/main" id="{CFE14299-93D0-B308-848C-B87744B2E731}"/>
                </a:ext>
              </a:extLst>
            </p:cNvPr>
            <p:cNvSpPr/>
            <p:nvPr/>
          </p:nvSpPr>
          <p:spPr>
            <a:xfrm>
              <a:off x="1307134" y="5356687"/>
              <a:ext cx="169804" cy="169804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D</a:t>
              </a:r>
            </a:p>
          </p:txBody>
        </p:sp>
        <p:pic>
          <p:nvPicPr>
            <p:cNvPr id="241" name="Picture 240" descr="A black and white symbol&#10;&#10;Description automatically generated">
              <a:extLst>
                <a:ext uri="{FF2B5EF4-FFF2-40B4-BE49-F238E27FC236}">
                  <a16:creationId xmlns:a16="http://schemas.microsoft.com/office/drawing/2014/main" id="{2CB7A041-83BE-E034-257E-ED8A34AD0499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216187" y="4970684"/>
              <a:ext cx="351698" cy="351696"/>
            </a:xfrm>
            <a:prstGeom prst="rect">
              <a:avLst/>
            </a:prstGeom>
          </p:spPr>
        </p:pic>
      </p:grpSp>
      <p:grpSp>
        <p:nvGrpSpPr>
          <p:cNvPr id="242" name="Group 241">
            <a:extLst>
              <a:ext uri="{FF2B5EF4-FFF2-40B4-BE49-F238E27FC236}">
                <a16:creationId xmlns:a16="http://schemas.microsoft.com/office/drawing/2014/main" id="{7EA1AC85-E5F9-2697-7F6F-9959A9607973}"/>
              </a:ext>
            </a:extLst>
          </p:cNvPr>
          <p:cNvGrpSpPr/>
          <p:nvPr/>
        </p:nvGrpSpPr>
        <p:grpSpPr>
          <a:xfrm>
            <a:off x="349454" y="4869695"/>
            <a:ext cx="466050" cy="669682"/>
            <a:chOff x="1159011" y="4934512"/>
            <a:chExt cx="466050" cy="669682"/>
          </a:xfrm>
        </p:grpSpPr>
        <p:sp>
          <p:nvSpPr>
            <p:cNvPr id="243" name="Rectangle: Rounded Corners 242">
              <a:extLst>
                <a:ext uri="{FF2B5EF4-FFF2-40B4-BE49-F238E27FC236}">
                  <a16:creationId xmlns:a16="http://schemas.microsoft.com/office/drawing/2014/main" id="{64C76EEB-7C9E-70BD-9A52-EE565CB5962C}"/>
                </a:ext>
              </a:extLst>
            </p:cNvPr>
            <p:cNvSpPr/>
            <p:nvPr/>
          </p:nvSpPr>
          <p:spPr>
            <a:xfrm>
              <a:off x="1159011" y="4934512"/>
              <a:ext cx="466050" cy="669682"/>
            </a:xfrm>
            <a:prstGeom prst="roundRect">
              <a:avLst>
                <a:gd name="adj" fmla="val 8535"/>
              </a:avLst>
            </a:prstGeom>
            <a:solidFill>
              <a:schemeClr val="bg1"/>
            </a:solidFill>
            <a:ln w="12700">
              <a:prstDash val="sys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244" name="Rectangle 243">
              <a:extLst>
                <a:ext uri="{FF2B5EF4-FFF2-40B4-BE49-F238E27FC236}">
                  <a16:creationId xmlns:a16="http://schemas.microsoft.com/office/drawing/2014/main" id="{39149E91-3102-0529-E535-A6D00F19B06E}"/>
                </a:ext>
              </a:extLst>
            </p:cNvPr>
            <p:cNvSpPr/>
            <p:nvPr/>
          </p:nvSpPr>
          <p:spPr>
            <a:xfrm>
              <a:off x="1307134" y="5356687"/>
              <a:ext cx="169804" cy="169804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C</a:t>
              </a:r>
            </a:p>
          </p:txBody>
        </p:sp>
        <p:pic>
          <p:nvPicPr>
            <p:cNvPr id="245" name="Picture 244" descr="A black and white symbol&#10;&#10;Description automatically generated">
              <a:extLst>
                <a:ext uri="{FF2B5EF4-FFF2-40B4-BE49-F238E27FC236}">
                  <a16:creationId xmlns:a16="http://schemas.microsoft.com/office/drawing/2014/main" id="{BE5FA05F-62E7-E531-3416-DBE38240F122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216187" y="4970684"/>
              <a:ext cx="351698" cy="351696"/>
            </a:xfrm>
            <a:prstGeom prst="rect">
              <a:avLst/>
            </a:prstGeom>
          </p:spPr>
        </p:pic>
      </p:grpSp>
      <p:grpSp>
        <p:nvGrpSpPr>
          <p:cNvPr id="249" name="Group 248">
            <a:extLst>
              <a:ext uri="{FF2B5EF4-FFF2-40B4-BE49-F238E27FC236}">
                <a16:creationId xmlns:a16="http://schemas.microsoft.com/office/drawing/2014/main" id="{A5910560-CAA4-45A9-8617-C112D211AD0F}"/>
              </a:ext>
            </a:extLst>
          </p:cNvPr>
          <p:cNvGrpSpPr/>
          <p:nvPr/>
        </p:nvGrpSpPr>
        <p:grpSpPr>
          <a:xfrm>
            <a:off x="1633202" y="1621248"/>
            <a:ext cx="1960897" cy="3158269"/>
            <a:chOff x="1633202" y="1621248"/>
            <a:chExt cx="1960897" cy="3158269"/>
          </a:xfrm>
        </p:grpSpPr>
        <p:sp>
          <p:nvSpPr>
            <p:cNvPr id="247" name="Rectangle: Rounded Corners 246">
              <a:extLst>
                <a:ext uri="{FF2B5EF4-FFF2-40B4-BE49-F238E27FC236}">
                  <a16:creationId xmlns:a16="http://schemas.microsoft.com/office/drawing/2014/main" id="{85A5174C-4C26-115C-59C3-5904D0709016}"/>
                </a:ext>
              </a:extLst>
            </p:cNvPr>
            <p:cNvSpPr/>
            <p:nvPr/>
          </p:nvSpPr>
          <p:spPr>
            <a:xfrm>
              <a:off x="1633202" y="1858519"/>
              <a:ext cx="1960897" cy="2920998"/>
            </a:xfrm>
            <a:prstGeom prst="roundRect">
              <a:avLst>
                <a:gd name="adj" fmla="val 3624"/>
              </a:avLst>
            </a:prstGeom>
            <a:solidFill>
              <a:schemeClr val="bg1">
                <a:lumMod val="95000"/>
                <a:alpha val="50196"/>
              </a:schemeClr>
            </a:solidFill>
            <a:ln w="12700">
              <a:solidFill>
                <a:schemeClr val="tx1">
                  <a:lumMod val="50000"/>
                  <a:lumOff val="50000"/>
                </a:schemeClr>
              </a:solidFill>
              <a:prstDash val="sysDot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248" name="TextBox 247">
              <a:extLst>
                <a:ext uri="{FF2B5EF4-FFF2-40B4-BE49-F238E27FC236}">
                  <a16:creationId xmlns:a16="http://schemas.microsoft.com/office/drawing/2014/main" id="{CBB7EFBA-A3B2-DAFC-BB0F-9850119BC6D8}"/>
                </a:ext>
              </a:extLst>
            </p:cNvPr>
            <p:cNvSpPr txBox="1"/>
            <p:nvPr/>
          </p:nvSpPr>
          <p:spPr>
            <a:xfrm>
              <a:off x="2059127" y="1621248"/>
              <a:ext cx="1179193" cy="2539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5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WIS Centre</a:t>
              </a:r>
              <a:endParaRPr kumimoji="0" lang="en-GB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246" name="Group 245">
            <a:extLst>
              <a:ext uri="{FF2B5EF4-FFF2-40B4-BE49-F238E27FC236}">
                <a16:creationId xmlns:a16="http://schemas.microsoft.com/office/drawing/2014/main" id="{F725601D-6FA1-FFB6-48E6-46AAEAC5B69B}"/>
              </a:ext>
            </a:extLst>
          </p:cNvPr>
          <p:cNvGrpSpPr/>
          <p:nvPr/>
        </p:nvGrpSpPr>
        <p:grpSpPr>
          <a:xfrm>
            <a:off x="238558" y="2004858"/>
            <a:ext cx="2724621" cy="2574854"/>
            <a:chOff x="238558" y="2004858"/>
            <a:chExt cx="2724621" cy="2574854"/>
          </a:xfrm>
        </p:grpSpPr>
        <p:pic>
          <p:nvPicPr>
            <p:cNvPr id="52" name="Picture 51">
              <a:extLst>
                <a:ext uri="{FF2B5EF4-FFF2-40B4-BE49-F238E27FC236}">
                  <a16:creationId xmlns:a16="http://schemas.microsoft.com/office/drawing/2014/main" id="{9F24E719-A5D1-1012-436E-9EFD7FB716AD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256121" y="3053461"/>
              <a:ext cx="1338982" cy="751078"/>
            </a:xfrm>
            <a:prstGeom prst="rect">
              <a:avLst/>
            </a:prstGeom>
          </p:spPr>
        </p:pic>
        <p:grpSp>
          <p:nvGrpSpPr>
            <p:cNvPr id="53" name="Group 52">
              <a:extLst>
                <a:ext uri="{FF2B5EF4-FFF2-40B4-BE49-F238E27FC236}">
                  <a16:creationId xmlns:a16="http://schemas.microsoft.com/office/drawing/2014/main" id="{487CD3B9-11C2-E012-EA98-89D3D47E215A}"/>
                </a:ext>
              </a:extLst>
            </p:cNvPr>
            <p:cNvGrpSpPr/>
            <p:nvPr/>
          </p:nvGrpSpPr>
          <p:grpSpPr>
            <a:xfrm>
              <a:off x="2334271" y="2004858"/>
              <a:ext cx="628907" cy="910662"/>
              <a:chOff x="6648193" y="889820"/>
              <a:chExt cx="628907" cy="910662"/>
            </a:xfrm>
          </p:grpSpPr>
          <p:sp>
            <p:nvSpPr>
              <p:cNvPr id="54" name="Rectangle: Rounded Corners 53">
                <a:extLst>
                  <a:ext uri="{FF2B5EF4-FFF2-40B4-BE49-F238E27FC236}">
                    <a16:creationId xmlns:a16="http://schemas.microsoft.com/office/drawing/2014/main" id="{926DF41C-D34C-890B-FD63-714B635421DF}"/>
                  </a:ext>
                </a:extLst>
              </p:cNvPr>
              <p:cNvSpPr/>
              <p:nvPr/>
            </p:nvSpPr>
            <p:spPr>
              <a:xfrm>
                <a:off x="6648193" y="1171575"/>
                <a:ext cx="628907" cy="628907"/>
              </a:xfrm>
              <a:prstGeom prst="roundRect">
                <a:avLst>
                  <a:gd name="adj" fmla="val 8678"/>
                </a:avLst>
              </a:prstGeom>
              <a:solidFill>
                <a:schemeClr val="bg1"/>
              </a:solidFill>
              <a:ln w="28575">
                <a:solidFill>
                  <a:srgbClr val="3963DA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3963DA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3963DA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WIS2 Node</a:t>
                </a:r>
              </a:p>
            </p:txBody>
          </p:sp>
          <p:pic>
            <p:nvPicPr>
              <p:cNvPr id="55" name="Picture 54">
                <a:extLst>
                  <a:ext uri="{FF2B5EF4-FFF2-40B4-BE49-F238E27FC236}">
                    <a16:creationId xmlns:a16="http://schemas.microsoft.com/office/drawing/2014/main" id="{258E859C-6A7E-C8A5-9993-65B7B0B60C1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6701185" y="889820"/>
                <a:ext cx="522922" cy="532516"/>
              </a:xfrm>
              <a:prstGeom prst="rect">
                <a:avLst/>
              </a:prstGeom>
            </p:spPr>
          </p:pic>
        </p:grpSp>
        <p:sp>
          <p:nvSpPr>
            <p:cNvPr id="56" name="Rectangle: Rounded Corners 55">
              <a:extLst>
                <a:ext uri="{FF2B5EF4-FFF2-40B4-BE49-F238E27FC236}">
                  <a16:creationId xmlns:a16="http://schemas.microsoft.com/office/drawing/2014/main" id="{F95EDB93-3E44-C7CA-9A64-B37F5DC84784}"/>
                </a:ext>
              </a:extLst>
            </p:cNvPr>
            <p:cNvSpPr/>
            <p:nvPr/>
          </p:nvSpPr>
          <p:spPr>
            <a:xfrm>
              <a:off x="2334272" y="3950805"/>
              <a:ext cx="628907" cy="628907"/>
            </a:xfrm>
            <a:prstGeom prst="roundRect">
              <a:avLst>
                <a:gd name="adj" fmla="val 8678"/>
              </a:avLst>
            </a:pr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MSS</a:t>
              </a:r>
            </a:p>
          </p:txBody>
        </p:sp>
        <p:cxnSp>
          <p:nvCxnSpPr>
            <p:cNvPr id="58" name="Straight Arrow Connector 57">
              <a:extLst>
                <a:ext uri="{FF2B5EF4-FFF2-40B4-BE49-F238E27FC236}">
                  <a16:creationId xmlns:a16="http://schemas.microsoft.com/office/drawing/2014/main" id="{FE679ABF-FDE5-9970-543D-B4DB2618CD35}"/>
                </a:ext>
              </a:extLst>
            </p:cNvPr>
            <p:cNvCxnSpPr/>
            <p:nvPr/>
          </p:nvCxnSpPr>
          <p:spPr>
            <a:xfrm flipV="1">
              <a:off x="1476375" y="2733675"/>
              <a:ext cx="751592" cy="419100"/>
            </a:xfrm>
            <a:prstGeom prst="straightConnector1">
              <a:avLst/>
            </a:prstGeom>
            <a:ln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Straight Arrow Connector 60">
              <a:extLst>
                <a:ext uri="{FF2B5EF4-FFF2-40B4-BE49-F238E27FC236}">
                  <a16:creationId xmlns:a16="http://schemas.microsoft.com/office/drawing/2014/main" id="{77D91189-2179-BD9F-FFED-C0FCA67EB67A}"/>
                </a:ext>
              </a:extLst>
            </p:cNvPr>
            <p:cNvCxnSpPr>
              <a:cxnSpLocks/>
            </p:cNvCxnSpPr>
            <p:nvPr/>
          </p:nvCxnSpPr>
          <p:spPr>
            <a:xfrm>
              <a:off x="1476375" y="3741255"/>
              <a:ext cx="751592" cy="419100"/>
            </a:xfrm>
            <a:prstGeom prst="straightConnector1">
              <a:avLst/>
            </a:prstGeom>
            <a:ln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62" name="TextBox 61">
              <a:extLst>
                <a:ext uri="{FF2B5EF4-FFF2-40B4-BE49-F238E27FC236}">
                  <a16:creationId xmlns:a16="http://schemas.microsoft.com/office/drawing/2014/main" id="{E649390D-6C9B-E8E7-43CD-3F860460ACA3}"/>
                </a:ext>
              </a:extLst>
            </p:cNvPr>
            <p:cNvSpPr txBox="1"/>
            <p:nvPr/>
          </p:nvSpPr>
          <p:spPr>
            <a:xfrm>
              <a:off x="238558" y="3676872"/>
              <a:ext cx="1179193" cy="43858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5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data management system</a:t>
              </a: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</a:t>
              </a:r>
            </a:p>
          </p:txBody>
        </p:sp>
      </p:grpSp>
      <p:sp>
        <p:nvSpPr>
          <p:cNvPr id="250" name="TextBox 249">
            <a:extLst>
              <a:ext uri="{FF2B5EF4-FFF2-40B4-BE49-F238E27FC236}">
                <a16:creationId xmlns:a16="http://schemas.microsoft.com/office/drawing/2014/main" id="{34FAAA64-1632-33F2-9B51-30886F9CFF4B}"/>
              </a:ext>
            </a:extLst>
          </p:cNvPr>
          <p:cNvSpPr txBox="1"/>
          <p:nvPr/>
        </p:nvSpPr>
        <p:spPr>
          <a:xfrm>
            <a:off x="6619182" y="6359331"/>
            <a:ext cx="818636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GTS</a:t>
            </a:r>
          </a:p>
        </p:txBody>
      </p:sp>
      <p:sp>
        <p:nvSpPr>
          <p:cNvPr id="251" name="TextBox 250">
            <a:extLst>
              <a:ext uri="{FF2B5EF4-FFF2-40B4-BE49-F238E27FC236}">
                <a16:creationId xmlns:a16="http://schemas.microsoft.com/office/drawing/2014/main" id="{FE75A82C-AA22-F0D0-1A4B-836650B8CECF}"/>
              </a:ext>
            </a:extLst>
          </p:cNvPr>
          <p:cNvSpPr txBox="1"/>
          <p:nvPr/>
        </p:nvSpPr>
        <p:spPr>
          <a:xfrm>
            <a:off x="1558820" y="5324359"/>
            <a:ext cx="4924256" cy="1200329"/>
          </a:xfrm>
          <a:prstGeom prst="rect">
            <a:avLst/>
          </a:prstGeom>
          <a:solidFill>
            <a:srgbClr val="FFFFFF">
              <a:alpha val="69804"/>
            </a:srgbClr>
          </a:solidFill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WIS2 distribution example</a:t>
            </a: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Global Brokers </a:t>
            </a: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rgbClr val="4EA72E">
                    <a:lumMod val="75000"/>
                  </a:srgbClr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subscribe </a:t>
            </a: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to the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Global Caches; new WNMs are sent to the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Global Brokers and republished</a:t>
            </a:r>
            <a:endParaRPr kumimoji="0" lang="en-GB" sz="1800" b="0" i="0" u="none" strike="noStrike" kern="1200" cap="none" spc="0" normalizeH="0" baseline="0" noProof="0" dirty="0">
              <a:ln>
                <a:noFill/>
              </a:ln>
              <a:solidFill>
                <a:srgbClr val="4EA72E">
                  <a:lumMod val="75000"/>
                </a:srgbClr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6FE1E1B-D39B-F541-3CCC-F790A7C45659}"/>
              </a:ext>
            </a:extLst>
          </p:cNvPr>
          <p:cNvSpPr txBox="1"/>
          <p:nvPr/>
        </p:nvSpPr>
        <p:spPr>
          <a:xfrm>
            <a:off x="2074853" y="3688682"/>
            <a:ext cx="117919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CCCC = </a:t>
            </a:r>
            <a:r>
              <a:rPr kumimoji="0" lang="en-GB" sz="12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TEST</a:t>
            </a:r>
            <a:endParaRPr kumimoji="0" lang="en-GB" sz="16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+mn-cs"/>
            </a:endParaRPr>
          </a:p>
        </p:txBody>
      </p:sp>
      <p:grpSp>
        <p:nvGrpSpPr>
          <p:cNvPr id="203" name="Group 202">
            <a:extLst>
              <a:ext uri="{FF2B5EF4-FFF2-40B4-BE49-F238E27FC236}">
                <a16:creationId xmlns:a16="http://schemas.microsoft.com/office/drawing/2014/main" id="{0FD1344C-B68A-3F04-A875-6C3FE5C1CC1F}"/>
              </a:ext>
            </a:extLst>
          </p:cNvPr>
          <p:cNvGrpSpPr/>
          <p:nvPr/>
        </p:nvGrpSpPr>
        <p:grpSpPr>
          <a:xfrm>
            <a:off x="3037962" y="3577971"/>
            <a:ext cx="8224599" cy="2603109"/>
            <a:chOff x="3037962" y="3577971"/>
            <a:chExt cx="8224599" cy="2603109"/>
          </a:xfrm>
        </p:grpSpPr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D15F8F52-B378-2875-8310-FC13E9A2B493}"/>
                </a:ext>
              </a:extLst>
            </p:cNvPr>
            <p:cNvGrpSpPr/>
            <p:nvPr/>
          </p:nvGrpSpPr>
          <p:grpSpPr>
            <a:xfrm>
              <a:off x="4281843" y="4427055"/>
              <a:ext cx="628907" cy="628907"/>
              <a:chOff x="2867802" y="3950805"/>
              <a:chExt cx="628907" cy="628907"/>
            </a:xfrm>
          </p:grpSpPr>
          <p:sp>
            <p:nvSpPr>
              <p:cNvPr id="4" name="Oval 3">
                <a:extLst>
                  <a:ext uri="{FF2B5EF4-FFF2-40B4-BE49-F238E27FC236}">
                    <a16:creationId xmlns:a16="http://schemas.microsoft.com/office/drawing/2014/main" id="{B83302F7-82C1-7033-492E-8BFC166A95B3}"/>
                  </a:ext>
                </a:extLst>
              </p:cNvPr>
              <p:cNvSpPr/>
              <p:nvPr/>
            </p:nvSpPr>
            <p:spPr>
              <a:xfrm>
                <a:off x="2867802" y="3950805"/>
                <a:ext cx="628907" cy="628907"/>
              </a:xfrm>
              <a:prstGeom prst="ellipse">
                <a:avLst/>
              </a:prstGeom>
              <a:solidFill>
                <a:schemeClr val="bg1"/>
              </a:solidFill>
              <a:ln w="28575"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404EC5D0-39A7-6139-D5CC-E8A9DD5A70E9}"/>
                  </a:ext>
                </a:extLst>
              </p:cNvPr>
              <p:cNvSpPr txBox="1"/>
              <p:nvPr/>
            </p:nvSpPr>
            <p:spPr>
              <a:xfrm>
                <a:off x="2949594" y="4126758"/>
                <a:ext cx="465322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2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white">
                        <a:lumMod val="75000"/>
                      </a:prstClr>
                    </a:solidFill>
                    <a:effectLst/>
                    <a:uLnTx/>
                    <a:uFillTx/>
                    <a:latin typeface="Aptos" panose="020B0004020202020204" pitchFamily="34" charset="0"/>
                    <a:ea typeface="+mn-ea"/>
                    <a:cs typeface="Arial" panose="020B0604020202020204" pitchFamily="34" charset="0"/>
                  </a:rPr>
                  <a:t>RTH</a:t>
                </a:r>
              </a:p>
            </p:txBody>
          </p:sp>
        </p:grpSp>
        <p:cxnSp>
          <p:nvCxnSpPr>
            <p:cNvPr id="6" name="Straight Arrow Connector 5">
              <a:extLst>
                <a:ext uri="{FF2B5EF4-FFF2-40B4-BE49-F238E27FC236}">
                  <a16:creationId xmlns:a16="http://schemas.microsoft.com/office/drawing/2014/main" id="{B5559F56-7D62-2F24-9DF9-C0973BE38CB0}"/>
                </a:ext>
              </a:extLst>
            </p:cNvPr>
            <p:cNvCxnSpPr>
              <a:cxnSpLocks/>
            </p:cNvCxnSpPr>
            <p:nvPr/>
          </p:nvCxnSpPr>
          <p:spPr>
            <a:xfrm>
              <a:off x="3037962" y="4315266"/>
              <a:ext cx="1175587" cy="306792"/>
            </a:xfrm>
            <a:prstGeom prst="straightConnector1">
              <a:avLst/>
            </a:prstGeom>
            <a:ln>
              <a:solidFill>
                <a:schemeClr val="bg1">
                  <a:lumMod val="85000"/>
                </a:schemeClr>
              </a:solidFill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77FBC415-F4E6-1BF1-A8CD-E35140E94B84}"/>
                </a:ext>
              </a:extLst>
            </p:cNvPr>
            <p:cNvGrpSpPr/>
            <p:nvPr/>
          </p:nvGrpSpPr>
          <p:grpSpPr>
            <a:xfrm>
              <a:off x="6188224" y="3577971"/>
              <a:ext cx="628907" cy="628907"/>
              <a:chOff x="2867802" y="3950805"/>
              <a:chExt cx="628907" cy="628907"/>
            </a:xfrm>
          </p:grpSpPr>
          <p:sp>
            <p:nvSpPr>
              <p:cNvPr id="12" name="Oval 11">
                <a:extLst>
                  <a:ext uri="{FF2B5EF4-FFF2-40B4-BE49-F238E27FC236}">
                    <a16:creationId xmlns:a16="http://schemas.microsoft.com/office/drawing/2014/main" id="{BDD3527B-7C78-29B3-62D2-8406CDC4694F}"/>
                  </a:ext>
                </a:extLst>
              </p:cNvPr>
              <p:cNvSpPr/>
              <p:nvPr/>
            </p:nvSpPr>
            <p:spPr>
              <a:xfrm>
                <a:off x="2867802" y="3950805"/>
                <a:ext cx="628907" cy="628907"/>
              </a:xfrm>
              <a:prstGeom prst="ellipse">
                <a:avLst/>
              </a:prstGeom>
              <a:solidFill>
                <a:schemeClr val="bg1"/>
              </a:solidFill>
              <a:ln w="28575"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6CFBB3E1-5882-618E-EE09-83331D986827}"/>
                  </a:ext>
                </a:extLst>
              </p:cNvPr>
              <p:cNvSpPr txBox="1"/>
              <p:nvPr/>
            </p:nvSpPr>
            <p:spPr>
              <a:xfrm>
                <a:off x="2949594" y="4068702"/>
                <a:ext cx="465322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2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white">
                        <a:lumMod val="75000"/>
                      </a:prstClr>
                    </a:solidFill>
                    <a:effectLst/>
                    <a:uLnTx/>
                    <a:uFillTx/>
                    <a:latin typeface="Aptos" panose="020B0004020202020204" pitchFamily="34" charset="0"/>
                    <a:ea typeface="+mn-ea"/>
                    <a:cs typeface="Arial" panose="020B0604020202020204" pitchFamily="34" charset="0"/>
                  </a:rPr>
                  <a:t>RTH</a:t>
                </a:r>
              </a:p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8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white">
                        <a:lumMod val="75000"/>
                      </a:prstClr>
                    </a:solidFill>
                    <a:effectLst/>
                    <a:uLnTx/>
                    <a:uFillTx/>
                    <a:latin typeface="Aptos" panose="020B0004020202020204" pitchFamily="34" charset="0"/>
                    <a:ea typeface="+mn-ea"/>
                    <a:cs typeface="Arial" panose="020B0604020202020204" pitchFamily="34" charset="0"/>
                  </a:rPr>
                  <a:t>Exeter</a:t>
                </a:r>
              </a:p>
            </p:txBody>
          </p:sp>
        </p:grp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4476565A-EE8F-AC22-1E13-D285B0DB666C}"/>
                </a:ext>
              </a:extLst>
            </p:cNvPr>
            <p:cNvGrpSpPr/>
            <p:nvPr/>
          </p:nvGrpSpPr>
          <p:grpSpPr>
            <a:xfrm>
              <a:off x="9293175" y="3577971"/>
              <a:ext cx="628907" cy="628907"/>
              <a:chOff x="2867802" y="3950805"/>
              <a:chExt cx="628907" cy="628907"/>
            </a:xfrm>
          </p:grpSpPr>
          <p:sp>
            <p:nvSpPr>
              <p:cNvPr id="23" name="Oval 22">
                <a:extLst>
                  <a:ext uri="{FF2B5EF4-FFF2-40B4-BE49-F238E27FC236}">
                    <a16:creationId xmlns:a16="http://schemas.microsoft.com/office/drawing/2014/main" id="{3EF16A0D-066B-A7AF-1A5A-0E3E91DA3ECF}"/>
                  </a:ext>
                </a:extLst>
              </p:cNvPr>
              <p:cNvSpPr/>
              <p:nvPr/>
            </p:nvSpPr>
            <p:spPr>
              <a:xfrm>
                <a:off x="2867802" y="3950805"/>
                <a:ext cx="628907" cy="628907"/>
              </a:xfrm>
              <a:prstGeom prst="ellipse">
                <a:avLst/>
              </a:prstGeom>
              <a:solidFill>
                <a:schemeClr val="bg1"/>
              </a:solidFill>
              <a:ln w="28575"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7A39263B-9E8F-630C-0B57-941E2DAA894A}"/>
                  </a:ext>
                </a:extLst>
              </p:cNvPr>
              <p:cNvSpPr txBox="1"/>
              <p:nvPr/>
            </p:nvSpPr>
            <p:spPr>
              <a:xfrm>
                <a:off x="2932200" y="4068702"/>
                <a:ext cx="500110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2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white">
                        <a:lumMod val="75000"/>
                      </a:prstClr>
                    </a:solidFill>
                    <a:effectLst/>
                    <a:uLnTx/>
                    <a:uFillTx/>
                    <a:latin typeface="Aptos" panose="020B0004020202020204" pitchFamily="34" charset="0"/>
                    <a:ea typeface="+mn-ea"/>
                    <a:cs typeface="Arial" panose="020B0604020202020204" pitchFamily="34" charset="0"/>
                  </a:rPr>
                  <a:t>RTH</a:t>
                </a:r>
              </a:p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8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white">
                        <a:lumMod val="75000"/>
                      </a:prstClr>
                    </a:solidFill>
                    <a:effectLst/>
                    <a:uLnTx/>
                    <a:uFillTx/>
                    <a:latin typeface="Aptos" panose="020B0004020202020204" pitchFamily="34" charset="0"/>
                    <a:ea typeface="+mn-ea"/>
                    <a:cs typeface="Arial" panose="020B0604020202020204" pitchFamily="34" charset="0"/>
                  </a:rPr>
                  <a:t>Beijing</a:t>
                </a:r>
                <a:endParaRPr kumimoji="0" lang="en-GB" sz="700" b="0" i="0" u="none" strike="noStrike" kern="0" cap="none" spc="0" normalizeH="0" baseline="0" noProof="0" dirty="0">
                  <a:ln>
                    <a:noFill/>
                  </a:ln>
                  <a:solidFill>
                    <a:prstClr val="white">
                      <a:lumMod val="75000"/>
                    </a:prstClr>
                  </a:solidFill>
                  <a:effectLst/>
                  <a:uLnTx/>
                  <a:uFillTx/>
                  <a:latin typeface="Aptos" panose="020B0004020202020204" pitchFamily="34" charset="0"/>
                  <a:ea typeface="+mn-ea"/>
                  <a:cs typeface="Arial" panose="020B0604020202020204" pitchFamily="34" charset="0"/>
                </a:endParaRPr>
              </a:p>
            </p:txBody>
          </p:sp>
        </p:grpSp>
        <p:grpSp>
          <p:nvGrpSpPr>
            <p:cNvPr id="26" name="Group 25">
              <a:extLst>
                <a:ext uri="{FF2B5EF4-FFF2-40B4-BE49-F238E27FC236}">
                  <a16:creationId xmlns:a16="http://schemas.microsoft.com/office/drawing/2014/main" id="{E2F5F6A3-23EE-754B-998D-546E269A8379}"/>
                </a:ext>
              </a:extLst>
            </p:cNvPr>
            <p:cNvGrpSpPr/>
            <p:nvPr/>
          </p:nvGrpSpPr>
          <p:grpSpPr>
            <a:xfrm>
              <a:off x="6521485" y="5413675"/>
              <a:ext cx="628907" cy="628907"/>
              <a:chOff x="2867802" y="3950805"/>
              <a:chExt cx="628907" cy="628907"/>
            </a:xfrm>
          </p:grpSpPr>
          <p:sp>
            <p:nvSpPr>
              <p:cNvPr id="27" name="Oval 26">
                <a:extLst>
                  <a:ext uri="{FF2B5EF4-FFF2-40B4-BE49-F238E27FC236}">
                    <a16:creationId xmlns:a16="http://schemas.microsoft.com/office/drawing/2014/main" id="{A57FD2DD-9360-AFFA-FFAE-23E863FB4403}"/>
                  </a:ext>
                </a:extLst>
              </p:cNvPr>
              <p:cNvSpPr/>
              <p:nvPr/>
            </p:nvSpPr>
            <p:spPr>
              <a:xfrm>
                <a:off x="2867802" y="3950805"/>
                <a:ext cx="628907" cy="628907"/>
              </a:xfrm>
              <a:prstGeom prst="ellipse">
                <a:avLst/>
              </a:prstGeom>
              <a:solidFill>
                <a:schemeClr val="bg1"/>
              </a:solidFill>
              <a:ln w="28575"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>
                      <a:lumMod val="65000"/>
                    </a:prstClr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55CCB208-040D-C4E0-9427-0A5B682E5320}"/>
                  </a:ext>
                </a:extLst>
              </p:cNvPr>
              <p:cNvSpPr txBox="1"/>
              <p:nvPr/>
            </p:nvSpPr>
            <p:spPr>
              <a:xfrm>
                <a:off x="2949594" y="4126758"/>
                <a:ext cx="465322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2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white">
                        <a:lumMod val="75000"/>
                      </a:prstClr>
                    </a:solidFill>
                    <a:effectLst/>
                    <a:uLnTx/>
                    <a:uFillTx/>
                    <a:latin typeface="Aptos" panose="020B0004020202020204" pitchFamily="34" charset="0"/>
                    <a:ea typeface="+mn-ea"/>
                    <a:cs typeface="Arial" panose="020B0604020202020204" pitchFamily="34" charset="0"/>
                  </a:rPr>
                  <a:t>RTH</a:t>
                </a:r>
              </a:p>
            </p:txBody>
          </p:sp>
        </p:grpSp>
        <p:grpSp>
          <p:nvGrpSpPr>
            <p:cNvPr id="29" name="Group 28">
              <a:extLst>
                <a:ext uri="{FF2B5EF4-FFF2-40B4-BE49-F238E27FC236}">
                  <a16:creationId xmlns:a16="http://schemas.microsoft.com/office/drawing/2014/main" id="{FA8CF746-915D-F2C8-2EB6-067D31D9C799}"/>
                </a:ext>
              </a:extLst>
            </p:cNvPr>
            <p:cNvGrpSpPr/>
            <p:nvPr/>
          </p:nvGrpSpPr>
          <p:grpSpPr>
            <a:xfrm>
              <a:off x="8862418" y="5165872"/>
              <a:ext cx="628907" cy="628907"/>
              <a:chOff x="2867802" y="3950805"/>
              <a:chExt cx="628907" cy="628907"/>
            </a:xfrm>
          </p:grpSpPr>
          <p:sp>
            <p:nvSpPr>
              <p:cNvPr id="30" name="Oval 29">
                <a:extLst>
                  <a:ext uri="{FF2B5EF4-FFF2-40B4-BE49-F238E27FC236}">
                    <a16:creationId xmlns:a16="http://schemas.microsoft.com/office/drawing/2014/main" id="{DD6BD8E9-BDDA-91B9-CA6D-C9F7C4116620}"/>
                  </a:ext>
                </a:extLst>
              </p:cNvPr>
              <p:cNvSpPr/>
              <p:nvPr/>
            </p:nvSpPr>
            <p:spPr>
              <a:xfrm>
                <a:off x="2867802" y="3950805"/>
                <a:ext cx="628907" cy="628907"/>
              </a:xfrm>
              <a:prstGeom prst="ellipse">
                <a:avLst/>
              </a:prstGeom>
              <a:solidFill>
                <a:schemeClr val="bg1"/>
              </a:solidFill>
              <a:ln w="28575"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>
                      <a:lumMod val="65000"/>
                    </a:prstClr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D53E6AB6-39B6-8A63-4DB8-7A6262F0D6FB}"/>
                  </a:ext>
                </a:extLst>
              </p:cNvPr>
              <p:cNvSpPr txBox="1"/>
              <p:nvPr/>
            </p:nvSpPr>
            <p:spPr>
              <a:xfrm>
                <a:off x="2949594" y="4126758"/>
                <a:ext cx="465322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2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white">
                        <a:lumMod val="75000"/>
                      </a:prstClr>
                    </a:solidFill>
                    <a:effectLst/>
                    <a:uLnTx/>
                    <a:uFillTx/>
                    <a:latin typeface="Aptos" panose="020B0004020202020204" pitchFamily="34" charset="0"/>
                    <a:ea typeface="+mn-ea"/>
                    <a:cs typeface="Arial" panose="020B0604020202020204" pitchFamily="34" charset="0"/>
                  </a:rPr>
                  <a:t>RTH</a:t>
                </a:r>
              </a:p>
            </p:txBody>
          </p:sp>
        </p:grpSp>
        <p:grpSp>
          <p:nvGrpSpPr>
            <p:cNvPr id="32" name="Group 31">
              <a:extLst>
                <a:ext uri="{FF2B5EF4-FFF2-40B4-BE49-F238E27FC236}">
                  <a16:creationId xmlns:a16="http://schemas.microsoft.com/office/drawing/2014/main" id="{E1846597-A2B2-E90E-828A-FD7FC835F278}"/>
                </a:ext>
              </a:extLst>
            </p:cNvPr>
            <p:cNvGrpSpPr/>
            <p:nvPr/>
          </p:nvGrpSpPr>
          <p:grpSpPr>
            <a:xfrm>
              <a:off x="7543240" y="4536965"/>
              <a:ext cx="628907" cy="628907"/>
              <a:chOff x="2867802" y="3950805"/>
              <a:chExt cx="628907" cy="628907"/>
            </a:xfrm>
          </p:grpSpPr>
          <p:sp>
            <p:nvSpPr>
              <p:cNvPr id="33" name="Oval 32">
                <a:extLst>
                  <a:ext uri="{FF2B5EF4-FFF2-40B4-BE49-F238E27FC236}">
                    <a16:creationId xmlns:a16="http://schemas.microsoft.com/office/drawing/2014/main" id="{2292E692-978E-AE44-4ED4-03D95360EF9D}"/>
                  </a:ext>
                </a:extLst>
              </p:cNvPr>
              <p:cNvSpPr/>
              <p:nvPr/>
            </p:nvSpPr>
            <p:spPr>
              <a:xfrm>
                <a:off x="2867802" y="3950805"/>
                <a:ext cx="628907" cy="628907"/>
              </a:xfrm>
              <a:prstGeom prst="ellipse">
                <a:avLst/>
              </a:prstGeom>
              <a:solidFill>
                <a:schemeClr val="bg1"/>
              </a:solidFill>
              <a:ln w="28575"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>
                      <a:lumMod val="65000"/>
                    </a:prstClr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732D8F4D-FC38-5AFA-A344-F257AD413F71}"/>
                  </a:ext>
                </a:extLst>
              </p:cNvPr>
              <p:cNvSpPr txBox="1"/>
              <p:nvPr/>
            </p:nvSpPr>
            <p:spPr>
              <a:xfrm>
                <a:off x="2949594" y="4126758"/>
                <a:ext cx="465322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2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white">
                        <a:lumMod val="75000"/>
                      </a:prstClr>
                    </a:solidFill>
                    <a:effectLst/>
                    <a:uLnTx/>
                    <a:uFillTx/>
                    <a:latin typeface="Aptos" panose="020B0004020202020204" pitchFamily="34" charset="0"/>
                    <a:ea typeface="+mn-ea"/>
                    <a:cs typeface="Arial" panose="020B0604020202020204" pitchFamily="34" charset="0"/>
                  </a:rPr>
                  <a:t>RTH</a:t>
                </a:r>
              </a:p>
            </p:txBody>
          </p:sp>
        </p:grpSp>
        <p:cxnSp>
          <p:nvCxnSpPr>
            <p:cNvPr id="35" name="Straight Arrow Connector 34">
              <a:extLst>
                <a:ext uri="{FF2B5EF4-FFF2-40B4-BE49-F238E27FC236}">
                  <a16:creationId xmlns:a16="http://schemas.microsoft.com/office/drawing/2014/main" id="{1AA37360-433A-393B-4892-B20CA86BC1EC}"/>
                </a:ext>
              </a:extLst>
            </p:cNvPr>
            <p:cNvCxnSpPr>
              <a:cxnSpLocks/>
            </p:cNvCxnSpPr>
            <p:nvPr/>
          </p:nvCxnSpPr>
          <p:spPr>
            <a:xfrm>
              <a:off x="4975127" y="4870482"/>
              <a:ext cx="1508258" cy="709621"/>
            </a:xfrm>
            <a:prstGeom prst="straightConnector1">
              <a:avLst/>
            </a:prstGeom>
            <a:ln>
              <a:solidFill>
                <a:schemeClr val="bg1">
                  <a:lumMod val="85000"/>
                </a:schemeClr>
              </a:solidFill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Arrow Connector 35">
              <a:extLst>
                <a:ext uri="{FF2B5EF4-FFF2-40B4-BE49-F238E27FC236}">
                  <a16:creationId xmlns:a16="http://schemas.microsoft.com/office/drawing/2014/main" id="{F47E1C38-CA1C-E05E-72C7-2D3EE61AC5D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948850" y="3983610"/>
              <a:ext cx="1143095" cy="575843"/>
            </a:xfrm>
            <a:prstGeom prst="straightConnector1">
              <a:avLst/>
            </a:prstGeom>
            <a:ln>
              <a:solidFill>
                <a:schemeClr val="bg1">
                  <a:lumMod val="85000"/>
                </a:schemeClr>
              </a:solidFill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Arrow Connector 36">
              <a:extLst>
                <a:ext uri="{FF2B5EF4-FFF2-40B4-BE49-F238E27FC236}">
                  <a16:creationId xmlns:a16="http://schemas.microsoft.com/office/drawing/2014/main" id="{684438C9-FE6E-ACBC-522B-357E968728A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123124" y="5120144"/>
              <a:ext cx="428025" cy="331605"/>
            </a:xfrm>
            <a:prstGeom prst="straightConnector1">
              <a:avLst/>
            </a:prstGeom>
            <a:ln>
              <a:solidFill>
                <a:schemeClr val="bg1">
                  <a:lumMod val="85000"/>
                </a:schemeClr>
              </a:solidFill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Arrow Connector 37">
              <a:extLst>
                <a:ext uri="{FF2B5EF4-FFF2-40B4-BE49-F238E27FC236}">
                  <a16:creationId xmlns:a16="http://schemas.microsoft.com/office/drawing/2014/main" id="{31883568-6BC7-C34A-F828-3D3DF81393D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172147" y="4092067"/>
              <a:ext cx="1121028" cy="549041"/>
            </a:xfrm>
            <a:prstGeom prst="straightConnector1">
              <a:avLst/>
            </a:prstGeom>
            <a:ln>
              <a:solidFill>
                <a:schemeClr val="bg1">
                  <a:lumMod val="85000"/>
                </a:schemeClr>
              </a:solidFill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Arrow Connector 38">
              <a:extLst>
                <a:ext uri="{FF2B5EF4-FFF2-40B4-BE49-F238E27FC236}">
                  <a16:creationId xmlns:a16="http://schemas.microsoft.com/office/drawing/2014/main" id="{63078B39-C680-B9EF-8624-19988F843EF6}"/>
                </a:ext>
              </a:extLst>
            </p:cNvPr>
            <p:cNvCxnSpPr>
              <a:cxnSpLocks/>
            </p:cNvCxnSpPr>
            <p:nvPr/>
          </p:nvCxnSpPr>
          <p:spPr>
            <a:xfrm>
              <a:off x="8191197" y="5026609"/>
              <a:ext cx="652171" cy="305691"/>
            </a:xfrm>
            <a:prstGeom prst="straightConnector1">
              <a:avLst/>
            </a:prstGeom>
            <a:ln>
              <a:solidFill>
                <a:schemeClr val="bg1">
                  <a:lumMod val="85000"/>
                </a:schemeClr>
              </a:solidFill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Arrow Connector 41">
              <a:extLst>
                <a:ext uri="{FF2B5EF4-FFF2-40B4-BE49-F238E27FC236}">
                  <a16:creationId xmlns:a16="http://schemas.microsoft.com/office/drawing/2014/main" id="{DD2CEB46-6FA6-1F67-CE8A-A19FA2951FFF}"/>
                </a:ext>
              </a:extLst>
            </p:cNvPr>
            <p:cNvCxnSpPr>
              <a:cxnSpLocks/>
            </p:cNvCxnSpPr>
            <p:nvPr/>
          </p:nvCxnSpPr>
          <p:spPr>
            <a:xfrm>
              <a:off x="9538950" y="5570578"/>
              <a:ext cx="981544" cy="276999"/>
            </a:xfrm>
            <a:prstGeom prst="straightConnector1">
              <a:avLst/>
            </a:prstGeom>
            <a:ln>
              <a:solidFill>
                <a:schemeClr val="bg1">
                  <a:lumMod val="85000"/>
                </a:schemeClr>
              </a:solidFill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02" name="Group 201">
              <a:extLst>
                <a:ext uri="{FF2B5EF4-FFF2-40B4-BE49-F238E27FC236}">
                  <a16:creationId xmlns:a16="http://schemas.microsoft.com/office/drawing/2014/main" id="{0237C3C4-CABF-1A8A-08F3-21E8813B2F1A}"/>
                </a:ext>
              </a:extLst>
            </p:cNvPr>
            <p:cNvGrpSpPr/>
            <p:nvPr/>
          </p:nvGrpSpPr>
          <p:grpSpPr>
            <a:xfrm>
              <a:off x="10510969" y="5552173"/>
              <a:ext cx="751592" cy="628907"/>
              <a:chOff x="10510969" y="5552173"/>
              <a:chExt cx="751592" cy="628907"/>
            </a:xfrm>
          </p:grpSpPr>
          <p:sp>
            <p:nvSpPr>
              <p:cNvPr id="40" name="Rectangle: Rounded Corners 39">
                <a:extLst>
                  <a:ext uri="{FF2B5EF4-FFF2-40B4-BE49-F238E27FC236}">
                    <a16:creationId xmlns:a16="http://schemas.microsoft.com/office/drawing/2014/main" id="{9FD61822-AA48-927D-6E98-085515B90426}"/>
                  </a:ext>
                </a:extLst>
              </p:cNvPr>
              <p:cNvSpPr/>
              <p:nvPr/>
            </p:nvSpPr>
            <p:spPr>
              <a:xfrm>
                <a:off x="10572312" y="5552173"/>
                <a:ext cx="628907" cy="628907"/>
              </a:xfrm>
              <a:prstGeom prst="roundRect">
                <a:avLst>
                  <a:gd name="adj" fmla="val 8678"/>
                </a:avLst>
              </a:prstGeom>
              <a:solidFill>
                <a:schemeClr val="bg1"/>
              </a:solidFill>
              <a:ln w="28575"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5045A04B-F946-B47D-EAE5-64288D3B39E6}"/>
                  </a:ext>
                </a:extLst>
              </p:cNvPr>
              <p:cNvSpPr txBox="1"/>
              <p:nvPr/>
            </p:nvSpPr>
            <p:spPr>
              <a:xfrm>
                <a:off x="10510969" y="5728127"/>
                <a:ext cx="751592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2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white">
                        <a:lumMod val="75000"/>
                      </a:prstClr>
                    </a:solidFill>
                    <a:effectLst/>
                    <a:uLnTx/>
                    <a:uFillTx/>
                    <a:latin typeface="Aptos" panose="020B0004020202020204" pitchFamily="34" charset="0"/>
                    <a:ea typeface="+mn-ea"/>
                    <a:cs typeface="Arial" panose="020B0604020202020204" pitchFamily="34" charset="0"/>
                  </a:rPr>
                  <a:t>WDQMS</a:t>
                </a:r>
              </a:p>
            </p:txBody>
          </p:sp>
        </p:grpSp>
      </p:grpSp>
      <p:grpSp>
        <p:nvGrpSpPr>
          <p:cNvPr id="209" name="Group 208">
            <a:extLst>
              <a:ext uri="{FF2B5EF4-FFF2-40B4-BE49-F238E27FC236}">
                <a16:creationId xmlns:a16="http://schemas.microsoft.com/office/drawing/2014/main" id="{BFA646DB-4671-E182-9B52-E9149390EBCB}"/>
              </a:ext>
            </a:extLst>
          </p:cNvPr>
          <p:cNvGrpSpPr/>
          <p:nvPr/>
        </p:nvGrpSpPr>
        <p:grpSpPr>
          <a:xfrm>
            <a:off x="1430655" y="808440"/>
            <a:ext cx="2456202" cy="855395"/>
            <a:chOff x="1430655" y="770340"/>
            <a:chExt cx="2456202" cy="855395"/>
          </a:xfrm>
        </p:grpSpPr>
        <p:grpSp>
          <p:nvGrpSpPr>
            <p:cNvPr id="49" name="Group 48">
              <a:extLst>
                <a:ext uri="{FF2B5EF4-FFF2-40B4-BE49-F238E27FC236}">
                  <a16:creationId xmlns:a16="http://schemas.microsoft.com/office/drawing/2014/main" id="{020CB7D4-6A94-0CC2-804D-9C48C49A2E06}"/>
                </a:ext>
              </a:extLst>
            </p:cNvPr>
            <p:cNvGrpSpPr/>
            <p:nvPr/>
          </p:nvGrpSpPr>
          <p:grpSpPr>
            <a:xfrm>
              <a:off x="1430655" y="770340"/>
              <a:ext cx="612283" cy="855395"/>
              <a:chOff x="2425679" y="690821"/>
              <a:chExt cx="612283" cy="855395"/>
            </a:xfrm>
          </p:grpSpPr>
          <p:pic>
            <p:nvPicPr>
              <p:cNvPr id="43" name="Picture 42">
                <a:extLst>
                  <a:ext uri="{FF2B5EF4-FFF2-40B4-BE49-F238E27FC236}">
                    <a16:creationId xmlns:a16="http://schemas.microsoft.com/office/drawing/2014/main" id="{FDBA6547-689E-9AE0-B12D-B5D225E4A35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2425679" y="690821"/>
                <a:ext cx="612283" cy="855395"/>
              </a:xfrm>
              <a:prstGeom prst="rect">
                <a:avLst/>
              </a:prstGeom>
            </p:spPr>
          </p:pic>
          <p:sp>
            <p:nvSpPr>
              <p:cNvPr id="45" name="Rectangle 44">
                <a:extLst>
                  <a:ext uri="{FF2B5EF4-FFF2-40B4-BE49-F238E27FC236}">
                    <a16:creationId xmlns:a16="http://schemas.microsoft.com/office/drawing/2014/main" id="{2EF7FD64-8B40-727A-B1AE-8FDCDA5666F7}"/>
                  </a:ext>
                </a:extLst>
              </p:cNvPr>
              <p:cNvSpPr/>
              <p:nvPr/>
            </p:nvSpPr>
            <p:spPr>
              <a:xfrm>
                <a:off x="2631993" y="1000455"/>
                <a:ext cx="169804" cy="169804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A</a:t>
                </a:r>
              </a:p>
            </p:txBody>
          </p:sp>
        </p:grpSp>
        <p:grpSp>
          <p:nvGrpSpPr>
            <p:cNvPr id="50" name="Group 49">
              <a:extLst>
                <a:ext uri="{FF2B5EF4-FFF2-40B4-BE49-F238E27FC236}">
                  <a16:creationId xmlns:a16="http://schemas.microsoft.com/office/drawing/2014/main" id="{F08A8799-794B-0504-3641-A66017076335}"/>
                </a:ext>
              </a:extLst>
            </p:cNvPr>
            <p:cNvGrpSpPr/>
            <p:nvPr/>
          </p:nvGrpSpPr>
          <p:grpSpPr>
            <a:xfrm>
              <a:off x="2045295" y="770340"/>
              <a:ext cx="612283" cy="855395"/>
              <a:chOff x="2425679" y="690821"/>
              <a:chExt cx="612283" cy="855395"/>
            </a:xfrm>
          </p:grpSpPr>
          <p:pic>
            <p:nvPicPr>
              <p:cNvPr id="57" name="Picture 56">
                <a:extLst>
                  <a:ext uri="{FF2B5EF4-FFF2-40B4-BE49-F238E27FC236}">
                    <a16:creationId xmlns:a16="http://schemas.microsoft.com/office/drawing/2014/main" id="{ACD975D3-8EC9-7C57-A84C-66F9A97F295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2425679" y="690821"/>
                <a:ext cx="612283" cy="855395"/>
              </a:xfrm>
              <a:prstGeom prst="rect">
                <a:avLst/>
              </a:prstGeom>
            </p:spPr>
          </p:pic>
          <p:sp>
            <p:nvSpPr>
              <p:cNvPr id="59" name="Rectangle 58">
                <a:extLst>
                  <a:ext uri="{FF2B5EF4-FFF2-40B4-BE49-F238E27FC236}">
                    <a16:creationId xmlns:a16="http://schemas.microsoft.com/office/drawing/2014/main" id="{69DA2069-BBBF-F891-2BC9-4DF4F9A0AFDB}"/>
                  </a:ext>
                </a:extLst>
              </p:cNvPr>
              <p:cNvSpPr/>
              <p:nvPr/>
            </p:nvSpPr>
            <p:spPr>
              <a:xfrm>
                <a:off x="2631993" y="1000455"/>
                <a:ext cx="169804" cy="169804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B</a:t>
                </a:r>
              </a:p>
            </p:txBody>
          </p:sp>
        </p:grpSp>
        <p:grpSp>
          <p:nvGrpSpPr>
            <p:cNvPr id="60" name="Group 59">
              <a:extLst>
                <a:ext uri="{FF2B5EF4-FFF2-40B4-BE49-F238E27FC236}">
                  <a16:creationId xmlns:a16="http://schemas.microsoft.com/office/drawing/2014/main" id="{A65E3247-C15A-3BED-6049-4FCBB0FCDA78}"/>
                </a:ext>
              </a:extLst>
            </p:cNvPr>
            <p:cNvGrpSpPr/>
            <p:nvPr/>
          </p:nvGrpSpPr>
          <p:grpSpPr>
            <a:xfrm>
              <a:off x="2659935" y="770340"/>
              <a:ext cx="612283" cy="855395"/>
              <a:chOff x="2425679" y="690821"/>
              <a:chExt cx="612283" cy="855395"/>
            </a:xfrm>
          </p:grpSpPr>
          <p:pic>
            <p:nvPicPr>
              <p:cNvPr id="63" name="Picture 62">
                <a:extLst>
                  <a:ext uri="{FF2B5EF4-FFF2-40B4-BE49-F238E27FC236}">
                    <a16:creationId xmlns:a16="http://schemas.microsoft.com/office/drawing/2014/main" id="{A95FB6CA-3530-ED97-73E6-C44E8BD0144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2425679" y="690821"/>
                <a:ext cx="612283" cy="855395"/>
              </a:xfrm>
              <a:prstGeom prst="rect">
                <a:avLst/>
              </a:prstGeom>
            </p:spPr>
          </p:pic>
          <p:sp>
            <p:nvSpPr>
              <p:cNvPr id="192" name="Rectangle 191">
                <a:extLst>
                  <a:ext uri="{FF2B5EF4-FFF2-40B4-BE49-F238E27FC236}">
                    <a16:creationId xmlns:a16="http://schemas.microsoft.com/office/drawing/2014/main" id="{CDA345F0-57BD-619E-B7DF-11186172D352}"/>
                  </a:ext>
                </a:extLst>
              </p:cNvPr>
              <p:cNvSpPr/>
              <p:nvPr/>
            </p:nvSpPr>
            <p:spPr>
              <a:xfrm>
                <a:off x="2631993" y="1000455"/>
                <a:ext cx="169804" cy="169804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C</a:t>
                </a:r>
              </a:p>
            </p:txBody>
          </p:sp>
        </p:grpSp>
        <p:grpSp>
          <p:nvGrpSpPr>
            <p:cNvPr id="193" name="Group 192">
              <a:extLst>
                <a:ext uri="{FF2B5EF4-FFF2-40B4-BE49-F238E27FC236}">
                  <a16:creationId xmlns:a16="http://schemas.microsoft.com/office/drawing/2014/main" id="{A934AAA1-D1C7-214F-6C61-D3FF72FF3F19}"/>
                </a:ext>
              </a:extLst>
            </p:cNvPr>
            <p:cNvGrpSpPr/>
            <p:nvPr/>
          </p:nvGrpSpPr>
          <p:grpSpPr>
            <a:xfrm>
              <a:off x="3274574" y="770340"/>
              <a:ext cx="612283" cy="855395"/>
              <a:chOff x="2425679" y="690821"/>
              <a:chExt cx="612283" cy="855395"/>
            </a:xfrm>
          </p:grpSpPr>
          <p:pic>
            <p:nvPicPr>
              <p:cNvPr id="194" name="Picture 193">
                <a:extLst>
                  <a:ext uri="{FF2B5EF4-FFF2-40B4-BE49-F238E27FC236}">
                    <a16:creationId xmlns:a16="http://schemas.microsoft.com/office/drawing/2014/main" id="{8E0DDB4B-035E-A8A9-B7E4-968EF3D104D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2425679" y="690821"/>
                <a:ext cx="612283" cy="855395"/>
              </a:xfrm>
              <a:prstGeom prst="rect">
                <a:avLst/>
              </a:prstGeom>
            </p:spPr>
          </p:pic>
          <p:sp>
            <p:nvSpPr>
              <p:cNvPr id="201" name="Rectangle 200">
                <a:extLst>
                  <a:ext uri="{FF2B5EF4-FFF2-40B4-BE49-F238E27FC236}">
                    <a16:creationId xmlns:a16="http://schemas.microsoft.com/office/drawing/2014/main" id="{FC07B279-B242-72F6-4014-75ECCEACB46D}"/>
                  </a:ext>
                </a:extLst>
              </p:cNvPr>
              <p:cNvSpPr/>
              <p:nvPr/>
            </p:nvSpPr>
            <p:spPr>
              <a:xfrm>
                <a:off x="2631993" y="1000455"/>
                <a:ext cx="169804" cy="169804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D</a:t>
                </a:r>
              </a:p>
            </p:txBody>
          </p:sp>
        </p:grpSp>
      </p:grpSp>
      <p:grpSp>
        <p:nvGrpSpPr>
          <p:cNvPr id="214" name="Group 213">
            <a:extLst>
              <a:ext uri="{FF2B5EF4-FFF2-40B4-BE49-F238E27FC236}">
                <a16:creationId xmlns:a16="http://schemas.microsoft.com/office/drawing/2014/main" id="{9C0BADDE-6759-614C-2786-FC713384C08A}"/>
              </a:ext>
            </a:extLst>
          </p:cNvPr>
          <p:cNvGrpSpPr/>
          <p:nvPr/>
        </p:nvGrpSpPr>
        <p:grpSpPr>
          <a:xfrm>
            <a:off x="2963924" y="2367446"/>
            <a:ext cx="716753" cy="326665"/>
            <a:chOff x="2963924" y="2367446"/>
            <a:chExt cx="716753" cy="326665"/>
          </a:xfrm>
        </p:grpSpPr>
        <p:grpSp>
          <p:nvGrpSpPr>
            <p:cNvPr id="210" name="Group 209">
              <a:extLst>
                <a:ext uri="{FF2B5EF4-FFF2-40B4-BE49-F238E27FC236}">
                  <a16:creationId xmlns:a16="http://schemas.microsoft.com/office/drawing/2014/main" id="{433CD9C1-73A8-3217-73D5-24EA8AA42B19}"/>
                </a:ext>
              </a:extLst>
            </p:cNvPr>
            <p:cNvGrpSpPr/>
            <p:nvPr/>
          </p:nvGrpSpPr>
          <p:grpSpPr>
            <a:xfrm>
              <a:off x="2963924" y="2367446"/>
              <a:ext cx="534458" cy="127000"/>
              <a:chOff x="2963178" y="2725764"/>
              <a:chExt cx="534458" cy="127000"/>
            </a:xfrm>
          </p:grpSpPr>
          <p:cxnSp>
            <p:nvCxnSpPr>
              <p:cNvPr id="211" name="Straight Connector 210">
                <a:extLst>
                  <a:ext uri="{FF2B5EF4-FFF2-40B4-BE49-F238E27FC236}">
                    <a16:creationId xmlns:a16="http://schemas.microsoft.com/office/drawing/2014/main" id="{21545C83-FC74-F012-9A78-E170C733077E}"/>
                  </a:ext>
                </a:extLst>
              </p:cNvPr>
              <p:cNvCxnSpPr/>
              <p:nvPr/>
            </p:nvCxnSpPr>
            <p:spPr>
              <a:xfrm flipV="1">
                <a:off x="2963178" y="2789264"/>
                <a:ext cx="400050" cy="1"/>
              </a:xfrm>
              <a:prstGeom prst="line">
                <a:avLst/>
              </a:prstGeom>
              <a:noFill/>
              <a:ln w="19050" cap="flat" cmpd="sng" algn="ctr">
                <a:solidFill>
                  <a:schemeClr val="accent2">
                    <a:lumMod val="75000"/>
                  </a:schemeClr>
                </a:solidFill>
                <a:prstDash val="solid"/>
                <a:miter lim="800000"/>
              </a:ln>
              <a:effectLst/>
            </p:spPr>
          </p:cxnSp>
          <p:sp>
            <p:nvSpPr>
              <p:cNvPr id="212" name="Oval 211">
                <a:extLst>
                  <a:ext uri="{FF2B5EF4-FFF2-40B4-BE49-F238E27FC236}">
                    <a16:creationId xmlns:a16="http://schemas.microsoft.com/office/drawing/2014/main" id="{BDC59FF8-A4E2-C367-5510-EFAC5E921EA6}"/>
                  </a:ext>
                </a:extLst>
              </p:cNvPr>
              <p:cNvSpPr/>
              <p:nvPr/>
            </p:nvSpPr>
            <p:spPr>
              <a:xfrm>
                <a:off x="3370636" y="2725764"/>
                <a:ext cx="127000" cy="127000"/>
              </a:xfrm>
              <a:prstGeom prst="ellipse">
                <a:avLst/>
              </a:prstGeom>
              <a:solidFill>
                <a:sysClr val="window" lastClr="FFFFFF"/>
              </a:solidFill>
              <a:ln w="19050" cap="flat" cmpd="sng" algn="ctr">
                <a:solidFill>
                  <a:schemeClr val="accent2">
                    <a:lumMod val="75000"/>
                  </a:schemeClr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sp>
          <p:nvSpPr>
            <p:cNvPr id="213" name="TextBox 212">
              <a:extLst>
                <a:ext uri="{FF2B5EF4-FFF2-40B4-BE49-F238E27FC236}">
                  <a16:creationId xmlns:a16="http://schemas.microsoft.com/office/drawing/2014/main" id="{B0DE859A-E960-70B8-DCF0-F38399D666E7}"/>
                </a:ext>
              </a:extLst>
            </p:cNvPr>
            <p:cNvSpPr txBox="1"/>
            <p:nvPr/>
          </p:nvSpPr>
          <p:spPr>
            <a:xfrm>
              <a:off x="3194968" y="2440195"/>
              <a:ext cx="485709" cy="2539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50" b="0" i="0" u="none" strike="noStrike" kern="0" cap="none" spc="0" normalizeH="0" baseline="0" noProof="0" dirty="0">
                  <a:ln>
                    <a:noFill/>
                  </a:ln>
                  <a:solidFill>
                    <a:srgbClr val="E97132">
                      <a:lumMod val="75000"/>
                    </a:srgbClr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https</a:t>
              </a:r>
              <a:endParaRPr kumimoji="0" lang="en-GB" sz="1200" b="0" i="0" u="none" strike="noStrike" kern="0" cap="none" spc="0" normalizeH="0" baseline="0" noProof="0" dirty="0">
                <a:ln>
                  <a:noFill/>
                </a:ln>
                <a:solidFill>
                  <a:srgbClr val="E97132">
                    <a:lumMod val="75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pic>
        <p:nvPicPr>
          <p:cNvPr id="47" name="Picture 46">
            <a:extLst>
              <a:ext uri="{FF2B5EF4-FFF2-40B4-BE49-F238E27FC236}">
                <a16:creationId xmlns:a16="http://schemas.microsoft.com/office/drawing/2014/main" id="{E0793CDB-E272-D383-205A-2B8432E32B46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504409" y="107790"/>
            <a:ext cx="444034" cy="620341"/>
          </a:xfrm>
          <a:prstGeom prst="rect">
            <a:avLst/>
          </a:prstGeom>
        </p:spPr>
      </p:pic>
      <p:pic>
        <p:nvPicPr>
          <p:cNvPr id="205" name="Picture 204">
            <a:extLst>
              <a:ext uri="{FF2B5EF4-FFF2-40B4-BE49-F238E27FC236}">
                <a16:creationId xmlns:a16="http://schemas.microsoft.com/office/drawing/2014/main" id="{C132400B-C6D9-BBF2-0259-908FFF99AFF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122688" y="107539"/>
            <a:ext cx="444034" cy="620341"/>
          </a:xfrm>
          <a:prstGeom prst="rect">
            <a:avLst/>
          </a:prstGeom>
        </p:spPr>
      </p:pic>
      <p:pic>
        <p:nvPicPr>
          <p:cNvPr id="206" name="Picture 205">
            <a:extLst>
              <a:ext uri="{FF2B5EF4-FFF2-40B4-BE49-F238E27FC236}">
                <a16:creationId xmlns:a16="http://schemas.microsoft.com/office/drawing/2014/main" id="{AFCF5A20-498F-8AD8-EA70-ACC48EC06E75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738968" y="107539"/>
            <a:ext cx="444034" cy="620341"/>
          </a:xfrm>
          <a:prstGeom prst="rect">
            <a:avLst/>
          </a:prstGeom>
        </p:spPr>
      </p:pic>
      <p:pic>
        <p:nvPicPr>
          <p:cNvPr id="207" name="Picture 206">
            <a:extLst>
              <a:ext uri="{FF2B5EF4-FFF2-40B4-BE49-F238E27FC236}">
                <a16:creationId xmlns:a16="http://schemas.microsoft.com/office/drawing/2014/main" id="{2876A68D-A048-DAA2-402A-5A6410305AFC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353933" y="108876"/>
            <a:ext cx="444034" cy="620341"/>
          </a:xfrm>
          <a:prstGeom prst="rect">
            <a:avLst/>
          </a:prstGeom>
        </p:spPr>
      </p:pic>
      <p:grpSp>
        <p:nvGrpSpPr>
          <p:cNvPr id="228" name="Group 227">
            <a:extLst>
              <a:ext uri="{FF2B5EF4-FFF2-40B4-BE49-F238E27FC236}">
                <a16:creationId xmlns:a16="http://schemas.microsoft.com/office/drawing/2014/main" id="{93C53CA3-819C-E34F-848B-D888F2590BFF}"/>
              </a:ext>
            </a:extLst>
          </p:cNvPr>
          <p:cNvGrpSpPr/>
          <p:nvPr/>
        </p:nvGrpSpPr>
        <p:grpSpPr>
          <a:xfrm>
            <a:off x="2963178" y="2725764"/>
            <a:ext cx="786853" cy="316693"/>
            <a:chOff x="2963178" y="2725764"/>
            <a:chExt cx="786853" cy="316693"/>
          </a:xfrm>
        </p:grpSpPr>
        <p:grpSp>
          <p:nvGrpSpPr>
            <p:cNvPr id="220" name="Group 219">
              <a:extLst>
                <a:ext uri="{FF2B5EF4-FFF2-40B4-BE49-F238E27FC236}">
                  <a16:creationId xmlns:a16="http://schemas.microsoft.com/office/drawing/2014/main" id="{58827253-20B5-1462-B507-6E1CEA278C52}"/>
                </a:ext>
              </a:extLst>
            </p:cNvPr>
            <p:cNvGrpSpPr/>
            <p:nvPr/>
          </p:nvGrpSpPr>
          <p:grpSpPr>
            <a:xfrm>
              <a:off x="2963178" y="2725764"/>
              <a:ext cx="534458" cy="127000"/>
              <a:chOff x="2963178" y="2725764"/>
              <a:chExt cx="534458" cy="127000"/>
            </a:xfrm>
          </p:grpSpPr>
          <p:cxnSp>
            <p:nvCxnSpPr>
              <p:cNvPr id="221" name="Straight Connector 220">
                <a:extLst>
                  <a:ext uri="{FF2B5EF4-FFF2-40B4-BE49-F238E27FC236}">
                    <a16:creationId xmlns:a16="http://schemas.microsoft.com/office/drawing/2014/main" id="{691E0F4C-9E15-B6DF-2429-72617654F343}"/>
                  </a:ext>
                </a:extLst>
              </p:cNvPr>
              <p:cNvCxnSpPr/>
              <p:nvPr/>
            </p:nvCxnSpPr>
            <p:spPr>
              <a:xfrm flipV="1">
                <a:off x="2963178" y="2789264"/>
                <a:ext cx="400050" cy="1"/>
              </a:xfrm>
              <a:prstGeom prst="line">
                <a:avLst/>
              </a:prstGeom>
              <a:noFill/>
              <a:ln w="19050" cap="flat" cmpd="sng" algn="ctr">
                <a:solidFill>
                  <a:schemeClr val="accent6">
                    <a:lumMod val="75000"/>
                  </a:schemeClr>
                </a:solidFill>
                <a:prstDash val="solid"/>
                <a:miter lim="800000"/>
              </a:ln>
              <a:effectLst/>
            </p:spPr>
          </p:cxnSp>
          <p:sp>
            <p:nvSpPr>
              <p:cNvPr id="226" name="Oval 225">
                <a:extLst>
                  <a:ext uri="{FF2B5EF4-FFF2-40B4-BE49-F238E27FC236}">
                    <a16:creationId xmlns:a16="http://schemas.microsoft.com/office/drawing/2014/main" id="{975C7A56-D3CF-39F1-F300-BD3776D7E8C8}"/>
                  </a:ext>
                </a:extLst>
              </p:cNvPr>
              <p:cNvSpPr/>
              <p:nvPr/>
            </p:nvSpPr>
            <p:spPr>
              <a:xfrm>
                <a:off x="3370636" y="2725764"/>
                <a:ext cx="127000" cy="127000"/>
              </a:xfrm>
              <a:prstGeom prst="ellipse">
                <a:avLst/>
              </a:prstGeom>
              <a:solidFill>
                <a:sysClr val="window" lastClr="FFFFFF"/>
              </a:solidFill>
              <a:ln w="19050" cap="flat" cmpd="sng" algn="ctr">
                <a:solidFill>
                  <a:schemeClr val="accent6">
                    <a:lumMod val="75000"/>
                  </a:schemeClr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sp>
          <p:nvSpPr>
            <p:cNvPr id="227" name="TextBox 226">
              <a:extLst>
                <a:ext uri="{FF2B5EF4-FFF2-40B4-BE49-F238E27FC236}">
                  <a16:creationId xmlns:a16="http://schemas.microsoft.com/office/drawing/2014/main" id="{1E01F74E-924F-1726-F0B0-40A60BE53470}"/>
                </a:ext>
              </a:extLst>
            </p:cNvPr>
            <p:cNvSpPr txBox="1"/>
            <p:nvPr/>
          </p:nvSpPr>
          <p:spPr>
            <a:xfrm>
              <a:off x="3118241" y="2788541"/>
              <a:ext cx="631790" cy="2539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50" b="0" i="0" u="none" strike="noStrike" kern="0" cap="none" spc="0" normalizeH="0" baseline="0" noProof="0" dirty="0" err="1">
                  <a:ln>
                    <a:noFill/>
                  </a:ln>
                  <a:solidFill>
                    <a:srgbClr val="4EA72E">
                      <a:lumMod val="75000"/>
                    </a:srgbClr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mqtts</a:t>
              </a:r>
              <a:endParaRPr kumimoji="0" lang="en-GB" sz="1200" b="0" i="0" u="none" strike="noStrike" kern="0" cap="none" spc="0" normalizeH="0" baseline="0" noProof="0" dirty="0">
                <a:ln>
                  <a:noFill/>
                </a:ln>
                <a:solidFill>
                  <a:srgbClr val="4EA72E">
                    <a:lumMod val="75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44" name="Freeform: Shape 43">
            <a:extLst>
              <a:ext uri="{FF2B5EF4-FFF2-40B4-BE49-F238E27FC236}">
                <a16:creationId xmlns:a16="http://schemas.microsoft.com/office/drawing/2014/main" id="{D1AC8988-DE22-CCD7-9B49-5AEFF8227507}"/>
              </a:ext>
            </a:extLst>
          </p:cNvPr>
          <p:cNvSpPr/>
          <p:nvPr/>
        </p:nvSpPr>
        <p:spPr>
          <a:xfrm>
            <a:off x="3581400" y="2114550"/>
            <a:ext cx="1809750" cy="685800"/>
          </a:xfrm>
          <a:custGeom>
            <a:avLst/>
            <a:gdLst>
              <a:gd name="connsiteX0" fmla="*/ 0 w 1809750"/>
              <a:gd name="connsiteY0" fmla="*/ 685800 h 685800"/>
              <a:gd name="connsiteX1" fmla="*/ 742950 w 1809750"/>
              <a:gd name="connsiteY1" fmla="*/ 628650 h 685800"/>
              <a:gd name="connsiteX2" fmla="*/ 1419225 w 1809750"/>
              <a:gd name="connsiteY2" fmla="*/ 438150 h 685800"/>
              <a:gd name="connsiteX3" fmla="*/ 1809750 w 1809750"/>
              <a:gd name="connsiteY3" fmla="*/ 0 h 685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809750" h="685800">
                <a:moveTo>
                  <a:pt x="0" y="685800"/>
                </a:moveTo>
                <a:cubicBezTo>
                  <a:pt x="253206" y="677862"/>
                  <a:pt x="506413" y="669925"/>
                  <a:pt x="742950" y="628650"/>
                </a:cubicBezTo>
                <a:cubicBezTo>
                  <a:pt x="979487" y="587375"/>
                  <a:pt x="1241425" y="542925"/>
                  <a:pt x="1419225" y="438150"/>
                </a:cubicBezTo>
                <a:cubicBezTo>
                  <a:pt x="1597025" y="333375"/>
                  <a:pt x="1703387" y="166687"/>
                  <a:pt x="1809750" y="0"/>
                </a:cubicBezTo>
              </a:path>
            </a:pathLst>
          </a:custGeom>
          <a:noFill/>
          <a:ln>
            <a:solidFill>
              <a:schemeClr val="accent6">
                <a:lumMod val="75000"/>
              </a:schemeClr>
            </a:solidFill>
            <a:headEnd type="triangl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pic>
        <p:nvPicPr>
          <p:cNvPr id="197" name="Picture 196">
            <a:extLst>
              <a:ext uri="{FF2B5EF4-FFF2-40B4-BE49-F238E27FC236}">
                <a16:creationId xmlns:a16="http://schemas.microsoft.com/office/drawing/2014/main" id="{D74BB0F2-0D87-4014-6A28-BA07B2641FB4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590807" y="1385810"/>
            <a:ext cx="432460" cy="569026"/>
          </a:xfrm>
          <a:prstGeom prst="rect">
            <a:avLst/>
          </a:prstGeom>
        </p:spPr>
      </p:pic>
      <p:grpSp>
        <p:nvGrpSpPr>
          <p:cNvPr id="46" name="Group 45">
            <a:extLst>
              <a:ext uri="{FF2B5EF4-FFF2-40B4-BE49-F238E27FC236}">
                <a16:creationId xmlns:a16="http://schemas.microsoft.com/office/drawing/2014/main" id="{ACB29831-BAA9-7C77-6B8D-BE038E5371F4}"/>
              </a:ext>
            </a:extLst>
          </p:cNvPr>
          <p:cNvGrpSpPr/>
          <p:nvPr/>
        </p:nvGrpSpPr>
        <p:grpSpPr>
          <a:xfrm>
            <a:off x="7809040" y="580845"/>
            <a:ext cx="821464" cy="919480"/>
            <a:chOff x="7894810" y="1381253"/>
            <a:chExt cx="821464" cy="919480"/>
          </a:xfrm>
        </p:grpSpPr>
        <p:sp>
          <p:nvSpPr>
            <p:cNvPr id="48" name="Rectangle: Rounded Corners 47">
              <a:extLst>
                <a:ext uri="{FF2B5EF4-FFF2-40B4-BE49-F238E27FC236}">
                  <a16:creationId xmlns:a16="http://schemas.microsoft.com/office/drawing/2014/main" id="{9C7ACB66-C79F-44C5-1029-A5DD1BD95E53}"/>
                </a:ext>
              </a:extLst>
            </p:cNvPr>
            <p:cNvSpPr/>
            <p:nvPr/>
          </p:nvSpPr>
          <p:spPr>
            <a:xfrm>
              <a:off x="7991089" y="1649591"/>
              <a:ext cx="628907" cy="628907"/>
            </a:xfrm>
            <a:prstGeom prst="roundRect">
              <a:avLst>
                <a:gd name="adj" fmla="val 8678"/>
              </a:avLst>
            </a:prstGeom>
            <a:solidFill>
              <a:schemeClr val="bg1"/>
            </a:solidFill>
            <a:ln w="28575">
              <a:solidFill>
                <a:srgbClr val="3963DA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srgbClr val="3963DA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53584B14-4785-7175-86B6-B773B8A0FC95}"/>
                </a:ext>
              </a:extLst>
            </p:cNvPr>
            <p:cNvSpPr txBox="1"/>
            <p:nvPr/>
          </p:nvSpPr>
          <p:spPr>
            <a:xfrm>
              <a:off x="7894810" y="1839068"/>
              <a:ext cx="821464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3963DA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Global Cache</a:t>
              </a:r>
            </a:p>
          </p:txBody>
        </p:sp>
        <p:grpSp>
          <p:nvGrpSpPr>
            <p:cNvPr id="195" name="Group 194">
              <a:extLst>
                <a:ext uri="{FF2B5EF4-FFF2-40B4-BE49-F238E27FC236}">
                  <a16:creationId xmlns:a16="http://schemas.microsoft.com/office/drawing/2014/main" id="{97C38BBD-69D6-A012-0C1B-CBBF6F9D4E20}"/>
                </a:ext>
              </a:extLst>
            </p:cNvPr>
            <p:cNvGrpSpPr/>
            <p:nvPr/>
          </p:nvGrpSpPr>
          <p:grpSpPr>
            <a:xfrm>
              <a:off x="8036660" y="1381253"/>
              <a:ext cx="537764" cy="547628"/>
              <a:chOff x="6976094" y="2574516"/>
              <a:chExt cx="664523" cy="676715"/>
            </a:xfrm>
          </p:grpSpPr>
          <p:pic>
            <p:nvPicPr>
              <p:cNvPr id="196" name="Picture 195">
                <a:extLst>
                  <a:ext uri="{FF2B5EF4-FFF2-40B4-BE49-F238E27FC236}">
                    <a16:creationId xmlns:a16="http://schemas.microsoft.com/office/drawing/2014/main" id="{9A8E80B2-7F61-7485-2A8C-9E5E0DE4D91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6976094" y="2574516"/>
                <a:ext cx="664522" cy="676715"/>
              </a:xfrm>
              <a:prstGeom prst="rect">
                <a:avLst/>
              </a:prstGeom>
            </p:spPr>
          </p:pic>
          <p:pic>
            <p:nvPicPr>
              <p:cNvPr id="198" name="Picture 197">
                <a:extLst>
                  <a:ext uri="{FF2B5EF4-FFF2-40B4-BE49-F238E27FC236}">
                    <a16:creationId xmlns:a16="http://schemas.microsoft.com/office/drawing/2014/main" id="{95C28B6D-1C9B-2F3E-8FA3-BD4B21EBE06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>
                <a:extLst>
                  <a:ext uri="{BEBA8EAE-BF5A-486C-A8C5-ECC9F3942E4B}">
                    <a14:imgProps xmlns:a14="http://schemas.microsoft.com/office/drawing/2010/main">
                      <a14:imgLayer r:embed="rId11">
                        <a14:imgEffect>
                          <a14:colorTemperature colorTemp="4700"/>
                        </a14:imgEffect>
                        <a14:imgEffect>
                          <a14:brightnessContrast bright="-20000" contrast="40000"/>
                        </a14:imgEffect>
                      </a14:imgLayer>
                    </a14:imgProps>
                  </a:ext>
                </a:extLst>
              </a:blip>
              <a:stretch>
                <a:fillRect/>
              </a:stretch>
            </p:blipFill>
            <p:spPr>
              <a:xfrm>
                <a:off x="7044932" y="2644373"/>
                <a:ext cx="526845" cy="528534"/>
              </a:xfrm>
              <a:prstGeom prst="ellipse">
                <a:avLst/>
              </a:prstGeom>
              <a:solidFill>
                <a:schemeClr val="bg1"/>
              </a:solidFill>
            </p:spPr>
          </p:pic>
          <p:pic>
            <p:nvPicPr>
              <p:cNvPr id="199" name="Picture 198">
                <a:extLst>
                  <a:ext uri="{FF2B5EF4-FFF2-40B4-BE49-F238E27FC236}">
                    <a16:creationId xmlns:a16="http://schemas.microsoft.com/office/drawing/2014/main" id="{F2B8E3DB-6D71-4CF0-7D9E-2FEE5D68D81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6976095" y="2574516"/>
                <a:ext cx="664522" cy="676715"/>
              </a:xfrm>
              <a:prstGeom prst="rect">
                <a:avLst/>
              </a:prstGeom>
            </p:spPr>
          </p:pic>
          <p:pic>
            <p:nvPicPr>
              <p:cNvPr id="200" name="Picture 199">
                <a:extLst>
                  <a:ext uri="{FF2B5EF4-FFF2-40B4-BE49-F238E27FC236}">
                    <a16:creationId xmlns:a16="http://schemas.microsoft.com/office/drawing/2014/main" id="{85C817EE-D794-3F66-7696-796BAE64FA0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>
                <a:extLst>
                  <a:ext uri="{BEBA8EAE-BF5A-486C-A8C5-ECC9F3942E4B}">
                    <a14:imgProps xmlns:a14="http://schemas.microsoft.com/office/drawing/2010/main">
                      <a14:imgLayer r:embed="rId11">
                        <a14:imgEffect>
                          <a14:colorTemperature colorTemp="4700"/>
                        </a14:imgEffect>
                        <a14:imgEffect>
                          <a14:brightnessContrast bright="-20000" contrast="40000"/>
                        </a14:imgEffect>
                      </a14:imgLayer>
                    </a14:imgProps>
                  </a:ext>
                </a:extLst>
              </a:blip>
              <a:stretch>
                <a:fillRect/>
              </a:stretch>
            </p:blipFill>
            <p:spPr>
              <a:xfrm>
                <a:off x="7064641" y="2664144"/>
                <a:ext cx="487430" cy="488992"/>
              </a:xfrm>
              <a:prstGeom prst="ellipse">
                <a:avLst/>
              </a:prstGeom>
              <a:solidFill>
                <a:schemeClr val="bg1"/>
              </a:solidFill>
            </p:spPr>
          </p:pic>
        </p:grpSp>
      </p:grpSp>
      <p:pic>
        <p:nvPicPr>
          <p:cNvPr id="204" name="Picture 203">
            <a:extLst>
              <a:ext uri="{FF2B5EF4-FFF2-40B4-BE49-F238E27FC236}">
                <a16:creationId xmlns:a16="http://schemas.microsoft.com/office/drawing/2014/main" id="{E3CD4483-9F0D-8F6B-419B-BF8497777E04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587713" y="863597"/>
            <a:ext cx="475706" cy="625929"/>
          </a:xfrm>
          <a:prstGeom prst="rect">
            <a:avLst/>
          </a:prstGeom>
        </p:spPr>
      </p:pic>
      <p:sp>
        <p:nvSpPr>
          <p:cNvPr id="208" name="Freeform: Shape 207">
            <a:extLst>
              <a:ext uri="{FF2B5EF4-FFF2-40B4-BE49-F238E27FC236}">
                <a16:creationId xmlns:a16="http://schemas.microsoft.com/office/drawing/2014/main" id="{B809EB78-F10E-0217-46F2-9F62697858EF}"/>
              </a:ext>
            </a:extLst>
          </p:cNvPr>
          <p:cNvSpPr/>
          <p:nvPr/>
        </p:nvSpPr>
        <p:spPr>
          <a:xfrm>
            <a:off x="5819775" y="1181100"/>
            <a:ext cx="2009775" cy="647700"/>
          </a:xfrm>
          <a:custGeom>
            <a:avLst/>
            <a:gdLst>
              <a:gd name="connsiteX0" fmla="*/ 2009775 w 2009775"/>
              <a:gd name="connsiteY0" fmla="*/ 0 h 647700"/>
              <a:gd name="connsiteX1" fmla="*/ 1266825 w 2009775"/>
              <a:gd name="connsiteY1" fmla="*/ 133350 h 647700"/>
              <a:gd name="connsiteX2" fmla="*/ 609600 w 2009775"/>
              <a:gd name="connsiteY2" fmla="*/ 542925 h 647700"/>
              <a:gd name="connsiteX3" fmla="*/ 0 w 2009775"/>
              <a:gd name="connsiteY3" fmla="*/ 647700 h 6477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009775" h="647700">
                <a:moveTo>
                  <a:pt x="2009775" y="0"/>
                </a:moveTo>
                <a:cubicBezTo>
                  <a:pt x="1754981" y="21431"/>
                  <a:pt x="1500187" y="42863"/>
                  <a:pt x="1266825" y="133350"/>
                </a:cubicBezTo>
                <a:cubicBezTo>
                  <a:pt x="1033463" y="223837"/>
                  <a:pt x="820737" y="457200"/>
                  <a:pt x="609600" y="542925"/>
                </a:cubicBezTo>
                <a:cubicBezTo>
                  <a:pt x="398462" y="628650"/>
                  <a:pt x="199231" y="638175"/>
                  <a:pt x="0" y="647700"/>
                </a:cubicBezTo>
              </a:path>
            </a:pathLst>
          </a:custGeom>
          <a:noFill/>
          <a:ln>
            <a:solidFill>
              <a:schemeClr val="accent6">
                <a:lumMod val="75000"/>
              </a:schemeClr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30" name="Freeform: Shape 229">
            <a:extLst>
              <a:ext uri="{FF2B5EF4-FFF2-40B4-BE49-F238E27FC236}">
                <a16:creationId xmlns:a16="http://schemas.microsoft.com/office/drawing/2014/main" id="{AFC55AE7-B53C-CD05-04A7-8A75D93208C0}"/>
              </a:ext>
            </a:extLst>
          </p:cNvPr>
          <p:cNvSpPr/>
          <p:nvPr/>
        </p:nvSpPr>
        <p:spPr>
          <a:xfrm>
            <a:off x="3533775" y="851552"/>
            <a:ext cx="4238625" cy="1472548"/>
          </a:xfrm>
          <a:custGeom>
            <a:avLst/>
            <a:gdLst>
              <a:gd name="connsiteX0" fmla="*/ 4238625 w 4238625"/>
              <a:gd name="connsiteY0" fmla="*/ 72373 h 1472548"/>
              <a:gd name="connsiteX1" fmla="*/ 1657350 w 4238625"/>
              <a:gd name="connsiteY1" fmla="*/ 158098 h 1472548"/>
              <a:gd name="connsiteX2" fmla="*/ 0 w 4238625"/>
              <a:gd name="connsiteY2" fmla="*/ 1472548 h 14725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4238625" h="1472548">
                <a:moveTo>
                  <a:pt x="4238625" y="72373"/>
                </a:moveTo>
                <a:cubicBezTo>
                  <a:pt x="3301206" y="-1446"/>
                  <a:pt x="2363787" y="-75264"/>
                  <a:pt x="1657350" y="158098"/>
                </a:cubicBezTo>
                <a:cubicBezTo>
                  <a:pt x="950913" y="391460"/>
                  <a:pt x="475456" y="932004"/>
                  <a:pt x="0" y="1472548"/>
                </a:cubicBezTo>
              </a:path>
            </a:pathLst>
          </a:custGeom>
          <a:noFill/>
          <a:ln>
            <a:solidFill>
              <a:schemeClr val="accent2">
                <a:lumMod val="75000"/>
              </a:schemeClr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grpSp>
        <p:nvGrpSpPr>
          <p:cNvPr id="266" name="Group 265">
            <a:extLst>
              <a:ext uri="{FF2B5EF4-FFF2-40B4-BE49-F238E27FC236}">
                <a16:creationId xmlns:a16="http://schemas.microsoft.com/office/drawing/2014/main" id="{0C16ABE7-B974-9E89-4526-35F76B1E033C}"/>
              </a:ext>
            </a:extLst>
          </p:cNvPr>
          <p:cNvGrpSpPr/>
          <p:nvPr/>
        </p:nvGrpSpPr>
        <p:grpSpPr>
          <a:xfrm>
            <a:off x="9106083" y="884873"/>
            <a:ext cx="1745352" cy="583376"/>
            <a:chOff x="9538950" y="2402423"/>
            <a:chExt cx="1745352" cy="583376"/>
          </a:xfrm>
        </p:grpSpPr>
        <p:pic>
          <p:nvPicPr>
            <p:cNvPr id="262" name="Picture 261">
              <a:extLst>
                <a:ext uri="{FF2B5EF4-FFF2-40B4-BE49-F238E27FC236}">
                  <a16:creationId xmlns:a16="http://schemas.microsoft.com/office/drawing/2014/main" id="{6FA8FCFA-532F-80F6-6A05-83300E2D184D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10866423" y="2402423"/>
              <a:ext cx="417879" cy="583376"/>
            </a:xfrm>
            <a:prstGeom prst="rect">
              <a:avLst/>
            </a:prstGeom>
          </p:spPr>
        </p:pic>
        <p:pic>
          <p:nvPicPr>
            <p:cNvPr id="263" name="Picture 262">
              <a:extLst>
                <a:ext uri="{FF2B5EF4-FFF2-40B4-BE49-F238E27FC236}">
                  <a16:creationId xmlns:a16="http://schemas.microsoft.com/office/drawing/2014/main" id="{CA7CB264-05FD-3EE3-73AA-BB53707BBDD6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/>
            <a:stretch>
              <a:fillRect/>
            </a:stretch>
          </p:blipFill>
          <p:spPr>
            <a:xfrm>
              <a:off x="10423932" y="2402423"/>
              <a:ext cx="413742" cy="583376"/>
            </a:xfrm>
            <a:prstGeom prst="rect">
              <a:avLst/>
            </a:prstGeom>
          </p:spPr>
        </p:pic>
        <p:pic>
          <p:nvPicPr>
            <p:cNvPr id="264" name="Picture 263">
              <a:extLst>
                <a:ext uri="{FF2B5EF4-FFF2-40B4-BE49-F238E27FC236}">
                  <a16:creationId xmlns:a16="http://schemas.microsoft.com/office/drawing/2014/main" id="{96A46A8B-889E-09AB-8820-E9E998CC7BF4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/>
            <a:stretch>
              <a:fillRect/>
            </a:stretch>
          </p:blipFill>
          <p:spPr>
            <a:xfrm>
              <a:off x="9981441" y="2402423"/>
              <a:ext cx="413742" cy="583376"/>
            </a:xfrm>
            <a:prstGeom prst="rect">
              <a:avLst/>
            </a:prstGeom>
          </p:spPr>
        </p:pic>
        <p:pic>
          <p:nvPicPr>
            <p:cNvPr id="265" name="Picture 264">
              <a:extLst>
                <a:ext uri="{FF2B5EF4-FFF2-40B4-BE49-F238E27FC236}">
                  <a16:creationId xmlns:a16="http://schemas.microsoft.com/office/drawing/2014/main" id="{98BC06E7-9F43-A7C5-A684-6623ACA4CB3C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/>
            <a:stretch>
              <a:fillRect/>
            </a:stretch>
          </p:blipFill>
          <p:spPr>
            <a:xfrm>
              <a:off x="9538950" y="2402423"/>
              <a:ext cx="413742" cy="583376"/>
            </a:xfrm>
            <a:prstGeom prst="rect">
              <a:avLst/>
            </a:prstGeom>
          </p:spPr>
        </p:pic>
      </p:grpSp>
      <p:pic>
        <p:nvPicPr>
          <p:cNvPr id="267" name="Picture 266">
            <a:extLst>
              <a:ext uri="{FF2B5EF4-FFF2-40B4-BE49-F238E27FC236}">
                <a16:creationId xmlns:a16="http://schemas.microsoft.com/office/drawing/2014/main" id="{488E0479-586E-E42B-A078-AB628EF2CFAA}"/>
              </a:ext>
            </a:extLst>
          </p:cNvPr>
          <p:cNvPicPr>
            <a:picLocks noChangeAspect="1"/>
          </p:cNvPicPr>
          <p:nvPr/>
        </p:nvPicPr>
        <p:blipFill>
          <a:blip r:embed="rId9">
            <a:duotone>
              <a:prstClr val="black"/>
              <a:schemeClr val="accent4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8588284" y="863596"/>
            <a:ext cx="475706" cy="625929"/>
          </a:xfrm>
          <a:prstGeom prst="rect">
            <a:avLst/>
          </a:prstGeom>
        </p:spPr>
      </p:pic>
      <p:sp>
        <p:nvSpPr>
          <p:cNvPr id="270" name="Freeform: Shape 269">
            <a:extLst>
              <a:ext uri="{FF2B5EF4-FFF2-40B4-BE49-F238E27FC236}">
                <a16:creationId xmlns:a16="http://schemas.microsoft.com/office/drawing/2014/main" id="{82E14CB5-79D2-AA7D-A320-28D81E8ED135}"/>
              </a:ext>
            </a:extLst>
          </p:cNvPr>
          <p:cNvSpPr/>
          <p:nvPr/>
        </p:nvSpPr>
        <p:spPr>
          <a:xfrm>
            <a:off x="8793957" y="858269"/>
            <a:ext cx="274934" cy="287724"/>
          </a:xfrm>
          <a:custGeom>
            <a:avLst/>
            <a:gdLst>
              <a:gd name="connsiteX0" fmla="*/ 0 w 267789"/>
              <a:gd name="connsiteY0" fmla="*/ 0 h 277586"/>
              <a:gd name="connsiteX1" fmla="*/ 267789 w 267789"/>
              <a:gd name="connsiteY1" fmla="*/ 277586 h 277586"/>
              <a:gd name="connsiteX2" fmla="*/ 267789 w 267789"/>
              <a:gd name="connsiteY2" fmla="*/ 117566 h 277586"/>
              <a:gd name="connsiteX3" fmla="*/ 146957 w 267789"/>
              <a:gd name="connsiteY3" fmla="*/ 6531 h 277586"/>
              <a:gd name="connsiteX4" fmla="*/ 0 w 267789"/>
              <a:gd name="connsiteY4" fmla="*/ 0 h 277586"/>
              <a:gd name="connsiteX0" fmla="*/ 0 w 267789"/>
              <a:gd name="connsiteY0" fmla="*/ 613 h 278199"/>
              <a:gd name="connsiteX1" fmla="*/ 267789 w 267789"/>
              <a:gd name="connsiteY1" fmla="*/ 278199 h 278199"/>
              <a:gd name="connsiteX2" fmla="*/ 267789 w 267789"/>
              <a:gd name="connsiteY2" fmla="*/ 118179 h 278199"/>
              <a:gd name="connsiteX3" fmla="*/ 156482 w 267789"/>
              <a:gd name="connsiteY3" fmla="*/ 0 h 278199"/>
              <a:gd name="connsiteX4" fmla="*/ 0 w 267789"/>
              <a:gd name="connsiteY4" fmla="*/ 613 h 278199"/>
              <a:gd name="connsiteX0" fmla="*/ 0 w 270171"/>
              <a:gd name="connsiteY0" fmla="*/ 5375 h 278199"/>
              <a:gd name="connsiteX1" fmla="*/ 270171 w 270171"/>
              <a:gd name="connsiteY1" fmla="*/ 278199 h 278199"/>
              <a:gd name="connsiteX2" fmla="*/ 270171 w 270171"/>
              <a:gd name="connsiteY2" fmla="*/ 118179 h 278199"/>
              <a:gd name="connsiteX3" fmla="*/ 158864 w 270171"/>
              <a:gd name="connsiteY3" fmla="*/ 0 h 278199"/>
              <a:gd name="connsiteX4" fmla="*/ 0 w 270171"/>
              <a:gd name="connsiteY4" fmla="*/ 5375 h 278199"/>
              <a:gd name="connsiteX0" fmla="*/ 0 w 270171"/>
              <a:gd name="connsiteY0" fmla="*/ 5375 h 266292"/>
              <a:gd name="connsiteX1" fmla="*/ 263028 w 270171"/>
              <a:gd name="connsiteY1" fmla="*/ 266292 h 266292"/>
              <a:gd name="connsiteX2" fmla="*/ 270171 w 270171"/>
              <a:gd name="connsiteY2" fmla="*/ 118179 h 266292"/>
              <a:gd name="connsiteX3" fmla="*/ 158864 w 270171"/>
              <a:gd name="connsiteY3" fmla="*/ 0 h 266292"/>
              <a:gd name="connsiteX4" fmla="*/ 0 w 270171"/>
              <a:gd name="connsiteY4" fmla="*/ 5375 h 266292"/>
              <a:gd name="connsiteX0" fmla="*/ 0 w 274934"/>
              <a:gd name="connsiteY0" fmla="*/ 5375 h 287724"/>
              <a:gd name="connsiteX1" fmla="*/ 274934 w 274934"/>
              <a:gd name="connsiteY1" fmla="*/ 287724 h 287724"/>
              <a:gd name="connsiteX2" fmla="*/ 270171 w 274934"/>
              <a:gd name="connsiteY2" fmla="*/ 118179 h 287724"/>
              <a:gd name="connsiteX3" fmla="*/ 158864 w 274934"/>
              <a:gd name="connsiteY3" fmla="*/ 0 h 287724"/>
              <a:gd name="connsiteX4" fmla="*/ 0 w 274934"/>
              <a:gd name="connsiteY4" fmla="*/ 5375 h 2877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4934" h="287724">
                <a:moveTo>
                  <a:pt x="0" y="5375"/>
                </a:moveTo>
                <a:lnTo>
                  <a:pt x="274934" y="287724"/>
                </a:lnTo>
                <a:lnTo>
                  <a:pt x="270171" y="118179"/>
                </a:lnTo>
                <a:lnTo>
                  <a:pt x="158864" y="0"/>
                </a:lnTo>
                <a:lnTo>
                  <a:pt x="0" y="5375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31" name="Freeform: Shape 230">
            <a:extLst>
              <a:ext uri="{FF2B5EF4-FFF2-40B4-BE49-F238E27FC236}">
                <a16:creationId xmlns:a16="http://schemas.microsoft.com/office/drawing/2014/main" id="{A7AEEA87-3CDE-CDE1-FA1B-E93260F85042}"/>
              </a:ext>
            </a:extLst>
          </p:cNvPr>
          <p:cNvSpPr/>
          <p:nvPr/>
        </p:nvSpPr>
        <p:spPr>
          <a:xfrm>
            <a:off x="5799995" y="1077850"/>
            <a:ext cx="2009775" cy="647700"/>
          </a:xfrm>
          <a:custGeom>
            <a:avLst/>
            <a:gdLst>
              <a:gd name="connsiteX0" fmla="*/ 2009775 w 2009775"/>
              <a:gd name="connsiteY0" fmla="*/ 0 h 647700"/>
              <a:gd name="connsiteX1" fmla="*/ 1266825 w 2009775"/>
              <a:gd name="connsiteY1" fmla="*/ 133350 h 647700"/>
              <a:gd name="connsiteX2" fmla="*/ 609600 w 2009775"/>
              <a:gd name="connsiteY2" fmla="*/ 542925 h 647700"/>
              <a:gd name="connsiteX3" fmla="*/ 0 w 2009775"/>
              <a:gd name="connsiteY3" fmla="*/ 647700 h 6477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009775" h="647700">
                <a:moveTo>
                  <a:pt x="2009775" y="0"/>
                </a:moveTo>
                <a:cubicBezTo>
                  <a:pt x="1754981" y="21431"/>
                  <a:pt x="1500187" y="42863"/>
                  <a:pt x="1266825" y="133350"/>
                </a:cubicBezTo>
                <a:cubicBezTo>
                  <a:pt x="1033463" y="223837"/>
                  <a:pt x="820737" y="457200"/>
                  <a:pt x="609600" y="542925"/>
                </a:cubicBezTo>
                <a:cubicBezTo>
                  <a:pt x="398462" y="628650"/>
                  <a:pt x="199231" y="638175"/>
                  <a:pt x="0" y="647700"/>
                </a:cubicBezTo>
              </a:path>
            </a:pathLst>
          </a:custGeom>
          <a:noFill/>
          <a:ln>
            <a:solidFill>
              <a:schemeClr val="accent6">
                <a:lumMod val="75000"/>
              </a:schemeClr>
            </a:solidFill>
            <a:headEnd type="triangl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grpSp>
        <p:nvGrpSpPr>
          <p:cNvPr id="252" name="Group 251">
            <a:extLst>
              <a:ext uri="{FF2B5EF4-FFF2-40B4-BE49-F238E27FC236}">
                <a16:creationId xmlns:a16="http://schemas.microsoft.com/office/drawing/2014/main" id="{C225D536-3254-895C-FD63-5981C777D4B1}"/>
              </a:ext>
            </a:extLst>
          </p:cNvPr>
          <p:cNvGrpSpPr/>
          <p:nvPr/>
        </p:nvGrpSpPr>
        <p:grpSpPr>
          <a:xfrm>
            <a:off x="4589288" y="1373398"/>
            <a:ext cx="480439" cy="635200"/>
            <a:chOff x="6238875" y="2481185"/>
            <a:chExt cx="480439" cy="635200"/>
          </a:xfrm>
        </p:grpSpPr>
        <p:pic>
          <p:nvPicPr>
            <p:cNvPr id="232" name="Picture 231">
              <a:extLst>
                <a:ext uri="{FF2B5EF4-FFF2-40B4-BE49-F238E27FC236}">
                  <a16:creationId xmlns:a16="http://schemas.microsoft.com/office/drawing/2014/main" id="{BB419A79-A6ED-1D29-22B4-D6297215F436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duotone>
                <a:prstClr val="black"/>
                <a:schemeClr val="accent4">
                  <a:tint val="45000"/>
                  <a:satMod val="400000"/>
                </a:schemeClr>
              </a:duotone>
            </a:blip>
            <a:stretch>
              <a:fillRect/>
            </a:stretch>
          </p:blipFill>
          <p:spPr>
            <a:xfrm>
              <a:off x="6238875" y="2490456"/>
              <a:ext cx="475706" cy="625929"/>
            </a:xfrm>
            <a:prstGeom prst="rect">
              <a:avLst/>
            </a:prstGeom>
          </p:spPr>
        </p:pic>
        <p:sp>
          <p:nvSpPr>
            <p:cNvPr id="233" name="Freeform: Shape 232">
              <a:extLst>
                <a:ext uri="{FF2B5EF4-FFF2-40B4-BE49-F238E27FC236}">
                  <a16:creationId xmlns:a16="http://schemas.microsoft.com/office/drawing/2014/main" id="{6E790BA9-996C-F0ED-4A24-C715F4577417}"/>
                </a:ext>
              </a:extLst>
            </p:cNvPr>
            <p:cNvSpPr/>
            <p:nvPr/>
          </p:nvSpPr>
          <p:spPr>
            <a:xfrm>
              <a:off x="6444380" y="2481185"/>
              <a:ext cx="274934" cy="287724"/>
            </a:xfrm>
            <a:custGeom>
              <a:avLst/>
              <a:gdLst>
                <a:gd name="connsiteX0" fmla="*/ 0 w 267789"/>
                <a:gd name="connsiteY0" fmla="*/ 0 h 277586"/>
                <a:gd name="connsiteX1" fmla="*/ 267789 w 267789"/>
                <a:gd name="connsiteY1" fmla="*/ 277586 h 277586"/>
                <a:gd name="connsiteX2" fmla="*/ 267789 w 267789"/>
                <a:gd name="connsiteY2" fmla="*/ 117566 h 277586"/>
                <a:gd name="connsiteX3" fmla="*/ 146957 w 267789"/>
                <a:gd name="connsiteY3" fmla="*/ 6531 h 277586"/>
                <a:gd name="connsiteX4" fmla="*/ 0 w 267789"/>
                <a:gd name="connsiteY4" fmla="*/ 0 h 277586"/>
                <a:gd name="connsiteX0" fmla="*/ 0 w 267789"/>
                <a:gd name="connsiteY0" fmla="*/ 613 h 278199"/>
                <a:gd name="connsiteX1" fmla="*/ 267789 w 267789"/>
                <a:gd name="connsiteY1" fmla="*/ 278199 h 278199"/>
                <a:gd name="connsiteX2" fmla="*/ 267789 w 267789"/>
                <a:gd name="connsiteY2" fmla="*/ 118179 h 278199"/>
                <a:gd name="connsiteX3" fmla="*/ 156482 w 267789"/>
                <a:gd name="connsiteY3" fmla="*/ 0 h 278199"/>
                <a:gd name="connsiteX4" fmla="*/ 0 w 267789"/>
                <a:gd name="connsiteY4" fmla="*/ 613 h 278199"/>
                <a:gd name="connsiteX0" fmla="*/ 0 w 270171"/>
                <a:gd name="connsiteY0" fmla="*/ 5375 h 278199"/>
                <a:gd name="connsiteX1" fmla="*/ 270171 w 270171"/>
                <a:gd name="connsiteY1" fmla="*/ 278199 h 278199"/>
                <a:gd name="connsiteX2" fmla="*/ 270171 w 270171"/>
                <a:gd name="connsiteY2" fmla="*/ 118179 h 278199"/>
                <a:gd name="connsiteX3" fmla="*/ 158864 w 270171"/>
                <a:gd name="connsiteY3" fmla="*/ 0 h 278199"/>
                <a:gd name="connsiteX4" fmla="*/ 0 w 270171"/>
                <a:gd name="connsiteY4" fmla="*/ 5375 h 278199"/>
                <a:gd name="connsiteX0" fmla="*/ 0 w 270171"/>
                <a:gd name="connsiteY0" fmla="*/ 5375 h 266292"/>
                <a:gd name="connsiteX1" fmla="*/ 263028 w 270171"/>
                <a:gd name="connsiteY1" fmla="*/ 266292 h 266292"/>
                <a:gd name="connsiteX2" fmla="*/ 270171 w 270171"/>
                <a:gd name="connsiteY2" fmla="*/ 118179 h 266292"/>
                <a:gd name="connsiteX3" fmla="*/ 158864 w 270171"/>
                <a:gd name="connsiteY3" fmla="*/ 0 h 266292"/>
                <a:gd name="connsiteX4" fmla="*/ 0 w 270171"/>
                <a:gd name="connsiteY4" fmla="*/ 5375 h 266292"/>
                <a:gd name="connsiteX0" fmla="*/ 0 w 274934"/>
                <a:gd name="connsiteY0" fmla="*/ 5375 h 287724"/>
                <a:gd name="connsiteX1" fmla="*/ 274934 w 274934"/>
                <a:gd name="connsiteY1" fmla="*/ 287724 h 287724"/>
                <a:gd name="connsiteX2" fmla="*/ 270171 w 274934"/>
                <a:gd name="connsiteY2" fmla="*/ 118179 h 287724"/>
                <a:gd name="connsiteX3" fmla="*/ 158864 w 274934"/>
                <a:gd name="connsiteY3" fmla="*/ 0 h 287724"/>
                <a:gd name="connsiteX4" fmla="*/ 0 w 274934"/>
                <a:gd name="connsiteY4" fmla="*/ 5375 h 2877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74934" h="287724">
                  <a:moveTo>
                    <a:pt x="0" y="5375"/>
                  </a:moveTo>
                  <a:lnTo>
                    <a:pt x="274934" y="287724"/>
                  </a:lnTo>
                  <a:lnTo>
                    <a:pt x="270171" y="118179"/>
                  </a:lnTo>
                  <a:lnTo>
                    <a:pt x="158864" y="0"/>
                  </a:lnTo>
                  <a:lnTo>
                    <a:pt x="0" y="5375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FD23E9B3-5D6A-F121-86B8-A90687A3F6C1}"/>
              </a:ext>
            </a:extLst>
          </p:cNvPr>
          <p:cNvGrpSpPr/>
          <p:nvPr/>
        </p:nvGrpSpPr>
        <p:grpSpPr>
          <a:xfrm>
            <a:off x="4975127" y="1161045"/>
            <a:ext cx="821464" cy="913071"/>
            <a:chOff x="8941274" y="4193447"/>
            <a:chExt cx="821464" cy="913071"/>
          </a:xfrm>
        </p:grpSpPr>
        <p:sp>
          <p:nvSpPr>
            <p:cNvPr id="18" name="Rectangle: Rounded Corners 17">
              <a:extLst>
                <a:ext uri="{FF2B5EF4-FFF2-40B4-BE49-F238E27FC236}">
                  <a16:creationId xmlns:a16="http://schemas.microsoft.com/office/drawing/2014/main" id="{F30CE4C1-AE66-2FF3-9E9C-C83F578ED5B0}"/>
                </a:ext>
              </a:extLst>
            </p:cNvPr>
            <p:cNvSpPr/>
            <p:nvPr/>
          </p:nvSpPr>
          <p:spPr>
            <a:xfrm>
              <a:off x="9037553" y="4455376"/>
              <a:ext cx="628907" cy="628907"/>
            </a:xfrm>
            <a:prstGeom prst="roundRect">
              <a:avLst>
                <a:gd name="adj" fmla="val 8678"/>
              </a:avLst>
            </a:prstGeom>
            <a:solidFill>
              <a:schemeClr val="bg1"/>
            </a:solidFill>
            <a:ln w="28575">
              <a:solidFill>
                <a:srgbClr val="3963DA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srgbClr val="3963DA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41CBBB8C-726F-7FB9-71E3-D9E30E289FD9}"/>
                </a:ext>
              </a:extLst>
            </p:cNvPr>
            <p:cNvSpPr txBox="1"/>
            <p:nvPr/>
          </p:nvSpPr>
          <p:spPr>
            <a:xfrm>
              <a:off x="8941274" y="4644853"/>
              <a:ext cx="821464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3963DA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Global Broker</a:t>
              </a:r>
            </a:p>
          </p:txBody>
        </p:sp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B5A78DD9-DF15-0252-0A1E-CA8C2D4C6CC1}"/>
                </a:ext>
              </a:extLst>
            </p:cNvPr>
            <p:cNvGrpSpPr/>
            <p:nvPr/>
          </p:nvGrpSpPr>
          <p:grpSpPr>
            <a:xfrm>
              <a:off x="9094796" y="4193447"/>
              <a:ext cx="514420" cy="523858"/>
              <a:chOff x="6520709" y="4021299"/>
              <a:chExt cx="664522" cy="676715"/>
            </a:xfrm>
          </p:grpSpPr>
          <p:pic>
            <p:nvPicPr>
              <p:cNvPr id="21" name="Picture 20">
                <a:extLst>
                  <a:ext uri="{FF2B5EF4-FFF2-40B4-BE49-F238E27FC236}">
                    <a16:creationId xmlns:a16="http://schemas.microsoft.com/office/drawing/2014/main" id="{08953592-33D6-DEBE-22D5-033B16A1393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6520709" y="4021299"/>
                <a:ext cx="664522" cy="676715"/>
              </a:xfrm>
              <a:prstGeom prst="rect">
                <a:avLst/>
              </a:prstGeom>
            </p:spPr>
          </p:pic>
          <p:sp>
            <p:nvSpPr>
              <p:cNvPr id="22" name="Oval 21">
                <a:extLst>
                  <a:ext uri="{FF2B5EF4-FFF2-40B4-BE49-F238E27FC236}">
                    <a16:creationId xmlns:a16="http://schemas.microsoft.com/office/drawing/2014/main" id="{070E67DF-9974-6E8D-C7E4-07C331D83C90}"/>
                  </a:ext>
                </a:extLst>
              </p:cNvPr>
              <p:cNvSpPr/>
              <p:nvPr/>
            </p:nvSpPr>
            <p:spPr>
              <a:xfrm>
                <a:off x="6610176" y="4113239"/>
                <a:ext cx="485588" cy="485586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pic>
            <p:nvPicPr>
              <p:cNvPr id="25" name="Picture 24">
                <a:extLst>
                  <a:ext uri="{FF2B5EF4-FFF2-40B4-BE49-F238E27FC236}">
                    <a16:creationId xmlns:a16="http://schemas.microsoft.com/office/drawing/2014/main" id="{82300211-F9E4-D993-3F11-0BC89D3D110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6647343" y="4147676"/>
                <a:ext cx="424360" cy="387637"/>
              </a:xfrm>
              <a:prstGeom prst="rect">
                <a:avLst/>
              </a:prstGeom>
            </p:spPr>
          </p:pic>
        </p:grpSp>
      </p:grpSp>
    </p:spTree>
    <p:extLst>
      <p:ext uri="{BB962C8B-B14F-4D97-AF65-F5344CB8AC3E}">
        <p14:creationId xmlns:p14="http://schemas.microsoft.com/office/powerpoint/2010/main" val="10969887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2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1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AD0366-D52A-E60B-3176-A979FF58C0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9" name="Group 228">
            <a:extLst>
              <a:ext uri="{FF2B5EF4-FFF2-40B4-BE49-F238E27FC236}">
                <a16:creationId xmlns:a16="http://schemas.microsoft.com/office/drawing/2014/main" id="{351F9B0A-1C23-977F-82F3-709787BC597D}"/>
              </a:ext>
            </a:extLst>
          </p:cNvPr>
          <p:cNvGrpSpPr/>
          <p:nvPr/>
        </p:nvGrpSpPr>
        <p:grpSpPr>
          <a:xfrm>
            <a:off x="1715333" y="622374"/>
            <a:ext cx="1850457" cy="672547"/>
            <a:chOff x="1715333" y="622374"/>
            <a:chExt cx="1850457" cy="672547"/>
          </a:xfrm>
        </p:grpSpPr>
        <p:cxnSp>
          <p:nvCxnSpPr>
            <p:cNvPr id="215" name="Straight Connector 214">
              <a:extLst>
                <a:ext uri="{FF2B5EF4-FFF2-40B4-BE49-F238E27FC236}">
                  <a16:creationId xmlns:a16="http://schemas.microsoft.com/office/drawing/2014/main" id="{5AC7E81C-2DA9-B43C-6DCD-49A8A3C44A11}"/>
                </a:ext>
              </a:extLst>
            </p:cNvPr>
            <p:cNvCxnSpPr/>
            <p:nvPr/>
          </p:nvCxnSpPr>
          <p:spPr>
            <a:xfrm>
              <a:off x="1715333" y="622374"/>
              <a:ext cx="0" cy="661357"/>
            </a:xfrm>
            <a:prstGeom prst="line">
              <a:avLst/>
            </a:prstGeom>
            <a:ln w="12700">
              <a:solidFill>
                <a:schemeClr val="tx1"/>
              </a:solidFill>
              <a:prstDash val="sysDot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6" name="Straight Connector 215">
              <a:extLst>
                <a:ext uri="{FF2B5EF4-FFF2-40B4-BE49-F238E27FC236}">
                  <a16:creationId xmlns:a16="http://schemas.microsoft.com/office/drawing/2014/main" id="{F8B8C2D9-2B98-6E7E-6F3A-2FF1ED78C4B7}"/>
                </a:ext>
              </a:extLst>
            </p:cNvPr>
            <p:cNvCxnSpPr/>
            <p:nvPr/>
          </p:nvCxnSpPr>
          <p:spPr>
            <a:xfrm>
              <a:off x="2341276" y="622375"/>
              <a:ext cx="0" cy="661357"/>
            </a:xfrm>
            <a:prstGeom prst="line">
              <a:avLst/>
            </a:prstGeom>
            <a:ln w="12700">
              <a:solidFill>
                <a:schemeClr val="tx1"/>
              </a:solidFill>
              <a:prstDash val="sysDot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7" name="Straight Connector 216">
              <a:extLst>
                <a:ext uri="{FF2B5EF4-FFF2-40B4-BE49-F238E27FC236}">
                  <a16:creationId xmlns:a16="http://schemas.microsoft.com/office/drawing/2014/main" id="{D9E955FA-2CED-5063-EA98-51F4D2D9D7D1}"/>
                </a:ext>
              </a:extLst>
            </p:cNvPr>
            <p:cNvCxnSpPr/>
            <p:nvPr/>
          </p:nvCxnSpPr>
          <p:spPr>
            <a:xfrm>
              <a:off x="2956921" y="633564"/>
              <a:ext cx="0" cy="661357"/>
            </a:xfrm>
            <a:prstGeom prst="line">
              <a:avLst/>
            </a:prstGeom>
            <a:ln w="12700">
              <a:solidFill>
                <a:schemeClr val="tx1"/>
              </a:solidFill>
              <a:prstDash val="sysDot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9" name="Straight Connector 218">
              <a:extLst>
                <a:ext uri="{FF2B5EF4-FFF2-40B4-BE49-F238E27FC236}">
                  <a16:creationId xmlns:a16="http://schemas.microsoft.com/office/drawing/2014/main" id="{722BF072-A104-1D68-B3BF-E297B38CCDAD}"/>
                </a:ext>
              </a:extLst>
            </p:cNvPr>
            <p:cNvCxnSpPr/>
            <p:nvPr/>
          </p:nvCxnSpPr>
          <p:spPr>
            <a:xfrm>
              <a:off x="3565790" y="626521"/>
              <a:ext cx="0" cy="661357"/>
            </a:xfrm>
            <a:prstGeom prst="line">
              <a:avLst/>
            </a:prstGeom>
            <a:ln w="12700">
              <a:solidFill>
                <a:schemeClr val="tx1"/>
              </a:solidFill>
              <a:prstDash val="sysDot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222" name="Picture 221">
            <a:extLst>
              <a:ext uri="{FF2B5EF4-FFF2-40B4-BE49-F238E27FC236}">
                <a16:creationId xmlns:a16="http://schemas.microsoft.com/office/drawing/2014/main" id="{70B849AB-23AD-325E-69A0-EA3F8C74609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418180"/>
            <a:ext cx="5197907" cy="1439820"/>
          </a:xfrm>
          <a:prstGeom prst="rect">
            <a:avLst/>
          </a:prstGeom>
        </p:spPr>
      </p:pic>
      <p:grpSp>
        <p:nvGrpSpPr>
          <p:cNvPr id="13" name="Group 12">
            <a:extLst>
              <a:ext uri="{FF2B5EF4-FFF2-40B4-BE49-F238E27FC236}">
                <a16:creationId xmlns:a16="http://schemas.microsoft.com/office/drawing/2014/main" id="{951FE54B-2ABD-60EC-2268-C8805BC90824}"/>
              </a:ext>
            </a:extLst>
          </p:cNvPr>
          <p:cNvGrpSpPr/>
          <p:nvPr/>
        </p:nvGrpSpPr>
        <p:grpSpPr>
          <a:xfrm>
            <a:off x="2588900" y="323658"/>
            <a:ext cx="8879200" cy="6210684"/>
            <a:chOff x="1942544" y="1301750"/>
            <a:chExt cx="6082512" cy="4254500"/>
          </a:xfrm>
        </p:grpSpPr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96D54D7E-34BC-F585-71D0-DD6A06D84BCA}"/>
                </a:ext>
              </a:extLst>
            </p:cNvPr>
            <p:cNvGrpSpPr/>
            <p:nvPr/>
          </p:nvGrpSpPr>
          <p:grpSpPr>
            <a:xfrm>
              <a:off x="1942544" y="1301750"/>
              <a:ext cx="6082512" cy="4254500"/>
              <a:chOff x="1942544" y="1301750"/>
              <a:chExt cx="6082512" cy="4254500"/>
            </a:xfrm>
          </p:grpSpPr>
          <p:sp>
            <p:nvSpPr>
              <p:cNvPr id="7" name="Cloud 6">
                <a:extLst>
                  <a:ext uri="{FF2B5EF4-FFF2-40B4-BE49-F238E27FC236}">
                    <a16:creationId xmlns:a16="http://schemas.microsoft.com/office/drawing/2014/main" id="{7495720B-E4B1-6A69-E415-48625B99B8C3}"/>
                  </a:ext>
                </a:extLst>
              </p:cNvPr>
              <p:cNvSpPr/>
              <p:nvPr/>
            </p:nvSpPr>
            <p:spPr>
              <a:xfrm rot="401311">
                <a:off x="1948500" y="1301750"/>
                <a:ext cx="6070600" cy="4254500"/>
              </a:xfrm>
              <a:prstGeom prst="cloud">
                <a:avLst/>
              </a:prstGeom>
              <a:solidFill>
                <a:schemeClr val="bg1"/>
              </a:solidFill>
              <a:ln w="38100">
                <a:solidFill>
                  <a:schemeClr val="bg1">
                    <a:lumMod val="75000"/>
                  </a:schemeClr>
                </a:solidFill>
                <a:prstDash val="sysDash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8" name="Cloud 7">
                <a:extLst>
                  <a:ext uri="{FF2B5EF4-FFF2-40B4-BE49-F238E27FC236}">
                    <a16:creationId xmlns:a16="http://schemas.microsoft.com/office/drawing/2014/main" id="{9A795C6E-4BCE-6AD9-A1F7-1E9FD6911A78}"/>
                  </a:ext>
                </a:extLst>
              </p:cNvPr>
              <p:cNvSpPr/>
              <p:nvPr/>
            </p:nvSpPr>
            <p:spPr>
              <a:xfrm rot="401311">
                <a:off x="1942544" y="1382575"/>
                <a:ext cx="6082512" cy="4118248"/>
              </a:xfrm>
              <a:prstGeom prst="cloud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</p:grp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C6731B84-4EE2-2277-0E2E-505A1EBBF3FF}"/>
                </a:ext>
              </a:extLst>
            </p:cNvPr>
            <p:cNvCxnSpPr>
              <a:cxnSpLocks/>
            </p:cNvCxnSpPr>
            <p:nvPr/>
          </p:nvCxnSpPr>
          <p:spPr>
            <a:xfrm>
              <a:off x="2133600" y="3429000"/>
              <a:ext cx="5867400" cy="0"/>
            </a:xfrm>
            <a:prstGeom prst="line">
              <a:avLst/>
            </a:prstGeom>
            <a:solidFill>
              <a:schemeClr val="bg1"/>
            </a:solidFill>
            <a:ln w="38100">
              <a:solidFill>
                <a:schemeClr val="bg1">
                  <a:lumMod val="75000"/>
                </a:schemeClr>
              </a:solidFill>
              <a:prstDash val="sys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sp>
        <p:nvSpPr>
          <p:cNvPr id="14" name="TextBox 13">
            <a:extLst>
              <a:ext uri="{FF2B5EF4-FFF2-40B4-BE49-F238E27FC236}">
                <a16:creationId xmlns:a16="http://schemas.microsoft.com/office/drawing/2014/main" id="{C3ADA6C5-2AC4-0FBE-6BD6-609D7AC1107F}"/>
              </a:ext>
            </a:extLst>
          </p:cNvPr>
          <p:cNvSpPr txBox="1"/>
          <p:nvPr/>
        </p:nvSpPr>
        <p:spPr>
          <a:xfrm>
            <a:off x="6238875" y="314003"/>
            <a:ext cx="818636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WIS2</a:t>
            </a:r>
          </a:p>
        </p:txBody>
      </p:sp>
      <p:grpSp>
        <p:nvGrpSpPr>
          <p:cNvPr id="225" name="Group 224">
            <a:extLst>
              <a:ext uri="{FF2B5EF4-FFF2-40B4-BE49-F238E27FC236}">
                <a16:creationId xmlns:a16="http://schemas.microsoft.com/office/drawing/2014/main" id="{50586BAA-7B44-1DCA-917E-7D6B6527F47A}"/>
              </a:ext>
            </a:extLst>
          </p:cNvPr>
          <p:cNvGrpSpPr/>
          <p:nvPr/>
        </p:nvGrpSpPr>
        <p:grpSpPr>
          <a:xfrm>
            <a:off x="350689" y="4160355"/>
            <a:ext cx="466050" cy="669682"/>
            <a:chOff x="1159011" y="4934512"/>
            <a:chExt cx="466050" cy="669682"/>
          </a:xfrm>
        </p:grpSpPr>
        <p:sp>
          <p:nvSpPr>
            <p:cNvPr id="224" name="Rectangle: Rounded Corners 223">
              <a:extLst>
                <a:ext uri="{FF2B5EF4-FFF2-40B4-BE49-F238E27FC236}">
                  <a16:creationId xmlns:a16="http://schemas.microsoft.com/office/drawing/2014/main" id="{516282CF-ABE5-3334-784A-3DD062C1754D}"/>
                </a:ext>
              </a:extLst>
            </p:cNvPr>
            <p:cNvSpPr/>
            <p:nvPr/>
          </p:nvSpPr>
          <p:spPr>
            <a:xfrm>
              <a:off x="1159011" y="4934512"/>
              <a:ext cx="466050" cy="669682"/>
            </a:xfrm>
            <a:prstGeom prst="roundRect">
              <a:avLst>
                <a:gd name="adj" fmla="val 8535"/>
              </a:avLst>
            </a:prstGeom>
            <a:solidFill>
              <a:schemeClr val="bg1"/>
            </a:solidFill>
            <a:ln w="12700">
              <a:prstDash val="sys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218" name="Rectangle 217">
              <a:extLst>
                <a:ext uri="{FF2B5EF4-FFF2-40B4-BE49-F238E27FC236}">
                  <a16:creationId xmlns:a16="http://schemas.microsoft.com/office/drawing/2014/main" id="{9ED8C05A-47D8-DF1C-0A86-AD6EC109D4EF}"/>
                </a:ext>
              </a:extLst>
            </p:cNvPr>
            <p:cNvSpPr/>
            <p:nvPr/>
          </p:nvSpPr>
          <p:spPr>
            <a:xfrm>
              <a:off x="1307134" y="5356687"/>
              <a:ext cx="169804" cy="169804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A</a:t>
              </a:r>
            </a:p>
          </p:txBody>
        </p:sp>
        <p:pic>
          <p:nvPicPr>
            <p:cNvPr id="223" name="Picture 222" descr="A black and white symbol&#10;&#10;Description automatically generated">
              <a:extLst>
                <a:ext uri="{FF2B5EF4-FFF2-40B4-BE49-F238E27FC236}">
                  <a16:creationId xmlns:a16="http://schemas.microsoft.com/office/drawing/2014/main" id="{D1E48EB4-B914-E261-FB0D-0E50FFF4C63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216187" y="4970684"/>
              <a:ext cx="351698" cy="351696"/>
            </a:xfrm>
            <a:prstGeom prst="rect">
              <a:avLst/>
            </a:prstGeom>
          </p:spPr>
        </p:pic>
      </p:grpSp>
      <p:grpSp>
        <p:nvGrpSpPr>
          <p:cNvPr id="234" name="Group 233">
            <a:extLst>
              <a:ext uri="{FF2B5EF4-FFF2-40B4-BE49-F238E27FC236}">
                <a16:creationId xmlns:a16="http://schemas.microsoft.com/office/drawing/2014/main" id="{B0400BCD-93D3-C45C-CB97-74BA711DF538}"/>
              </a:ext>
            </a:extLst>
          </p:cNvPr>
          <p:cNvGrpSpPr/>
          <p:nvPr/>
        </p:nvGrpSpPr>
        <p:grpSpPr>
          <a:xfrm>
            <a:off x="858066" y="4163562"/>
            <a:ext cx="466050" cy="669682"/>
            <a:chOff x="1159011" y="4934512"/>
            <a:chExt cx="466050" cy="669682"/>
          </a:xfrm>
        </p:grpSpPr>
        <p:sp>
          <p:nvSpPr>
            <p:cNvPr id="235" name="Rectangle: Rounded Corners 234">
              <a:extLst>
                <a:ext uri="{FF2B5EF4-FFF2-40B4-BE49-F238E27FC236}">
                  <a16:creationId xmlns:a16="http://schemas.microsoft.com/office/drawing/2014/main" id="{F67B772C-2AB7-BA77-1F13-7AFFB52508D1}"/>
                </a:ext>
              </a:extLst>
            </p:cNvPr>
            <p:cNvSpPr/>
            <p:nvPr/>
          </p:nvSpPr>
          <p:spPr>
            <a:xfrm>
              <a:off x="1159011" y="4934512"/>
              <a:ext cx="466050" cy="669682"/>
            </a:xfrm>
            <a:prstGeom prst="roundRect">
              <a:avLst>
                <a:gd name="adj" fmla="val 8535"/>
              </a:avLst>
            </a:prstGeom>
            <a:solidFill>
              <a:schemeClr val="bg1"/>
            </a:solidFill>
            <a:ln w="12700">
              <a:prstDash val="sys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236" name="Rectangle 235">
              <a:extLst>
                <a:ext uri="{FF2B5EF4-FFF2-40B4-BE49-F238E27FC236}">
                  <a16:creationId xmlns:a16="http://schemas.microsoft.com/office/drawing/2014/main" id="{C93052DD-3050-C5BC-5D52-B76BA78EDB00}"/>
                </a:ext>
              </a:extLst>
            </p:cNvPr>
            <p:cNvSpPr/>
            <p:nvPr/>
          </p:nvSpPr>
          <p:spPr>
            <a:xfrm>
              <a:off x="1307134" y="5356687"/>
              <a:ext cx="169804" cy="169804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B</a:t>
              </a:r>
            </a:p>
          </p:txBody>
        </p:sp>
        <p:pic>
          <p:nvPicPr>
            <p:cNvPr id="237" name="Picture 236" descr="A black and white symbol&#10;&#10;Description automatically generated">
              <a:extLst>
                <a:ext uri="{FF2B5EF4-FFF2-40B4-BE49-F238E27FC236}">
                  <a16:creationId xmlns:a16="http://schemas.microsoft.com/office/drawing/2014/main" id="{276029F8-E335-345B-D6B9-0D8CF8F4DA3E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216187" y="4970684"/>
              <a:ext cx="351698" cy="351696"/>
            </a:xfrm>
            <a:prstGeom prst="rect">
              <a:avLst/>
            </a:prstGeom>
          </p:spPr>
        </p:pic>
      </p:grpSp>
      <p:grpSp>
        <p:nvGrpSpPr>
          <p:cNvPr id="238" name="Group 237">
            <a:extLst>
              <a:ext uri="{FF2B5EF4-FFF2-40B4-BE49-F238E27FC236}">
                <a16:creationId xmlns:a16="http://schemas.microsoft.com/office/drawing/2014/main" id="{7B4B4F88-F777-E429-9D31-43E9FA0621B9}"/>
              </a:ext>
            </a:extLst>
          </p:cNvPr>
          <p:cNvGrpSpPr/>
          <p:nvPr/>
        </p:nvGrpSpPr>
        <p:grpSpPr>
          <a:xfrm>
            <a:off x="856832" y="4869695"/>
            <a:ext cx="466050" cy="669682"/>
            <a:chOff x="1159011" y="4934512"/>
            <a:chExt cx="466050" cy="669682"/>
          </a:xfrm>
        </p:grpSpPr>
        <p:sp>
          <p:nvSpPr>
            <p:cNvPr id="239" name="Rectangle: Rounded Corners 238">
              <a:extLst>
                <a:ext uri="{FF2B5EF4-FFF2-40B4-BE49-F238E27FC236}">
                  <a16:creationId xmlns:a16="http://schemas.microsoft.com/office/drawing/2014/main" id="{93E60567-B312-20CC-8485-5BB923E881E8}"/>
                </a:ext>
              </a:extLst>
            </p:cNvPr>
            <p:cNvSpPr/>
            <p:nvPr/>
          </p:nvSpPr>
          <p:spPr>
            <a:xfrm>
              <a:off x="1159011" y="4934512"/>
              <a:ext cx="466050" cy="669682"/>
            </a:xfrm>
            <a:prstGeom prst="roundRect">
              <a:avLst>
                <a:gd name="adj" fmla="val 8535"/>
              </a:avLst>
            </a:prstGeom>
            <a:solidFill>
              <a:schemeClr val="bg1"/>
            </a:solidFill>
            <a:ln w="12700">
              <a:prstDash val="sys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240" name="Rectangle 239">
              <a:extLst>
                <a:ext uri="{FF2B5EF4-FFF2-40B4-BE49-F238E27FC236}">
                  <a16:creationId xmlns:a16="http://schemas.microsoft.com/office/drawing/2014/main" id="{859527FF-60F4-1877-00F1-79296586D41F}"/>
                </a:ext>
              </a:extLst>
            </p:cNvPr>
            <p:cNvSpPr/>
            <p:nvPr/>
          </p:nvSpPr>
          <p:spPr>
            <a:xfrm>
              <a:off x="1307134" y="5356687"/>
              <a:ext cx="169804" cy="169804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D</a:t>
              </a:r>
            </a:p>
          </p:txBody>
        </p:sp>
        <p:pic>
          <p:nvPicPr>
            <p:cNvPr id="241" name="Picture 240" descr="A black and white symbol&#10;&#10;Description automatically generated">
              <a:extLst>
                <a:ext uri="{FF2B5EF4-FFF2-40B4-BE49-F238E27FC236}">
                  <a16:creationId xmlns:a16="http://schemas.microsoft.com/office/drawing/2014/main" id="{FB423358-A2C7-324E-BE1C-B73FFCFAF47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216187" y="4970684"/>
              <a:ext cx="351698" cy="351696"/>
            </a:xfrm>
            <a:prstGeom prst="rect">
              <a:avLst/>
            </a:prstGeom>
          </p:spPr>
        </p:pic>
      </p:grpSp>
      <p:grpSp>
        <p:nvGrpSpPr>
          <p:cNvPr id="242" name="Group 241">
            <a:extLst>
              <a:ext uri="{FF2B5EF4-FFF2-40B4-BE49-F238E27FC236}">
                <a16:creationId xmlns:a16="http://schemas.microsoft.com/office/drawing/2014/main" id="{39385692-A924-0564-13EF-F006868CFAD8}"/>
              </a:ext>
            </a:extLst>
          </p:cNvPr>
          <p:cNvGrpSpPr/>
          <p:nvPr/>
        </p:nvGrpSpPr>
        <p:grpSpPr>
          <a:xfrm>
            <a:off x="349454" y="4869695"/>
            <a:ext cx="466050" cy="669682"/>
            <a:chOff x="1159011" y="4934512"/>
            <a:chExt cx="466050" cy="669682"/>
          </a:xfrm>
        </p:grpSpPr>
        <p:sp>
          <p:nvSpPr>
            <p:cNvPr id="243" name="Rectangle: Rounded Corners 242">
              <a:extLst>
                <a:ext uri="{FF2B5EF4-FFF2-40B4-BE49-F238E27FC236}">
                  <a16:creationId xmlns:a16="http://schemas.microsoft.com/office/drawing/2014/main" id="{117E056F-2E37-930E-D53B-475662387B4E}"/>
                </a:ext>
              </a:extLst>
            </p:cNvPr>
            <p:cNvSpPr/>
            <p:nvPr/>
          </p:nvSpPr>
          <p:spPr>
            <a:xfrm>
              <a:off x="1159011" y="4934512"/>
              <a:ext cx="466050" cy="669682"/>
            </a:xfrm>
            <a:prstGeom prst="roundRect">
              <a:avLst>
                <a:gd name="adj" fmla="val 8535"/>
              </a:avLst>
            </a:prstGeom>
            <a:solidFill>
              <a:schemeClr val="bg1"/>
            </a:solidFill>
            <a:ln w="12700">
              <a:prstDash val="sys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244" name="Rectangle 243">
              <a:extLst>
                <a:ext uri="{FF2B5EF4-FFF2-40B4-BE49-F238E27FC236}">
                  <a16:creationId xmlns:a16="http://schemas.microsoft.com/office/drawing/2014/main" id="{FAAE3F3E-508E-EECB-28D6-4C247F860FE1}"/>
                </a:ext>
              </a:extLst>
            </p:cNvPr>
            <p:cNvSpPr/>
            <p:nvPr/>
          </p:nvSpPr>
          <p:spPr>
            <a:xfrm>
              <a:off x="1307134" y="5356687"/>
              <a:ext cx="169804" cy="169804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C</a:t>
              </a:r>
            </a:p>
          </p:txBody>
        </p:sp>
        <p:pic>
          <p:nvPicPr>
            <p:cNvPr id="245" name="Picture 244" descr="A black and white symbol&#10;&#10;Description automatically generated">
              <a:extLst>
                <a:ext uri="{FF2B5EF4-FFF2-40B4-BE49-F238E27FC236}">
                  <a16:creationId xmlns:a16="http://schemas.microsoft.com/office/drawing/2014/main" id="{B05106A2-976B-4C67-ACD4-7E9331F5670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216187" y="4970684"/>
              <a:ext cx="351698" cy="351696"/>
            </a:xfrm>
            <a:prstGeom prst="rect">
              <a:avLst/>
            </a:prstGeom>
          </p:spPr>
        </p:pic>
      </p:grpSp>
      <p:grpSp>
        <p:nvGrpSpPr>
          <p:cNvPr id="249" name="Group 248">
            <a:extLst>
              <a:ext uri="{FF2B5EF4-FFF2-40B4-BE49-F238E27FC236}">
                <a16:creationId xmlns:a16="http://schemas.microsoft.com/office/drawing/2014/main" id="{56088271-D440-8569-54E2-21464F22622B}"/>
              </a:ext>
            </a:extLst>
          </p:cNvPr>
          <p:cNvGrpSpPr/>
          <p:nvPr/>
        </p:nvGrpSpPr>
        <p:grpSpPr>
          <a:xfrm>
            <a:off x="1633202" y="1621248"/>
            <a:ext cx="1960897" cy="3158269"/>
            <a:chOff x="1633202" y="1621248"/>
            <a:chExt cx="1960897" cy="3158269"/>
          </a:xfrm>
        </p:grpSpPr>
        <p:sp>
          <p:nvSpPr>
            <p:cNvPr id="247" name="Rectangle: Rounded Corners 246">
              <a:extLst>
                <a:ext uri="{FF2B5EF4-FFF2-40B4-BE49-F238E27FC236}">
                  <a16:creationId xmlns:a16="http://schemas.microsoft.com/office/drawing/2014/main" id="{0E654EAF-235D-1CCC-49F6-AAB2DC59622F}"/>
                </a:ext>
              </a:extLst>
            </p:cNvPr>
            <p:cNvSpPr/>
            <p:nvPr/>
          </p:nvSpPr>
          <p:spPr>
            <a:xfrm>
              <a:off x="1633202" y="1858519"/>
              <a:ext cx="1960897" cy="2920998"/>
            </a:xfrm>
            <a:prstGeom prst="roundRect">
              <a:avLst>
                <a:gd name="adj" fmla="val 3624"/>
              </a:avLst>
            </a:prstGeom>
            <a:solidFill>
              <a:schemeClr val="bg1">
                <a:lumMod val="95000"/>
                <a:alpha val="50196"/>
              </a:schemeClr>
            </a:solidFill>
            <a:ln w="12700">
              <a:solidFill>
                <a:schemeClr val="tx1">
                  <a:lumMod val="50000"/>
                  <a:lumOff val="50000"/>
                </a:schemeClr>
              </a:solidFill>
              <a:prstDash val="sysDot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248" name="TextBox 247">
              <a:extLst>
                <a:ext uri="{FF2B5EF4-FFF2-40B4-BE49-F238E27FC236}">
                  <a16:creationId xmlns:a16="http://schemas.microsoft.com/office/drawing/2014/main" id="{0B8B373A-5820-F193-1065-9F7FE8A58BB4}"/>
                </a:ext>
              </a:extLst>
            </p:cNvPr>
            <p:cNvSpPr txBox="1"/>
            <p:nvPr/>
          </p:nvSpPr>
          <p:spPr>
            <a:xfrm>
              <a:off x="2059127" y="1621248"/>
              <a:ext cx="1179193" cy="2539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5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WIS Centre</a:t>
              </a:r>
              <a:endParaRPr kumimoji="0" lang="en-GB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246" name="Group 245">
            <a:extLst>
              <a:ext uri="{FF2B5EF4-FFF2-40B4-BE49-F238E27FC236}">
                <a16:creationId xmlns:a16="http://schemas.microsoft.com/office/drawing/2014/main" id="{82BAB51D-071A-74D0-84BD-15E6495C9371}"/>
              </a:ext>
            </a:extLst>
          </p:cNvPr>
          <p:cNvGrpSpPr/>
          <p:nvPr/>
        </p:nvGrpSpPr>
        <p:grpSpPr>
          <a:xfrm>
            <a:off x="238558" y="2004858"/>
            <a:ext cx="2724621" cy="2574854"/>
            <a:chOff x="238558" y="2004858"/>
            <a:chExt cx="2724621" cy="2574854"/>
          </a:xfrm>
        </p:grpSpPr>
        <p:pic>
          <p:nvPicPr>
            <p:cNvPr id="52" name="Picture 51">
              <a:extLst>
                <a:ext uri="{FF2B5EF4-FFF2-40B4-BE49-F238E27FC236}">
                  <a16:creationId xmlns:a16="http://schemas.microsoft.com/office/drawing/2014/main" id="{C9ED11C0-A978-6AD0-BECB-67367519AC85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256121" y="3053461"/>
              <a:ext cx="1338982" cy="751078"/>
            </a:xfrm>
            <a:prstGeom prst="rect">
              <a:avLst/>
            </a:prstGeom>
          </p:spPr>
        </p:pic>
        <p:grpSp>
          <p:nvGrpSpPr>
            <p:cNvPr id="53" name="Group 52">
              <a:extLst>
                <a:ext uri="{FF2B5EF4-FFF2-40B4-BE49-F238E27FC236}">
                  <a16:creationId xmlns:a16="http://schemas.microsoft.com/office/drawing/2014/main" id="{CE4D9E77-28C5-982F-A943-CE66B80171D9}"/>
                </a:ext>
              </a:extLst>
            </p:cNvPr>
            <p:cNvGrpSpPr/>
            <p:nvPr/>
          </p:nvGrpSpPr>
          <p:grpSpPr>
            <a:xfrm>
              <a:off x="2334271" y="2004858"/>
              <a:ext cx="628907" cy="910662"/>
              <a:chOff x="6648193" y="889820"/>
              <a:chExt cx="628907" cy="910662"/>
            </a:xfrm>
          </p:grpSpPr>
          <p:sp>
            <p:nvSpPr>
              <p:cNvPr id="54" name="Rectangle: Rounded Corners 53">
                <a:extLst>
                  <a:ext uri="{FF2B5EF4-FFF2-40B4-BE49-F238E27FC236}">
                    <a16:creationId xmlns:a16="http://schemas.microsoft.com/office/drawing/2014/main" id="{DE2110A5-B3E0-B7C1-6AE8-014FBB600843}"/>
                  </a:ext>
                </a:extLst>
              </p:cNvPr>
              <p:cNvSpPr/>
              <p:nvPr/>
            </p:nvSpPr>
            <p:spPr>
              <a:xfrm>
                <a:off x="6648193" y="1171575"/>
                <a:ext cx="628907" cy="628907"/>
              </a:xfrm>
              <a:prstGeom prst="roundRect">
                <a:avLst>
                  <a:gd name="adj" fmla="val 8678"/>
                </a:avLst>
              </a:prstGeom>
              <a:solidFill>
                <a:schemeClr val="bg1"/>
              </a:solidFill>
              <a:ln w="28575">
                <a:solidFill>
                  <a:srgbClr val="3963DA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3963DA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3963DA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WIS2 Node</a:t>
                </a:r>
              </a:p>
            </p:txBody>
          </p:sp>
          <p:pic>
            <p:nvPicPr>
              <p:cNvPr id="55" name="Picture 54">
                <a:extLst>
                  <a:ext uri="{FF2B5EF4-FFF2-40B4-BE49-F238E27FC236}">
                    <a16:creationId xmlns:a16="http://schemas.microsoft.com/office/drawing/2014/main" id="{5EEBC0D8-9F41-6092-0A08-3266551BA8C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6701185" y="889820"/>
                <a:ext cx="522922" cy="532516"/>
              </a:xfrm>
              <a:prstGeom prst="rect">
                <a:avLst/>
              </a:prstGeom>
            </p:spPr>
          </p:pic>
        </p:grpSp>
        <p:sp>
          <p:nvSpPr>
            <p:cNvPr id="56" name="Rectangle: Rounded Corners 55">
              <a:extLst>
                <a:ext uri="{FF2B5EF4-FFF2-40B4-BE49-F238E27FC236}">
                  <a16:creationId xmlns:a16="http://schemas.microsoft.com/office/drawing/2014/main" id="{8DC24A40-68F4-F9C1-767B-04FA5D45E1BA}"/>
                </a:ext>
              </a:extLst>
            </p:cNvPr>
            <p:cNvSpPr/>
            <p:nvPr/>
          </p:nvSpPr>
          <p:spPr>
            <a:xfrm>
              <a:off x="2334272" y="3950805"/>
              <a:ext cx="628907" cy="628907"/>
            </a:xfrm>
            <a:prstGeom prst="roundRect">
              <a:avLst>
                <a:gd name="adj" fmla="val 8678"/>
              </a:avLst>
            </a:pr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MSS</a:t>
              </a:r>
            </a:p>
          </p:txBody>
        </p:sp>
        <p:cxnSp>
          <p:nvCxnSpPr>
            <p:cNvPr id="58" name="Straight Arrow Connector 57">
              <a:extLst>
                <a:ext uri="{FF2B5EF4-FFF2-40B4-BE49-F238E27FC236}">
                  <a16:creationId xmlns:a16="http://schemas.microsoft.com/office/drawing/2014/main" id="{1D4E07B5-4268-6043-72A7-38165B54642E}"/>
                </a:ext>
              </a:extLst>
            </p:cNvPr>
            <p:cNvCxnSpPr/>
            <p:nvPr/>
          </p:nvCxnSpPr>
          <p:spPr>
            <a:xfrm flipV="1">
              <a:off x="1476375" y="2733675"/>
              <a:ext cx="751592" cy="419100"/>
            </a:xfrm>
            <a:prstGeom prst="straightConnector1">
              <a:avLst/>
            </a:prstGeom>
            <a:ln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Straight Arrow Connector 60">
              <a:extLst>
                <a:ext uri="{FF2B5EF4-FFF2-40B4-BE49-F238E27FC236}">
                  <a16:creationId xmlns:a16="http://schemas.microsoft.com/office/drawing/2014/main" id="{2FA23A2B-754E-E73D-2D68-AE327CB192DF}"/>
                </a:ext>
              </a:extLst>
            </p:cNvPr>
            <p:cNvCxnSpPr>
              <a:cxnSpLocks/>
            </p:cNvCxnSpPr>
            <p:nvPr/>
          </p:nvCxnSpPr>
          <p:spPr>
            <a:xfrm>
              <a:off x="1476375" y="3741255"/>
              <a:ext cx="751592" cy="419100"/>
            </a:xfrm>
            <a:prstGeom prst="straightConnector1">
              <a:avLst/>
            </a:prstGeom>
            <a:ln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62" name="TextBox 61">
              <a:extLst>
                <a:ext uri="{FF2B5EF4-FFF2-40B4-BE49-F238E27FC236}">
                  <a16:creationId xmlns:a16="http://schemas.microsoft.com/office/drawing/2014/main" id="{38DD22DE-9F76-D860-CC97-BF5B954A6F21}"/>
                </a:ext>
              </a:extLst>
            </p:cNvPr>
            <p:cNvSpPr txBox="1"/>
            <p:nvPr/>
          </p:nvSpPr>
          <p:spPr>
            <a:xfrm>
              <a:off x="238558" y="3676872"/>
              <a:ext cx="1179193" cy="43858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5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data management system</a:t>
              </a: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</a:t>
              </a:r>
            </a:p>
          </p:txBody>
        </p:sp>
      </p:grpSp>
      <p:sp>
        <p:nvSpPr>
          <p:cNvPr id="250" name="TextBox 249">
            <a:extLst>
              <a:ext uri="{FF2B5EF4-FFF2-40B4-BE49-F238E27FC236}">
                <a16:creationId xmlns:a16="http://schemas.microsoft.com/office/drawing/2014/main" id="{9D9442AF-76F4-3273-FFA0-A664B00F0B35}"/>
              </a:ext>
            </a:extLst>
          </p:cNvPr>
          <p:cNvSpPr txBox="1"/>
          <p:nvPr/>
        </p:nvSpPr>
        <p:spPr>
          <a:xfrm>
            <a:off x="6619182" y="6359331"/>
            <a:ext cx="818636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GTS</a:t>
            </a:r>
          </a:p>
        </p:txBody>
      </p:sp>
      <p:sp>
        <p:nvSpPr>
          <p:cNvPr id="251" name="TextBox 250">
            <a:extLst>
              <a:ext uri="{FF2B5EF4-FFF2-40B4-BE49-F238E27FC236}">
                <a16:creationId xmlns:a16="http://schemas.microsoft.com/office/drawing/2014/main" id="{0C3C4F8A-73C2-4523-D439-0A88086E0071}"/>
              </a:ext>
            </a:extLst>
          </p:cNvPr>
          <p:cNvSpPr txBox="1"/>
          <p:nvPr/>
        </p:nvSpPr>
        <p:spPr>
          <a:xfrm>
            <a:off x="1558819" y="5324359"/>
            <a:ext cx="5346900" cy="1477328"/>
          </a:xfrm>
          <a:prstGeom prst="rect">
            <a:avLst/>
          </a:prstGeom>
          <a:solidFill>
            <a:srgbClr val="FFFFFF">
              <a:alpha val="69804"/>
            </a:srgbClr>
          </a:solidFill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WIS2 distribution example</a:t>
            </a: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WIS2 users </a:t>
            </a: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rgbClr val="4EA72E">
                    <a:lumMod val="75000"/>
                  </a:srgbClr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subscribe</a:t>
            </a: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to Global Brokers;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they receive and parse the WNMs, identifying which data they want;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they </a:t>
            </a: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rgbClr val="E97132">
                    <a:lumMod val="75000"/>
                  </a:srgbClr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download</a:t>
            </a: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the data objects from Global Caches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28E124C-37D6-136F-8DE1-3A314417B898}"/>
              </a:ext>
            </a:extLst>
          </p:cNvPr>
          <p:cNvSpPr txBox="1"/>
          <p:nvPr/>
        </p:nvSpPr>
        <p:spPr>
          <a:xfrm>
            <a:off x="2074853" y="3688682"/>
            <a:ext cx="117919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CCCC = </a:t>
            </a:r>
            <a:r>
              <a:rPr kumimoji="0" lang="en-GB" sz="12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TEST</a:t>
            </a:r>
            <a:endParaRPr kumimoji="0" lang="en-GB" sz="16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+mn-cs"/>
            </a:endParaRPr>
          </a:p>
        </p:txBody>
      </p:sp>
      <p:grpSp>
        <p:nvGrpSpPr>
          <p:cNvPr id="203" name="Group 202">
            <a:extLst>
              <a:ext uri="{FF2B5EF4-FFF2-40B4-BE49-F238E27FC236}">
                <a16:creationId xmlns:a16="http://schemas.microsoft.com/office/drawing/2014/main" id="{B39F6F05-E356-0C2F-3CB5-D23B2C2C589F}"/>
              </a:ext>
            </a:extLst>
          </p:cNvPr>
          <p:cNvGrpSpPr/>
          <p:nvPr/>
        </p:nvGrpSpPr>
        <p:grpSpPr>
          <a:xfrm>
            <a:off x="3037962" y="3577971"/>
            <a:ext cx="8224599" cy="2603109"/>
            <a:chOff x="3037962" y="3577971"/>
            <a:chExt cx="8224599" cy="2603109"/>
          </a:xfrm>
        </p:grpSpPr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840B26C8-1984-9931-E6C8-48C9430C1161}"/>
                </a:ext>
              </a:extLst>
            </p:cNvPr>
            <p:cNvGrpSpPr/>
            <p:nvPr/>
          </p:nvGrpSpPr>
          <p:grpSpPr>
            <a:xfrm>
              <a:off x="4281843" y="4427055"/>
              <a:ext cx="628907" cy="628907"/>
              <a:chOff x="2867802" y="3950805"/>
              <a:chExt cx="628907" cy="628907"/>
            </a:xfrm>
          </p:grpSpPr>
          <p:sp>
            <p:nvSpPr>
              <p:cNvPr id="4" name="Oval 3">
                <a:extLst>
                  <a:ext uri="{FF2B5EF4-FFF2-40B4-BE49-F238E27FC236}">
                    <a16:creationId xmlns:a16="http://schemas.microsoft.com/office/drawing/2014/main" id="{A2654D2E-2568-1C1A-3EB0-EAD529BD8F16}"/>
                  </a:ext>
                </a:extLst>
              </p:cNvPr>
              <p:cNvSpPr/>
              <p:nvPr/>
            </p:nvSpPr>
            <p:spPr>
              <a:xfrm>
                <a:off x="2867802" y="3950805"/>
                <a:ext cx="628907" cy="628907"/>
              </a:xfrm>
              <a:prstGeom prst="ellipse">
                <a:avLst/>
              </a:prstGeom>
              <a:solidFill>
                <a:schemeClr val="bg1"/>
              </a:solidFill>
              <a:ln w="28575"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09381C9B-12E7-3529-2A44-906B4F10C783}"/>
                  </a:ext>
                </a:extLst>
              </p:cNvPr>
              <p:cNvSpPr txBox="1"/>
              <p:nvPr/>
            </p:nvSpPr>
            <p:spPr>
              <a:xfrm>
                <a:off x="2949594" y="4126758"/>
                <a:ext cx="465322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2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white">
                        <a:lumMod val="75000"/>
                      </a:prstClr>
                    </a:solidFill>
                    <a:effectLst/>
                    <a:uLnTx/>
                    <a:uFillTx/>
                    <a:latin typeface="Aptos" panose="020B0004020202020204" pitchFamily="34" charset="0"/>
                    <a:ea typeface="+mn-ea"/>
                    <a:cs typeface="Arial" panose="020B0604020202020204" pitchFamily="34" charset="0"/>
                  </a:rPr>
                  <a:t>RTH</a:t>
                </a:r>
              </a:p>
            </p:txBody>
          </p:sp>
        </p:grpSp>
        <p:cxnSp>
          <p:nvCxnSpPr>
            <p:cNvPr id="6" name="Straight Arrow Connector 5">
              <a:extLst>
                <a:ext uri="{FF2B5EF4-FFF2-40B4-BE49-F238E27FC236}">
                  <a16:creationId xmlns:a16="http://schemas.microsoft.com/office/drawing/2014/main" id="{5910C50A-6749-E081-32E9-7936906B08D1}"/>
                </a:ext>
              </a:extLst>
            </p:cNvPr>
            <p:cNvCxnSpPr>
              <a:cxnSpLocks/>
            </p:cNvCxnSpPr>
            <p:nvPr/>
          </p:nvCxnSpPr>
          <p:spPr>
            <a:xfrm>
              <a:off x="3037962" y="4315266"/>
              <a:ext cx="1175587" cy="306792"/>
            </a:xfrm>
            <a:prstGeom prst="straightConnector1">
              <a:avLst/>
            </a:prstGeom>
            <a:ln>
              <a:solidFill>
                <a:schemeClr val="bg1">
                  <a:lumMod val="85000"/>
                </a:schemeClr>
              </a:solidFill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78BCE6C9-FBF0-348A-98DA-49D03273D7F1}"/>
                </a:ext>
              </a:extLst>
            </p:cNvPr>
            <p:cNvGrpSpPr/>
            <p:nvPr/>
          </p:nvGrpSpPr>
          <p:grpSpPr>
            <a:xfrm>
              <a:off x="6188224" y="3577971"/>
              <a:ext cx="628907" cy="628907"/>
              <a:chOff x="2867802" y="3950805"/>
              <a:chExt cx="628907" cy="628907"/>
            </a:xfrm>
          </p:grpSpPr>
          <p:sp>
            <p:nvSpPr>
              <p:cNvPr id="12" name="Oval 11">
                <a:extLst>
                  <a:ext uri="{FF2B5EF4-FFF2-40B4-BE49-F238E27FC236}">
                    <a16:creationId xmlns:a16="http://schemas.microsoft.com/office/drawing/2014/main" id="{03249285-7436-4A1B-34D9-2B21A1B4E96B}"/>
                  </a:ext>
                </a:extLst>
              </p:cNvPr>
              <p:cNvSpPr/>
              <p:nvPr/>
            </p:nvSpPr>
            <p:spPr>
              <a:xfrm>
                <a:off x="2867802" y="3950805"/>
                <a:ext cx="628907" cy="628907"/>
              </a:xfrm>
              <a:prstGeom prst="ellipse">
                <a:avLst/>
              </a:prstGeom>
              <a:solidFill>
                <a:schemeClr val="bg1"/>
              </a:solidFill>
              <a:ln w="28575"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3F4B33B0-FA80-5F29-D6CB-E5F47A22F76C}"/>
                  </a:ext>
                </a:extLst>
              </p:cNvPr>
              <p:cNvSpPr txBox="1"/>
              <p:nvPr/>
            </p:nvSpPr>
            <p:spPr>
              <a:xfrm>
                <a:off x="2949594" y="4068702"/>
                <a:ext cx="465322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2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white">
                        <a:lumMod val="75000"/>
                      </a:prstClr>
                    </a:solidFill>
                    <a:effectLst/>
                    <a:uLnTx/>
                    <a:uFillTx/>
                    <a:latin typeface="Aptos" panose="020B0004020202020204" pitchFamily="34" charset="0"/>
                    <a:ea typeface="+mn-ea"/>
                    <a:cs typeface="Arial" panose="020B0604020202020204" pitchFamily="34" charset="0"/>
                  </a:rPr>
                  <a:t>RTH</a:t>
                </a:r>
              </a:p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8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white">
                        <a:lumMod val="75000"/>
                      </a:prstClr>
                    </a:solidFill>
                    <a:effectLst/>
                    <a:uLnTx/>
                    <a:uFillTx/>
                    <a:latin typeface="Aptos" panose="020B0004020202020204" pitchFamily="34" charset="0"/>
                    <a:ea typeface="+mn-ea"/>
                    <a:cs typeface="Arial" panose="020B0604020202020204" pitchFamily="34" charset="0"/>
                  </a:rPr>
                  <a:t>Exeter</a:t>
                </a:r>
              </a:p>
            </p:txBody>
          </p:sp>
        </p:grp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12AAF2CC-D3A4-8B55-95EC-A9DBE4E3FA04}"/>
                </a:ext>
              </a:extLst>
            </p:cNvPr>
            <p:cNvGrpSpPr/>
            <p:nvPr/>
          </p:nvGrpSpPr>
          <p:grpSpPr>
            <a:xfrm>
              <a:off x="9293175" y="3577971"/>
              <a:ext cx="628907" cy="628907"/>
              <a:chOff x="2867802" y="3950805"/>
              <a:chExt cx="628907" cy="628907"/>
            </a:xfrm>
          </p:grpSpPr>
          <p:sp>
            <p:nvSpPr>
              <p:cNvPr id="23" name="Oval 22">
                <a:extLst>
                  <a:ext uri="{FF2B5EF4-FFF2-40B4-BE49-F238E27FC236}">
                    <a16:creationId xmlns:a16="http://schemas.microsoft.com/office/drawing/2014/main" id="{2CDB892E-65DF-133E-3152-2226923E520F}"/>
                  </a:ext>
                </a:extLst>
              </p:cNvPr>
              <p:cNvSpPr/>
              <p:nvPr/>
            </p:nvSpPr>
            <p:spPr>
              <a:xfrm>
                <a:off x="2867802" y="3950805"/>
                <a:ext cx="628907" cy="628907"/>
              </a:xfrm>
              <a:prstGeom prst="ellipse">
                <a:avLst/>
              </a:prstGeom>
              <a:solidFill>
                <a:schemeClr val="bg1"/>
              </a:solidFill>
              <a:ln w="28575"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56AF2B2B-893D-227B-9718-B6F10515D3E2}"/>
                  </a:ext>
                </a:extLst>
              </p:cNvPr>
              <p:cNvSpPr txBox="1"/>
              <p:nvPr/>
            </p:nvSpPr>
            <p:spPr>
              <a:xfrm>
                <a:off x="2932200" y="4068702"/>
                <a:ext cx="500110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2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white">
                        <a:lumMod val="75000"/>
                      </a:prstClr>
                    </a:solidFill>
                    <a:effectLst/>
                    <a:uLnTx/>
                    <a:uFillTx/>
                    <a:latin typeface="Aptos" panose="020B0004020202020204" pitchFamily="34" charset="0"/>
                    <a:ea typeface="+mn-ea"/>
                    <a:cs typeface="Arial" panose="020B0604020202020204" pitchFamily="34" charset="0"/>
                  </a:rPr>
                  <a:t>RTH</a:t>
                </a:r>
              </a:p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8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white">
                        <a:lumMod val="75000"/>
                      </a:prstClr>
                    </a:solidFill>
                    <a:effectLst/>
                    <a:uLnTx/>
                    <a:uFillTx/>
                    <a:latin typeface="Aptos" panose="020B0004020202020204" pitchFamily="34" charset="0"/>
                    <a:ea typeface="+mn-ea"/>
                    <a:cs typeface="Arial" panose="020B0604020202020204" pitchFamily="34" charset="0"/>
                  </a:rPr>
                  <a:t>Beijing</a:t>
                </a:r>
                <a:endParaRPr kumimoji="0" lang="en-GB" sz="700" b="0" i="0" u="none" strike="noStrike" kern="0" cap="none" spc="0" normalizeH="0" baseline="0" noProof="0" dirty="0">
                  <a:ln>
                    <a:noFill/>
                  </a:ln>
                  <a:solidFill>
                    <a:prstClr val="white">
                      <a:lumMod val="75000"/>
                    </a:prstClr>
                  </a:solidFill>
                  <a:effectLst/>
                  <a:uLnTx/>
                  <a:uFillTx/>
                  <a:latin typeface="Aptos" panose="020B0004020202020204" pitchFamily="34" charset="0"/>
                  <a:ea typeface="+mn-ea"/>
                  <a:cs typeface="Arial" panose="020B0604020202020204" pitchFamily="34" charset="0"/>
                </a:endParaRPr>
              </a:p>
            </p:txBody>
          </p:sp>
        </p:grpSp>
        <p:grpSp>
          <p:nvGrpSpPr>
            <p:cNvPr id="26" name="Group 25">
              <a:extLst>
                <a:ext uri="{FF2B5EF4-FFF2-40B4-BE49-F238E27FC236}">
                  <a16:creationId xmlns:a16="http://schemas.microsoft.com/office/drawing/2014/main" id="{A5454BCA-6028-5CE2-637E-E1E4A1D65C2E}"/>
                </a:ext>
              </a:extLst>
            </p:cNvPr>
            <p:cNvGrpSpPr/>
            <p:nvPr/>
          </p:nvGrpSpPr>
          <p:grpSpPr>
            <a:xfrm>
              <a:off x="6521485" y="5413675"/>
              <a:ext cx="628907" cy="628907"/>
              <a:chOff x="2867802" y="3950805"/>
              <a:chExt cx="628907" cy="628907"/>
            </a:xfrm>
          </p:grpSpPr>
          <p:sp>
            <p:nvSpPr>
              <p:cNvPr id="27" name="Oval 26">
                <a:extLst>
                  <a:ext uri="{FF2B5EF4-FFF2-40B4-BE49-F238E27FC236}">
                    <a16:creationId xmlns:a16="http://schemas.microsoft.com/office/drawing/2014/main" id="{3163D244-ADDE-A3E7-9C27-A2BE72077C68}"/>
                  </a:ext>
                </a:extLst>
              </p:cNvPr>
              <p:cNvSpPr/>
              <p:nvPr/>
            </p:nvSpPr>
            <p:spPr>
              <a:xfrm>
                <a:off x="2867802" y="3950805"/>
                <a:ext cx="628907" cy="628907"/>
              </a:xfrm>
              <a:prstGeom prst="ellipse">
                <a:avLst/>
              </a:prstGeom>
              <a:solidFill>
                <a:schemeClr val="bg1"/>
              </a:solidFill>
              <a:ln w="28575"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>
                      <a:lumMod val="65000"/>
                    </a:prstClr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6B8A1B52-71E4-693B-55A3-E3A454D50B50}"/>
                  </a:ext>
                </a:extLst>
              </p:cNvPr>
              <p:cNvSpPr txBox="1"/>
              <p:nvPr/>
            </p:nvSpPr>
            <p:spPr>
              <a:xfrm>
                <a:off x="2949594" y="4126758"/>
                <a:ext cx="465322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2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white">
                        <a:lumMod val="75000"/>
                      </a:prstClr>
                    </a:solidFill>
                    <a:effectLst/>
                    <a:uLnTx/>
                    <a:uFillTx/>
                    <a:latin typeface="Aptos" panose="020B0004020202020204" pitchFamily="34" charset="0"/>
                    <a:ea typeface="+mn-ea"/>
                    <a:cs typeface="Arial" panose="020B0604020202020204" pitchFamily="34" charset="0"/>
                  </a:rPr>
                  <a:t>RTH</a:t>
                </a:r>
              </a:p>
            </p:txBody>
          </p:sp>
        </p:grpSp>
        <p:grpSp>
          <p:nvGrpSpPr>
            <p:cNvPr id="29" name="Group 28">
              <a:extLst>
                <a:ext uri="{FF2B5EF4-FFF2-40B4-BE49-F238E27FC236}">
                  <a16:creationId xmlns:a16="http://schemas.microsoft.com/office/drawing/2014/main" id="{BE498668-D211-793D-2AF4-D056E76757B7}"/>
                </a:ext>
              </a:extLst>
            </p:cNvPr>
            <p:cNvGrpSpPr/>
            <p:nvPr/>
          </p:nvGrpSpPr>
          <p:grpSpPr>
            <a:xfrm>
              <a:off x="8862418" y="5165872"/>
              <a:ext cx="628907" cy="628907"/>
              <a:chOff x="2867802" y="3950805"/>
              <a:chExt cx="628907" cy="628907"/>
            </a:xfrm>
          </p:grpSpPr>
          <p:sp>
            <p:nvSpPr>
              <p:cNvPr id="30" name="Oval 29">
                <a:extLst>
                  <a:ext uri="{FF2B5EF4-FFF2-40B4-BE49-F238E27FC236}">
                    <a16:creationId xmlns:a16="http://schemas.microsoft.com/office/drawing/2014/main" id="{4B789298-D1C9-C9CB-6FB6-43C3E77A0B4E}"/>
                  </a:ext>
                </a:extLst>
              </p:cNvPr>
              <p:cNvSpPr/>
              <p:nvPr/>
            </p:nvSpPr>
            <p:spPr>
              <a:xfrm>
                <a:off x="2867802" y="3950805"/>
                <a:ext cx="628907" cy="628907"/>
              </a:xfrm>
              <a:prstGeom prst="ellipse">
                <a:avLst/>
              </a:prstGeom>
              <a:solidFill>
                <a:schemeClr val="bg1"/>
              </a:solidFill>
              <a:ln w="28575"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>
                      <a:lumMod val="65000"/>
                    </a:prstClr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E8F0A558-E086-81CB-9EBC-04F9B5E51EBC}"/>
                  </a:ext>
                </a:extLst>
              </p:cNvPr>
              <p:cNvSpPr txBox="1"/>
              <p:nvPr/>
            </p:nvSpPr>
            <p:spPr>
              <a:xfrm>
                <a:off x="2949594" y="4126758"/>
                <a:ext cx="465322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2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white">
                        <a:lumMod val="75000"/>
                      </a:prstClr>
                    </a:solidFill>
                    <a:effectLst/>
                    <a:uLnTx/>
                    <a:uFillTx/>
                    <a:latin typeface="Aptos" panose="020B0004020202020204" pitchFamily="34" charset="0"/>
                    <a:ea typeface="+mn-ea"/>
                    <a:cs typeface="Arial" panose="020B0604020202020204" pitchFamily="34" charset="0"/>
                  </a:rPr>
                  <a:t>RTH</a:t>
                </a:r>
              </a:p>
            </p:txBody>
          </p:sp>
        </p:grpSp>
        <p:grpSp>
          <p:nvGrpSpPr>
            <p:cNvPr id="32" name="Group 31">
              <a:extLst>
                <a:ext uri="{FF2B5EF4-FFF2-40B4-BE49-F238E27FC236}">
                  <a16:creationId xmlns:a16="http://schemas.microsoft.com/office/drawing/2014/main" id="{322B9D68-A4E4-F07D-B9B9-CD5AF69727E2}"/>
                </a:ext>
              </a:extLst>
            </p:cNvPr>
            <p:cNvGrpSpPr/>
            <p:nvPr/>
          </p:nvGrpSpPr>
          <p:grpSpPr>
            <a:xfrm>
              <a:off x="7543240" y="4536965"/>
              <a:ext cx="628907" cy="628907"/>
              <a:chOff x="2867802" y="3950805"/>
              <a:chExt cx="628907" cy="628907"/>
            </a:xfrm>
          </p:grpSpPr>
          <p:sp>
            <p:nvSpPr>
              <p:cNvPr id="33" name="Oval 32">
                <a:extLst>
                  <a:ext uri="{FF2B5EF4-FFF2-40B4-BE49-F238E27FC236}">
                    <a16:creationId xmlns:a16="http://schemas.microsoft.com/office/drawing/2014/main" id="{8A1A252C-9DDC-E4DE-E4CF-1D2B3936A6DE}"/>
                  </a:ext>
                </a:extLst>
              </p:cNvPr>
              <p:cNvSpPr/>
              <p:nvPr/>
            </p:nvSpPr>
            <p:spPr>
              <a:xfrm>
                <a:off x="2867802" y="3950805"/>
                <a:ext cx="628907" cy="628907"/>
              </a:xfrm>
              <a:prstGeom prst="ellipse">
                <a:avLst/>
              </a:prstGeom>
              <a:solidFill>
                <a:schemeClr val="bg1"/>
              </a:solidFill>
              <a:ln w="28575"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>
                      <a:lumMod val="65000"/>
                    </a:prstClr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4543F3B6-76BF-74FC-5432-BEDD5C6DD0F9}"/>
                  </a:ext>
                </a:extLst>
              </p:cNvPr>
              <p:cNvSpPr txBox="1"/>
              <p:nvPr/>
            </p:nvSpPr>
            <p:spPr>
              <a:xfrm>
                <a:off x="2949594" y="4126758"/>
                <a:ext cx="465322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2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white">
                        <a:lumMod val="75000"/>
                      </a:prstClr>
                    </a:solidFill>
                    <a:effectLst/>
                    <a:uLnTx/>
                    <a:uFillTx/>
                    <a:latin typeface="Aptos" panose="020B0004020202020204" pitchFamily="34" charset="0"/>
                    <a:ea typeface="+mn-ea"/>
                    <a:cs typeface="Arial" panose="020B0604020202020204" pitchFamily="34" charset="0"/>
                  </a:rPr>
                  <a:t>RTH</a:t>
                </a:r>
              </a:p>
            </p:txBody>
          </p:sp>
        </p:grpSp>
        <p:cxnSp>
          <p:nvCxnSpPr>
            <p:cNvPr id="35" name="Straight Arrow Connector 34">
              <a:extLst>
                <a:ext uri="{FF2B5EF4-FFF2-40B4-BE49-F238E27FC236}">
                  <a16:creationId xmlns:a16="http://schemas.microsoft.com/office/drawing/2014/main" id="{FCDAA711-F6CB-7482-74D2-6925AD27D07B}"/>
                </a:ext>
              </a:extLst>
            </p:cNvPr>
            <p:cNvCxnSpPr>
              <a:cxnSpLocks/>
            </p:cNvCxnSpPr>
            <p:nvPr/>
          </p:nvCxnSpPr>
          <p:spPr>
            <a:xfrm>
              <a:off x="4975127" y="4870482"/>
              <a:ext cx="1508258" cy="709621"/>
            </a:xfrm>
            <a:prstGeom prst="straightConnector1">
              <a:avLst/>
            </a:prstGeom>
            <a:ln>
              <a:solidFill>
                <a:schemeClr val="bg1">
                  <a:lumMod val="85000"/>
                </a:schemeClr>
              </a:solidFill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Arrow Connector 35">
              <a:extLst>
                <a:ext uri="{FF2B5EF4-FFF2-40B4-BE49-F238E27FC236}">
                  <a16:creationId xmlns:a16="http://schemas.microsoft.com/office/drawing/2014/main" id="{A707EC19-B664-AF3B-1CA1-FD0282DF64B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948850" y="3983610"/>
              <a:ext cx="1143095" cy="575843"/>
            </a:xfrm>
            <a:prstGeom prst="straightConnector1">
              <a:avLst/>
            </a:prstGeom>
            <a:ln>
              <a:solidFill>
                <a:schemeClr val="bg1">
                  <a:lumMod val="85000"/>
                </a:schemeClr>
              </a:solidFill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Arrow Connector 36">
              <a:extLst>
                <a:ext uri="{FF2B5EF4-FFF2-40B4-BE49-F238E27FC236}">
                  <a16:creationId xmlns:a16="http://schemas.microsoft.com/office/drawing/2014/main" id="{A6298113-0E57-7623-5A41-7B3D4E5DAB4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123124" y="5120144"/>
              <a:ext cx="428025" cy="331605"/>
            </a:xfrm>
            <a:prstGeom prst="straightConnector1">
              <a:avLst/>
            </a:prstGeom>
            <a:ln>
              <a:solidFill>
                <a:schemeClr val="bg1">
                  <a:lumMod val="85000"/>
                </a:schemeClr>
              </a:solidFill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Arrow Connector 37">
              <a:extLst>
                <a:ext uri="{FF2B5EF4-FFF2-40B4-BE49-F238E27FC236}">
                  <a16:creationId xmlns:a16="http://schemas.microsoft.com/office/drawing/2014/main" id="{7F3C1685-57EB-62FF-5C43-7D6143F53A8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172147" y="4092067"/>
              <a:ext cx="1121028" cy="549041"/>
            </a:xfrm>
            <a:prstGeom prst="straightConnector1">
              <a:avLst/>
            </a:prstGeom>
            <a:ln>
              <a:solidFill>
                <a:schemeClr val="bg1">
                  <a:lumMod val="85000"/>
                </a:schemeClr>
              </a:solidFill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Arrow Connector 38">
              <a:extLst>
                <a:ext uri="{FF2B5EF4-FFF2-40B4-BE49-F238E27FC236}">
                  <a16:creationId xmlns:a16="http://schemas.microsoft.com/office/drawing/2014/main" id="{081E6469-5E2B-7420-F016-28835A88DA15}"/>
                </a:ext>
              </a:extLst>
            </p:cNvPr>
            <p:cNvCxnSpPr>
              <a:cxnSpLocks/>
            </p:cNvCxnSpPr>
            <p:nvPr/>
          </p:nvCxnSpPr>
          <p:spPr>
            <a:xfrm>
              <a:off x="8191197" y="5026609"/>
              <a:ext cx="652171" cy="305691"/>
            </a:xfrm>
            <a:prstGeom prst="straightConnector1">
              <a:avLst/>
            </a:prstGeom>
            <a:ln>
              <a:solidFill>
                <a:schemeClr val="bg1">
                  <a:lumMod val="85000"/>
                </a:schemeClr>
              </a:solidFill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Arrow Connector 41">
              <a:extLst>
                <a:ext uri="{FF2B5EF4-FFF2-40B4-BE49-F238E27FC236}">
                  <a16:creationId xmlns:a16="http://schemas.microsoft.com/office/drawing/2014/main" id="{626BFED0-DC63-256E-F7A9-FCE2CF09DB29}"/>
                </a:ext>
              </a:extLst>
            </p:cNvPr>
            <p:cNvCxnSpPr>
              <a:cxnSpLocks/>
            </p:cNvCxnSpPr>
            <p:nvPr/>
          </p:nvCxnSpPr>
          <p:spPr>
            <a:xfrm>
              <a:off x="9538950" y="5570578"/>
              <a:ext cx="981544" cy="276999"/>
            </a:xfrm>
            <a:prstGeom prst="straightConnector1">
              <a:avLst/>
            </a:prstGeom>
            <a:ln>
              <a:solidFill>
                <a:schemeClr val="bg1">
                  <a:lumMod val="85000"/>
                </a:schemeClr>
              </a:solidFill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02" name="Group 201">
              <a:extLst>
                <a:ext uri="{FF2B5EF4-FFF2-40B4-BE49-F238E27FC236}">
                  <a16:creationId xmlns:a16="http://schemas.microsoft.com/office/drawing/2014/main" id="{017F1F77-F861-6838-08E3-C88A7A8A1989}"/>
                </a:ext>
              </a:extLst>
            </p:cNvPr>
            <p:cNvGrpSpPr/>
            <p:nvPr/>
          </p:nvGrpSpPr>
          <p:grpSpPr>
            <a:xfrm>
              <a:off x="10510969" y="5552173"/>
              <a:ext cx="751592" cy="628907"/>
              <a:chOff x="10510969" y="5552173"/>
              <a:chExt cx="751592" cy="628907"/>
            </a:xfrm>
          </p:grpSpPr>
          <p:sp>
            <p:nvSpPr>
              <p:cNvPr id="40" name="Rectangle: Rounded Corners 39">
                <a:extLst>
                  <a:ext uri="{FF2B5EF4-FFF2-40B4-BE49-F238E27FC236}">
                    <a16:creationId xmlns:a16="http://schemas.microsoft.com/office/drawing/2014/main" id="{7655AAC6-D347-E775-D2F4-C237DA01F9B8}"/>
                  </a:ext>
                </a:extLst>
              </p:cNvPr>
              <p:cNvSpPr/>
              <p:nvPr/>
            </p:nvSpPr>
            <p:spPr>
              <a:xfrm>
                <a:off x="10572312" y="5552173"/>
                <a:ext cx="628907" cy="628907"/>
              </a:xfrm>
              <a:prstGeom prst="roundRect">
                <a:avLst>
                  <a:gd name="adj" fmla="val 8678"/>
                </a:avLst>
              </a:prstGeom>
              <a:solidFill>
                <a:schemeClr val="bg1"/>
              </a:solidFill>
              <a:ln w="28575"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0CFDE36C-510C-C88D-A06F-AAA18ECCAF48}"/>
                  </a:ext>
                </a:extLst>
              </p:cNvPr>
              <p:cNvSpPr txBox="1"/>
              <p:nvPr/>
            </p:nvSpPr>
            <p:spPr>
              <a:xfrm>
                <a:off x="10510969" y="5728127"/>
                <a:ext cx="751592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2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white">
                        <a:lumMod val="75000"/>
                      </a:prstClr>
                    </a:solidFill>
                    <a:effectLst/>
                    <a:uLnTx/>
                    <a:uFillTx/>
                    <a:latin typeface="Aptos" panose="020B0004020202020204" pitchFamily="34" charset="0"/>
                    <a:ea typeface="+mn-ea"/>
                    <a:cs typeface="Arial" panose="020B0604020202020204" pitchFamily="34" charset="0"/>
                  </a:rPr>
                  <a:t>WDQMS</a:t>
                </a:r>
              </a:p>
            </p:txBody>
          </p:sp>
        </p:grpSp>
      </p:grpSp>
      <p:grpSp>
        <p:nvGrpSpPr>
          <p:cNvPr id="209" name="Group 208">
            <a:extLst>
              <a:ext uri="{FF2B5EF4-FFF2-40B4-BE49-F238E27FC236}">
                <a16:creationId xmlns:a16="http://schemas.microsoft.com/office/drawing/2014/main" id="{F13C7347-4C80-19E9-7AC5-FF73EAB76912}"/>
              </a:ext>
            </a:extLst>
          </p:cNvPr>
          <p:cNvGrpSpPr/>
          <p:nvPr/>
        </p:nvGrpSpPr>
        <p:grpSpPr>
          <a:xfrm>
            <a:off x="1430655" y="808440"/>
            <a:ext cx="2456202" cy="855395"/>
            <a:chOff x="1430655" y="770340"/>
            <a:chExt cx="2456202" cy="855395"/>
          </a:xfrm>
        </p:grpSpPr>
        <p:grpSp>
          <p:nvGrpSpPr>
            <p:cNvPr id="49" name="Group 48">
              <a:extLst>
                <a:ext uri="{FF2B5EF4-FFF2-40B4-BE49-F238E27FC236}">
                  <a16:creationId xmlns:a16="http://schemas.microsoft.com/office/drawing/2014/main" id="{E98E2C33-2B00-9A97-086E-D817596D3E69}"/>
                </a:ext>
              </a:extLst>
            </p:cNvPr>
            <p:cNvGrpSpPr/>
            <p:nvPr/>
          </p:nvGrpSpPr>
          <p:grpSpPr>
            <a:xfrm>
              <a:off x="1430655" y="770340"/>
              <a:ext cx="612283" cy="855395"/>
              <a:chOff x="2425679" y="690821"/>
              <a:chExt cx="612283" cy="855395"/>
            </a:xfrm>
          </p:grpSpPr>
          <p:pic>
            <p:nvPicPr>
              <p:cNvPr id="43" name="Picture 42">
                <a:extLst>
                  <a:ext uri="{FF2B5EF4-FFF2-40B4-BE49-F238E27FC236}">
                    <a16:creationId xmlns:a16="http://schemas.microsoft.com/office/drawing/2014/main" id="{F5DC57E3-0F00-027B-72ED-EBC50FBAA59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2425679" y="690821"/>
                <a:ext cx="612283" cy="855395"/>
              </a:xfrm>
              <a:prstGeom prst="rect">
                <a:avLst/>
              </a:prstGeom>
            </p:spPr>
          </p:pic>
          <p:sp>
            <p:nvSpPr>
              <p:cNvPr id="45" name="Rectangle 44">
                <a:extLst>
                  <a:ext uri="{FF2B5EF4-FFF2-40B4-BE49-F238E27FC236}">
                    <a16:creationId xmlns:a16="http://schemas.microsoft.com/office/drawing/2014/main" id="{53B31375-7451-E6E6-5A9C-7F241661B44F}"/>
                  </a:ext>
                </a:extLst>
              </p:cNvPr>
              <p:cNvSpPr/>
              <p:nvPr/>
            </p:nvSpPr>
            <p:spPr>
              <a:xfrm>
                <a:off x="2631993" y="1000455"/>
                <a:ext cx="169804" cy="169804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A</a:t>
                </a:r>
              </a:p>
            </p:txBody>
          </p:sp>
        </p:grpSp>
        <p:grpSp>
          <p:nvGrpSpPr>
            <p:cNvPr id="50" name="Group 49">
              <a:extLst>
                <a:ext uri="{FF2B5EF4-FFF2-40B4-BE49-F238E27FC236}">
                  <a16:creationId xmlns:a16="http://schemas.microsoft.com/office/drawing/2014/main" id="{5C2DF6F2-59EB-9877-AC3E-50B5BDAAA06D}"/>
                </a:ext>
              </a:extLst>
            </p:cNvPr>
            <p:cNvGrpSpPr/>
            <p:nvPr/>
          </p:nvGrpSpPr>
          <p:grpSpPr>
            <a:xfrm>
              <a:off x="2045295" y="770340"/>
              <a:ext cx="612283" cy="855395"/>
              <a:chOff x="2425679" y="690821"/>
              <a:chExt cx="612283" cy="855395"/>
            </a:xfrm>
          </p:grpSpPr>
          <p:pic>
            <p:nvPicPr>
              <p:cNvPr id="57" name="Picture 56">
                <a:extLst>
                  <a:ext uri="{FF2B5EF4-FFF2-40B4-BE49-F238E27FC236}">
                    <a16:creationId xmlns:a16="http://schemas.microsoft.com/office/drawing/2014/main" id="{4039679C-56BB-3CA7-20EA-6AC09C8B3DD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2425679" y="690821"/>
                <a:ext cx="612283" cy="855395"/>
              </a:xfrm>
              <a:prstGeom prst="rect">
                <a:avLst/>
              </a:prstGeom>
            </p:spPr>
          </p:pic>
          <p:sp>
            <p:nvSpPr>
              <p:cNvPr id="59" name="Rectangle 58">
                <a:extLst>
                  <a:ext uri="{FF2B5EF4-FFF2-40B4-BE49-F238E27FC236}">
                    <a16:creationId xmlns:a16="http://schemas.microsoft.com/office/drawing/2014/main" id="{02124C89-0952-ACF6-07F0-F436CFD86C26}"/>
                  </a:ext>
                </a:extLst>
              </p:cNvPr>
              <p:cNvSpPr/>
              <p:nvPr/>
            </p:nvSpPr>
            <p:spPr>
              <a:xfrm>
                <a:off x="2631993" y="1000455"/>
                <a:ext cx="169804" cy="169804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B</a:t>
                </a:r>
              </a:p>
            </p:txBody>
          </p:sp>
        </p:grpSp>
        <p:grpSp>
          <p:nvGrpSpPr>
            <p:cNvPr id="60" name="Group 59">
              <a:extLst>
                <a:ext uri="{FF2B5EF4-FFF2-40B4-BE49-F238E27FC236}">
                  <a16:creationId xmlns:a16="http://schemas.microsoft.com/office/drawing/2014/main" id="{49975F00-147B-1F6B-E9FF-F77CEABCDE35}"/>
                </a:ext>
              </a:extLst>
            </p:cNvPr>
            <p:cNvGrpSpPr/>
            <p:nvPr/>
          </p:nvGrpSpPr>
          <p:grpSpPr>
            <a:xfrm>
              <a:off x="2659935" y="770340"/>
              <a:ext cx="612283" cy="855395"/>
              <a:chOff x="2425679" y="690821"/>
              <a:chExt cx="612283" cy="855395"/>
            </a:xfrm>
          </p:grpSpPr>
          <p:pic>
            <p:nvPicPr>
              <p:cNvPr id="63" name="Picture 62">
                <a:extLst>
                  <a:ext uri="{FF2B5EF4-FFF2-40B4-BE49-F238E27FC236}">
                    <a16:creationId xmlns:a16="http://schemas.microsoft.com/office/drawing/2014/main" id="{D9A322BE-5F62-80F4-7EDA-B504E55773F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2425679" y="690821"/>
                <a:ext cx="612283" cy="855395"/>
              </a:xfrm>
              <a:prstGeom prst="rect">
                <a:avLst/>
              </a:prstGeom>
            </p:spPr>
          </p:pic>
          <p:sp>
            <p:nvSpPr>
              <p:cNvPr id="192" name="Rectangle 191">
                <a:extLst>
                  <a:ext uri="{FF2B5EF4-FFF2-40B4-BE49-F238E27FC236}">
                    <a16:creationId xmlns:a16="http://schemas.microsoft.com/office/drawing/2014/main" id="{C382C74B-212A-1318-E73D-66EEAA8A497F}"/>
                  </a:ext>
                </a:extLst>
              </p:cNvPr>
              <p:cNvSpPr/>
              <p:nvPr/>
            </p:nvSpPr>
            <p:spPr>
              <a:xfrm>
                <a:off x="2631993" y="1000455"/>
                <a:ext cx="169804" cy="169804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C</a:t>
                </a:r>
              </a:p>
            </p:txBody>
          </p:sp>
        </p:grpSp>
        <p:grpSp>
          <p:nvGrpSpPr>
            <p:cNvPr id="193" name="Group 192">
              <a:extLst>
                <a:ext uri="{FF2B5EF4-FFF2-40B4-BE49-F238E27FC236}">
                  <a16:creationId xmlns:a16="http://schemas.microsoft.com/office/drawing/2014/main" id="{425B3426-78B1-C5C2-A96C-478BB67EA76C}"/>
                </a:ext>
              </a:extLst>
            </p:cNvPr>
            <p:cNvGrpSpPr/>
            <p:nvPr/>
          </p:nvGrpSpPr>
          <p:grpSpPr>
            <a:xfrm>
              <a:off x="3274574" y="770340"/>
              <a:ext cx="612283" cy="855395"/>
              <a:chOff x="2425679" y="690821"/>
              <a:chExt cx="612283" cy="855395"/>
            </a:xfrm>
          </p:grpSpPr>
          <p:pic>
            <p:nvPicPr>
              <p:cNvPr id="194" name="Picture 193">
                <a:extLst>
                  <a:ext uri="{FF2B5EF4-FFF2-40B4-BE49-F238E27FC236}">
                    <a16:creationId xmlns:a16="http://schemas.microsoft.com/office/drawing/2014/main" id="{4CCD9D7C-C125-23C9-328E-A68234E7A80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2425679" y="690821"/>
                <a:ext cx="612283" cy="855395"/>
              </a:xfrm>
              <a:prstGeom prst="rect">
                <a:avLst/>
              </a:prstGeom>
            </p:spPr>
          </p:pic>
          <p:sp>
            <p:nvSpPr>
              <p:cNvPr id="201" name="Rectangle 200">
                <a:extLst>
                  <a:ext uri="{FF2B5EF4-FFF2-40B4-BE49-F238E27FC236}">
                    <a16:creationId xmlns:a16="http://schemas.microsoft.com/office/drawing/2014/main" id="{5A385ED3-C599-4C9B-A591-752682A6477F}"/>
                  </a:ext>
                </a:extLst>
              </p:cNvPr>
              <p:cNvSpPr/>
              <p:nvPr/>
            </p:nvSpPr>
            <p:spPr>
              <a:xfrm>
                <a:off x="2631993" y="1000455"/>
                <a:ext cx="169804" cy="169804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D</a:t>
                </a:r>
              </a:p>
            </p:txBody>
          </p:sp>
        </p:grpSp>
      </p:grpSp>
      <p:grpSp>
        <p:nvGrpSpPr>
          <p:cNvPr id="214" name="Group 213">
            <a:extLst>
              <a:ext uri="{FF2B5EF4-FFF2-40B4-BE49-F238E27FC236}">
                <a16:creationId xmlns:a16="http://schemas.microsoft.com/office/drawing/2014/main" id="{D08C74C5-6612-637B-526E-15B0B9616C5F}"/>
              </a:ext>
            </a:extLst>
          </p:cNvPr>
          <p:cNvGrpSpPr/>
          <p:nvPr/>
        </p:nvGrpSpPr>
        <p:grpSpPr>
          <a:xfrm>
            <a:off x="2963924" y="2367446"/>
            <a:ext cx="716753" cy="326665"/>
            <a:chOff x="2963924" y="2367446"/>
            <a:chExt cx="716753" cy="326665"/>
          </a:xfrm>
        </p:grpSpPr>
        <p:grpSp>
          <p:nvGrpSpPr>
            <p:cNvPr id="210" name="Group 209">
              <a:extLst>
                <a:ext uri="{FF2B5EF4-FFF2-40B4-BE49-F238E27FC236}">
                  <a16:creationId xmlns:a16="http://schemas.microsoft.com/office/drawing/2014/main" id="{FEEBFF34-B6E6-F4C0-9F8A-AF5A6E53CF04}"/>
                </a:ext>
              </a:extLst>
            </p:cNvPr>
            <p:cNvGrpSpPr/>
            <p:nvPr/>
          </p:nvGrpSpPr>
          <p:grpSpPr>
            <a:xfrm>
              <a:off x="2963924" y="2367446"/>
              <a:ext cx="534458" cy="127000"/>
              <a:chOff x="2963178" y="2725764"/>
              <a:chExt cx="534458" cy="127000"/>
            </a:xfrm>
          </p:grpSpPr>
          <p:cxnSp>
            <p:nvCxnSpPr>
              <p:cNvPr id="211" name="Straight Connector 210">
                <a:extLst>
                  <a:ext uri="{FF2B5EF4-FFF2-40B4-BE49-F238E27FC236}">
                    <a16:creationId xmlns:a16="http://schemas.microsoft.com/office/drawing/2014/main" id="{88D424E2-322F-D02E-47A5-560BEEEAD036}"/>
                  </a:ext>
                </a:extLst>
              </p:cNvPr>
              <p:cNvCxnSpPr/>
              <p:nvPr/>
            </p:nvCxnSpPr>
            <p:spPr>
              <a:xfrm flipV="1">
                <a:off x="2963178" y="2789264"/>
                <a:ext cx="400050" cy="1"/>
              </a:xfrm>
              <a:prstGeom prst="line">
                <a:avLst/>
              </a:prstGeom>
              <a:noFill/>
              <a:ln w="19050" cap="flat" cmpd="sng" algn="ctr">
                <a:solidFill>
                  <a:schemeClr val="accent2">
                    <a:lumMod val="75000"/>
                  </a:schemeClr>
                </a:solidFill>
                <a:prstDash val="solid"/>
                <a:miter lim="800000"/>
              </a:ln>
              <a:effectLst/>
            </p:spPr>
          </p:cxnSp>
          <p:sp>
            <p:nvSpPr>
              <p:cNvPr id="212" name="Oval 211">
                <a:extLst>
                  <a:ext uri="{FF2B5EF4-FFF2-40B4-BE49-F238E27FC236}">
                    <a16:creationId xmlns:a16="http://schemas.microsoft.com/office/drawing/2014/main" id="{C059CAC6-E498-5A20-F601-7EDF9B92E35B}"/>
                  </a:ext>
                </a:extLst>
              </p:cNvPr>
              <p:cNvSpPr/>
              <p:nvPr/>
            </p:nvSpPr>
            <p:spPr>
              <a:xfrm>
                <a:off x="3370636" y="2725764"/>
                <a:ext cx="127000" cy="127000"/>
              </a:xfrm>
              <a:prstGeom prst="ellipse">
                <a:avLst/>
              </a:prstGeom>
              <a:solidFill>
                <a:sysClr val="window" lastClr="FFFFFF"/>
              </a:solidFill>
              <a:ln w="19050" cap="flat" cmpd="sng" algn="ctr">
                <a:solidFill>
                  <a:schemeClr val="accent2">
                    <a:lumMod val="75000"/>
                  </a:schemeClr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sp>
          <p:nvSpPr>
            <p:cNvPr id="213" name="TextBox 212">
              <a:extLst>
                <a:ext uri="{FF2B5EF4-FFF2-40B4-BE49-F238E27FC236}">
                  <a16:creationId xmlns:a16="http://schemas.microsoft.com/office/drawing/2014/main" id="{25C48945-6D30-418B-AB97-4056553CA466}"/>
                </a:ext>
              </a:extLst>
            </p:cNvPr>
            <p:cNvSpPr txBox="1"/>
            <p:nvPr/>
          </p:nvSpPr>
          <p:spPr>
            <a:xfrm>
              <a:off x="3194968" y="2440195"/>
              <a:ext cx="485709" cy="2539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50" b="0" i="0" u="none" strike="noStrike" kern="0" cap="none" spc="0" normalizeH="0" baseline="0" noProof="0" dirty="0">
                  <a:ln>
                    <a:noFill/>
                  </a:ln>
                  <a:solidFill>
                    <a:srgbClr val="E97132">
                      <a:lumMod val="75000"/>
                    </a:srgbClr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https</a:t>
              </a:r>
              <a:endParaRPr kumimoji="0" lang="en-GB" sz="1200" b="0" i="0" u="none" strike="noStrike" kern="0" cap="none" spc="0" normalizeH="0" baseline="0" noProof="0" dirty="0">
                <a:ln>
                  <a:noFill/>
                </a:ln>
                <a:solidFill>
                  <a:srgbClr val="E97132">
                    <a:lumMod val="75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pic>
        <p:nvPicPr>
          <p:cNvPr id="47" name="Picture 46">
            <a:extLst>
              <a:ext uri="{FF2B5EF4-FFF2-40B4-BE49-F238E27FC236}">
                <a16:creationId xmlns:a16="http://schemas.microsoft.com/office/drawing/2014/main" id="{83564BCF-83B2-C0AD-4A43-11F046C46715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504409" y="107790"/>
            <a:ext cx="444034" cy="620341"/>
          </a:xfrm>
          <a:prstGeom prst="rect">
            <a:avLst/>
          </a:prstGeom>
        </p:spPr>
      </p:pic>
      <p:pic>
        <p:nvPicPr>
          <p:cNvPr id="205" name="Picture 204">
            <a:extLst>
              <a:ext uri="{FF2B5EF4-FFF2-40B4-BE49-F238E27FC236}">
                <a16:creationId xmlns:a16="http://schemas.microsoft.com/office/drawing/2014/main" id="{2BC0F84F-FC03-E8C8-23A7-D297164191FB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122688" y="107539"/>
            <a:ext cx="444034" cy="620341"/>
          </a:xfrm>
          <a:prstGeom prst="rect">
            <a:avLst/>
          </a:prstGeom>
        </p:spPr>
      </p:pic>
      <p:pic>
        <p:nvPicPr>
          <p:cNvPr id="206" name="Picture 205">
            <a:extLst>
              <a:ext uri="{FF2B5EF4-FFF2-40B4-BE49-F238E27FC236}">
                <a16:creationId xmlns:a16="http://schemas.microsoft.com/office/drawing/2014/main" id="{A33C63DF-E6A1-ED0C-E82B-560F57E396E2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738968" y="107539"/>
            <a:ext cx="444034" cy="620341"/>
          </a:xfrm>
          <a:prstGeom prst="rect">
            <a:avLst/>
          </a:prstGeom>
        </p:spPr>
      </p:pic>
      <p:pic>
        <p:nvPicPr>
          <p:cNvPr id="207" name="Picture 206">
            <a:extLst>
              <a:ext uri="{FF2B5EF4-FFF2-40B4-BE49-F238E27FC236}">
                <a16:creationId xmlns:a16="http://schemas.microsoft.com/office/drawing/2014/main" id="{EAAE0EB6-AC99-5C7E-5D49-A18EF5DAB39F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353933" y="108876"/>
            <a:ext cx="444034" cy="620341"/>
          </a:xfrm>
          <a:prstGeom prst="rect">
            <a:avLst/>
          </a:prstGeom>
        </p:spPr>
      </p:pic>
      <p:grpSp>
        <p:nvGrpSpPr>
          <p:cNvPr id="228" name="Group 227">
            <a:extLst>
              <a:ext uri="{FF2B5EF4-FFF2-40B4-BE49-F238E27FC236}">
                <a16:creationId xmlns:a16="http://schemas.microsoft.com/office/drawing/2014/main" id="{E544D8AF-2200-B3F3-4609-DAADCA309156}"/>
              </a:ext>
            </a:extLst>
          </p:cNvPr>
          <p:cNvGrpSpPr/>
          <p:nvPr/>
        </p:nvGrpSpPr>
        <p:grpSpPr>
          <a:xfrm>
            <a:off x="2963178" y="2725764"/>
            <a:ext cx="786853" cy="316693"/>
            <a:chOff x="2963178" y="2725764"/>
            <a:chExt cx="786853" cy="316693"/>
          </a:xfrm>
        </p:grpSpPr>
        <p:grpSp>
          <p:nvGrpSpPr>
            <p:cNvPr id="220" name="Group 219">
              <a:extLst>
                <a:ext uri="{FF2B5EF4-FFF2-40B4-BE49-F238E27FC236}">
                  <a16:creationId xmlns:a16="http://schemas.microsoft.com/office/drawing/2014/main" id="{1C2B530D-40CC-5122-2608-01F588265A37}"/>
                </a:ext>
              </a:extLst>
            </p:cNvPr>
            <p:cNvGrpSpPr/>
            <p:nvPr/>
          </p:nvGrpSpPr>
          <p:grpSpPr>
            <a:xfrm>
              <a:off x="2963178" y="2725764"/>
              <a:ext cx="534458" cy="127000"/>
              <a:chOff x="2963178" y="2725764"/>
              <a:chExt cx="534458" cy="127000"/>
            </a:xfrm>
          </p:grpSpPr>
          <p:cxnSp>
            <p:nvCxnSpPr>
              <p:cNvPr id="221" name="Straight Connector 220">
                <a:extLst>
                  <a:ext uri="{FF2B5EF4-FFF2-40B4-BE49-F238E27FC236}">
                    <a16:creationId xmlns:a16="http://schemas.microsoft.com/office/drawing/2014/main" id="{C482B29E-2282-629D-1ABA-BD8B67954BB8}"/>
                  </a:ext>
                </a:extLst>
              </p:cNvPr>
              <p:cNvCxnSpPr/>
              <p:nvPr/>
            </p:nvCxnSpPr>
            <p:spPr>
              <a:xfrm flipV="1">
                <a:off x="2963178" y="2789264"/>
                <a:ext cx="400050" cy="1"/>
              </a:xfrm>
              <a:prstGeom prst="line">
                <a:avLst/>
              </a:prstGeom>
              <a:noFill/>
              <a:ln w="19050" cap="flat" cmpd="sng" algn="ctr">
                <a:solidFill>
                  <a:schemeClr val="accent6">
                    <a:lumMod val="75000"/>
                  </a:schemeClr>
                </a:solidFill>
                <a:prstDash val="solid"/>
                <a:miter lim="800000"/>
              </a:ln>
              <a:effectLst/>
            </p:spPr>
          </p:cxnSp>
          <p:sp>
            <p:nvSpPr>
              <p:cNvPr id="226" name="Oval 225">
                <a:extLst>
                  <a:ext uri="{FF2B5EF4-FFF2-40B4-BE49-F238E27FC236}">
                    <a16:creationId xmlns:a16="http://schemas.microsoft.com/office/drawing/2014/main" id="{558EFFA2-998B-FDF1-ED37-A019C5EFE1C0}"/>
                  </a:ext>
                </a:extLst>
              </p:cNvPr>
              <p:cNvSpPr/>
              <p:nvPr/>
            </p:nvSpPr>
            <p:spPr>
              <a:xfrm>
                <a:off x="3370636" y="2725764"/>
                <a:ext cx="127000" cy="127000"/>
              </a:xfrm>
              <a:prstGeom prst="ellipse">
                <a:avLst/>
              </a:prstGeom>
              <a:solidFill>
                <a:sysClr val="window" lastClr="FFFFFF"/>
              </a:solidFill>
              <a:ln w="19050" cap="flat" cmpd="sng" algn="ctr">
                <a:solidFill>
                  <a:schemeClr val="accent6">
                    <a:lumMod val="75000"/>
                  </a:schemeClr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sp>
          <p:nvSpPr>
            <p:cNvPr id="227" name="TextBox 226">
              <a:extLst>
                <a:ext uri="{FF2B5EF4-FFF2-40B4-BE49-F238E27FC236}">
                  <a16:creationId xmlns:a16="http://schemas.microsoft.com/office/drawing/2014/main" id="{82342B81-657F-0245-3D2D-C0E0DBBE3585}"/>
                </a:ext>
              </a:extLst>
            </p:cNvPr>
            <p:cNvSpPr txBox="1"/>
            <p:nvPr/>
          </p:nvSpPr>
          <p:spPr>
            <a:xfrm>
              <a:off x="3118241" y="2788541"/>
              <a:ext cx="631790" cy="2539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50" b="0" i="0" u="none" strike="noStrike" kern="0" cap="none" spc="0" normalizeH="0" baseline="0" noProof="0" dirty="0" err="1">
                  <a:ln>
                    <a:noFill/>
                  </a:ln>
                  <a:solidFill>
                    <a:srgbClr val="4EA72E">
                      <a:lumMod val="75000"/>
                    </a:srgbClr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mqtts</a:t>
              </a:r>
              <a:endParaRPr kumimoji="0" lang="en-GB" sz="1200" b="0" i="0" u="none" strike="noStrike" kern="0" cap="none" spc="0" normalizeH="0" baseline="0" noProof="0" dirty="0">
                <a:ln>
                  <a:noFill/>
                </a:ln>
                <a:solidFill>
                  <a:srgbClr val="4EA72E">
                    <a:lumMod val="75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44" name="Freeform: Shape 43">
            <a:extLst>
              <a:ext uri="{FF2B5EF4-FFF2-40B4-BE49-F238E27FC236}">
                <a16:creationId xmlns:a16="http://schemas.microsoft.com/office/drawing/2014/main" id="{A9565E6A-9C35-5F93-1B81-E2B44EA9211A}"/>
              </a:ext>
            </a:extLst>
          </p:cNvPr>
          <p:cNvSpPr/>
          <p:nvPr/>
        </p:nvSpPr>
        <p:spPr>
          <a:xfrm>
            <a:off x="3581400" y="2114550"/>
            <a:ext cx="1809750" cy="685800"/>
          </a:xfrm>
          <a:custGeom>
            <a:avLst/>
            <a:gdLst>
              <a:gd name="connsiteX0" fmla="*/ 0 w 1809750"/>
              <a:gd name="connsiteY0" fmla="*/ 685800 h 685800"/>
              <a:gd name="connsiteX1" fmla="*/ 742950 w 1809750"/>
              <a:gd name="connsiteY1" fmla="*/ 628650 h 685800"/>
              <a:gd name="connsiteX2" fmla="*/ 1419225 w 1809750"/>
              <a:gd name="connsiteY2" fmla="*/ 438150 h 685800"/>
              <a:gd name="connsiteX3" fmla="*/ 1809750 w 1809750"/>
              <a:gd name="connsiteY3" fmla="*/ 0 h 685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809750" h="685800">
                <a:moveTo>
                  <a:pt x="0" y="685800"/>
                </a:moveTo>
                <a:cubicBezTo>
                  <a:pt x="253206" y="677862"/>
                  <a:pt x="506413" y="669925"/>
                  <a:pt x="742950" y="628650"/>
                </a:cubicBezTo>
                <a:cubicBezTo>
                  <a:pt x="979487" y="587375"/>
                  <a:pt x="1241425" y="542925"/>
                  <a:pt x="1419225" y="438150"/>
                </a:cubicBezTo>
                <a:cubicBezTo>
                  <a:pt x="1597025" y="333375"/>
                  <a:pt x="1703387" y="166687"/>
                  <a:pt x="1809750" y="0"/>
                </a:cubicBezTo>
              </a:path>
            </a:pathLst>
          </a:custGeom>
          <a:noFill/>
          <a:ln>
            <a:solidFill>
              <a:schemeClr val="accent6">
                <a:lumMod val="75000"/>
              </a:schemeClr>
            </a:solidFill>
            <a:headEnd type="triangl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pic>
        <p:nvPicPr>
          <p:cNvPr id="197" name="Picture 196">
            <a:extLst>
              <a:ext uri="{FF2B5EF4-FFF2-40B4-BE49-F238E27FC236}">
                <a16:creationId xmlns:a16="http://schemas.microsoft.com/office/drawing/2014/main" id="{D5372601-207F-7F97-CC3C-10B65A04C760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590807" y="1385810"/>
            <a:ext cx="432460" cy="569026"/>
          </a:xfrm>
          <a:prstGeom prst="rect">
            <a:avLst/>
          </a:prstGeom>
        </p:spPr>
      </p:pic>
      <p:grpSp>
        <p:nvGrpSpPr>
          <p:cNvPr id="46" name="Group 45">
            <a:extLst>
              <a:ext uri="{FF2B5EF4-FFF2-40B4-BE49-F238E27FC236}">
                <a16:creationId xmlns:a16="http://schemas.microsoft.com/office/drawing/2014/main" id="{F3127017-A62B-F87B-66CB-587324420CD6}"/>
              </a:ext>
            </a:extLst>
          </p:cNvPr>
          <p:cNvGrpSpPr/>
          <p:nvPr/>
        </p:nvGrpSpPr>
        <p:grpSpPr>
          <a:xfrm>
            <a:off x="7809040" y="580845"/>
            <a:ext cx="821464" cy="919480"/>
            <a:chOff x="7894810" y="1381253"/>
            <a:chExt cx="821464" cy="919480"/>
          </a:xfrm>
        </p:grpSpPr>
        <p:sp>
          <p:nvSpPr>
            <p:cNvPr id="48" name="Rectangle: Rounded Corners 47">
              <a:extLst>
                <a:ext uri="{FF2B5EF4-FFF2-40B4-BE49-F238E27FC236}">
                  <a16:creationId xmlns:a16="http://schemas.microsoft.com/office/drawing/2014/main" id="{117A94CC-2842-709F-CC1D-CB9F28740C59}"/>
                </a:ext>
              </a:extLst>
            </p:cNvPr>
            <p:cNvSpPr/>
            <p:nvPr/>
          </p:nvSpPr>
          <p:spPr>
            <a:xfrm>
              <a:off x="7991089" y="1649591"/>
              <a:ext cx="628907" cy="628907"/>
            </a:xfrm>
            <a:prstGeom prst="roundRect">
              <a:avLst>
                <a:gd name="adj" fmla="val 8678"/>
              </a:avLst>
            </a:prstGeom>
            <a:solidFill>
              <a:schemeClr val="bg1"/>
            </a:solidFill>
            <a:ln w="28575">
              <a:solidFill>
                <a:srgbClr val="3963DA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srgbClr val="3963DA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D1161AA6-6DC1-30B7-847C-38758402D278}"/>
                </a:ext>
              </a:extLst>
            </p:cNvPr>
            <p:cNvSpPr txBox="1"/>
            <p:nvPr/>
          </p:nvSpPr>
          <p:spPr>
            <a:xfrm>
              <a:off x="7894810" y="1839068"/>
              <a:ext cx="821464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3963DA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Global Cache</a:t>
              </a:r>
            </a:p>
          </p:txBody>
        </p:sp>
        <p:grpSp>
          <p:nvGrpSpPr>
            <p:cNvPr id="195" name="Group 194">
              <a:extLst>
                <a:ext uri="{FF2B5EF4-FFF2-40B4-BE49-F238E27FC236}">
                  <a16:creationId xmlns:a16="http://schemas.microsoft.com/office/drawing/2014/main" id="{E5658288-249A-6BF2-7EEB-0291938565F5}"/>
                </a:ext>
              </a:extLst>
            </p:cNvPr>
            <p:cNvGrpSpPr/>
            <p:nvPr/>
          </p:nvGrpSpPr>
          <p:grpSpPr>
            <a:xfrm>
              <a:off x="8036660" y="1381253"/>
              <a:ext cx="537764" cy="547628"/>
              <a:chOff x="6976094" y="2574516"/>
              <a:chExt cx="664523" cy="676715"/>
            </a:xfrm>
          </p:grpSpPr>
          <p:pic>
            <p:nvPicPr>
              <p:cNvPr id="196" name="Picture 195">
                <a:extLst>
                  <a:ext uri="{FF2B5EF4-FFF2-40B4-BE49-F238E27FC236}">
                    <a16:creationId xmlns:a16="http://schemas.microsoft.com/office/drawing/2014/main" id="{058E0DC5-DFBC-CD6E-0ABF-001BEB16164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6976094" y="2574516"/>
                <a:ext cx="664522" cy="676715"/>
              </a:xfrm>
              <a:prstGeom prst="rect">
                <a:avLst/>
              </a:prstGeom>
            </p:spPr>
          </p:pic>
          <p:pic>
            <p:nvPicPr>
              <p:cNvPr id="198" name="Picture 197">
                <a:extLst>
                  <a:ext uri="{FF2B5EF4-FFF2-40B4-BE49-F238E27FC236}">
                    <a16:creationId xmlns:a16="http://schemas.microsoft.com/office/drawing/2014/main" id="{893AEAF3-9B79-3213-E0E5-A62DEE0CE37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>
                <a:extLst>
                  <a:ext uri="{BEBA8EAE-BF5A-486C-A8C5-ECC9F3942E4B}">
                    <a14:imgProps xmlns:a14="http://schemas.microsoft.com/office/drawing/2010/main">
                      <a14:imgLayer r:embed="rId11">
                        <a14:imgEffect>
                          <a14:colorTemperature colorTemp="4700"/>
                        </a14:imgEffect>
                        <a14:imgEffect>
                          <a14:brightnessContrast bright="-20000" contrast="40000"/>
                        </a14:imgEffect>
                      </a14:imgLayer>
                    </a14:imgProps>
                  </a:ext>
                </a:extLst>
              </a:blip>
              <a:stretch>
                <a:fillRect/>
              </a:stretch>
            </p:blipFill>
            <p:spPr>
              <a:xfrm>
                <a:off x="7044932" y="2644373"/>
                <a:ext cx="526845" cy="528534"/>
              </a:xfrm>
              <a:prstGeom prst="ellipse">
                <a:avLst/>
              </a:prstGeom>
              <a:solidFill>
                <a:schemeClr val="bg1"/>
              </a:solidFill>
            </p:spPr>
          </p:pic>
          <p:pic>
            <p:nvPicPr>
              <p:cNvPr id="199" name="Picture 198">
                <a:extLst>
                  <a:ext uri="{FF2B5EF4-FFF2-40B4-BE49-F238E27FC236}">
                    <a16:creationId xmlns:a16="http://schemas.microsoft.com/office/drawing/2014/main" id="{575A41E4-1989-23D0-CB67-25745BAD6C8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6976095" y="2574516"/>
                <a:ext cx="664522" cy="676715"/>
              </a:xfrm>
              <a:prstGeom prst="rect">
                <a:avLst/>
              </a:prstGeom>
            </p:spPr>
          </p:pic>
          <p:pic>
            <p:nvPicPr>
              <p:cNvPr id="200" name="Picture 199">
                <a:extLst>
                  <a:ext uri="{FF2B5EF4-FFF2-40B4-BE49-F238E27FC236}">
                    <a16:creationId xmlns:a16="http://schemas.microsoft.com/office/drawing/2014/main" id="{F3EA4984-1F7B-480A-5D37-51D1EE4422C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>
                <a:extLst>
                  <a:ext uri="{BEBA8EAE-BF5A-486C-A8C5-ECC9F3942E4B}">
                    <a14:imgProps xmlns:a14="http://schemas.microsoft.com/office/drawing/2010/main">
                      <a14:imgLayer r:embed="rId11">
                        <a14:imgEffect>
                          <a14:colorTemperature colorTemp="4700"/>
                        </a14:imgEffect>
                        <a14:imgEffect>
                          <a14:brightnessContrast bright="-20000" contrast="40000"/>
                        </a14:imgEffect>
                      </a14:imgLayer>
                    </a14:imgProps>
                  </a:ext>
                </a:extLst>
              </a:blip>
              <a:stretch>
                <a:fillRect/>
              </a:stretch>
            </p:blipFill>
            <p:spPr>
              <a:xfrm>
                <a:off x="7064641" y="2664144"/>
                <a:ext cx="487430" cy="488992"/>
              </a:xfrm>
              <a:prstGeom prst="ellipse">
                <a:avLst/>
              </a:prstGeom>
              <a:solidFill>
                <a:schemeClr val="bg1"/>
              </a:solidFill>
            </p:spPr>
          </p:pic>
        </p:grpSp>
      </p:grpSp>
      <p:pic>
        <p:nvPicPr>
          <p:cNvPr id="204" name="Picture 203">
            <a:extLst>
              <a:ext uri="{FF2B5EF4-FFF2-40B4-BE49-F238E27FC236}">
                <a16:creationId xmlns:a16="http://schemas.microsoft.com/office/drawing/2014/main" id="{3421A5D3-614B-69BD-639D-97428F1E765A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587713" y="863597"/>
            <a:ext cx="475706" cy="625929"/>
          </a:xfrm>
          <a:prstGeom prst="rect">
            <a:avLst/>
          </a:prstGeom>
        </p:spPr>
      </p:pic>
      <p:sp>
        <p:nvSpPr>
          <p:cNvPr id="208" name="Freeform: Shape 207">
            <a:extLst>
              <a:ext uri="{FF2B5EF4-FFF2-40B4-BE49-F238E27FC236}">
                <a16:creationId xmlns:a16="http://schemas.microsoft.com/office/drawing/2014/main" id="{27B39B68-1922-DFDC-56B6-C252E59DC3C3}"/>
              </a:ext>
            </a:extLst>
          </p:cNvPr>
          <p:cNvSpPr/>
          <p:nvPr/>
        </p:nvSpPr>
        <p:spPr>
          <a:xfrm>
            <a:off x="5819775" y="1181100"/>
            <a:ext cx="2009775" cy="647700"/>
          </a:xfrm>
          <a:custGeom>
            <a:avLst/>
            <a:gdLst>
              <a:gd name="connsiteX0" fmla="*/ 2009775 w 2009775"/>
              <a:gd name="connsiteY0" fmla="*/ 0 h 647700"/>
              <a:gd name="connsiteX1" fmla="*/ 1266825 w 2009775"/>
              <a:gd name="connsiteY1" fmla="*/ 133350 h 647700"/>
              <a:gd name="connsiteX2" fmla="*/ 609600 w 2009775"/>
              <a:gd name="connsiteY2" fmla="*/ 542925 h 647700"/>
              <a:gd name="connsiteX3" fmla="*/ 0 w 2009775"/>
              <a:gd name="connsiteY3" fmla="*/ 647700 h 6477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009775" h="647700">
                <a:moveTo>
                  <a:pt x="2009775" y="0"/>
                </a:moveTo>
                <a:cubicBezTo>
                  <a:pt x="1754981" y="21431"/>
                  <a:pt x="1500187" y="42863"/>
                  <a:pt x="1266825" y="133350"/>
                </a:cubicBezTo>
                <a:cubicBezTo>
                  <a:pt x="1033463" y="223837"/>
                  <a:pt x="820737" y="457200"/>
                  <a:pt x="609600" y="542925"/>
                </a:cubicBezTo>
                <a:cubicBezTo>
                  <a:pt x="398462" y="628650"/>
                  <a:pt x="199231" y="638175"/>
                  <a:pt x="0" y="647700"/>
                </a:cubicBezTo>
              </a:path>
            </a:pathLst>
          </a:custGeom>
          <a:noFill/>
          <a:ln>
            <a:solidFill>
              <a:schemeClr val="accent6">
                <a:lumMod val="75000"/>
              </a:schemeClr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30" name="Freeform: Shape 229">
            <a:extLst>
              <a:ext uri="{FF2B5EF4-FFF2-40B4-BE49-F238E27FC236}">
                <a16:creationId xmlns:a16="http://schemas.microsoft.com/office/drawing/2014/main" id="{F424492A-9A04-4E7C-9359-D55293149C80}"/>
              </a:ext>
            </a:extLst>
          </p:cNvPr>
          <p:cNvSpPr/>
          <p:nvPr/>
        </p:nvSpPr>
        <p:spPr>
          <a:xfrm>
            <a:off x="3533775" y="851552"/>
            <a:ext cx="4238625" cy="1472548"/>
          </a:xfrm>
          <a:custGeom>
            <a:avLst/>
            <a:gdLst>
              <a:gd name="connsiteX0" fmla="*/ 4238625 w 4238625"/>
              <a:gd name="connsiteY0" fmla="*/ 72373 h 1472548"/>
              <a:gd name="connsiteX1" fmla="*/ 1657350 w 4238625"/>
              <a:gd name="connsiteY1" fmla="*/ 158098 h 1472548"/>
              <a:gd name="connsiteX2" fmla="*/ 0 w 4238625"/>
              <a:gd name="connsiteY2" fmla="*/ 1472548 h 14725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4238625" h="1472548">
                <a:moveTo>
                  <a:pt x="4238625" y="72373"/>
                </a:moveTo>
                <a:cubicBezTo>
                  <a:pt x="3301206" y="-1446"/>
                  <a:pt x="2363787" y="-75264"/>
                  <a:pt x="1657350" y="158098"/>
                </a:cubicBezTo>
                <a:cubicBezTo>
                  <a:pt x="950913" y="391460"/>
                  <a:pt x="475456" y="932004"/>
                  <a:pt x="0" y="1472548"/>
                </a:cubicBezTo>
              </a:path>
            </a:pathLst>
          </a:custGeom>
          <a:noFill/>
          <a:ln>
            <a:solidFill>
              <a:schemeClr val="accent2">
                <a:lumMod val="75000"/>
              </a:schemeClr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grpSp>
        <p:nvGrpSpPr>
          <p:cNvPr id="266" name="Group 265">
            <a:extLst>
              <a:ext uri="{FF2B5EF4-FFF2-40B4-BE49-F238E27FC236}">
                <a16:creationId xmlns:a16="http://schemas.microsoft.com/office/drawing/2014/main" id="{90CA6B53-0071-448D-B288-3336CD445815}"/>
              </a:ext>
            </a:extLst>
          </p:cNvPr>
          <p:cNvGrpSpPr/>
          <p:nvPr/>
        </p:nvGrpSpPr>
        <p:grpSpPr>
          <a:xfrm>
            <a:off x="9106083" y="884873"/>
            <a:ext cx="1745352" cy="583376"/>
            <a:chOff x="9538950" y="2402423"/>
            <a:chExt cx="1745352" cy="583376"/>
          </a:xfrm>
        </p:grpSpPr>
        <p:pic>
          <p:nvPicPr>
            <p:cNvPr id="262" name="Picture 261">
              <a:extLst>
                <a:ext uri="{FF2B5EF4-FFF2-40B4-BE49-F238E27FC236}">
                  <a16:creationId xmlns:a16="http://schemas.microsoft.com/office/drawing/2014/main" id="{2DD897DB-A46E-1FBB-7E3A-57F227810E4A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10866423" y="2402423"/>
              <a:ext cx="417879" cy="583376"/>
            </a:xfrm>
            <a:prstGeom prst="rect">
              <a:avLst/>
            </a:prstGeom>
          </p:spPr>
        </p:pic>
        <p:pic>
          <p:nvPicPr>
            <p:cNvPr id="263" name="Picture 262">
              <a:extLst>
                <a:ext uri="{FF2B5EF4-FFF2-40B4-BE49-F238E27FC236}">
                  <a16:creationId xmlns:a16="http://schemas.microsoft.com/office/drawing/2014/main" id="{6BACADB8-BCC2-204C-3DB6-541E95E61F39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/>
            <a:stretch>
              <a:fillRect/>
            </a:stretch>
          </p:blipFill>
          <p:spPr>
            <a:xfrm>
              <a:off x="10423932" y="2402423"/>
              <a:ext cx="413742" cy="583376"/>
            </a:xfrm>
            <a:prstGeom prst="rect">
              <a:avLst/>
            </a:prstGeom>
          </p:spPr>
        </p:pic>
        <p:pic>
          <p:nvPicPr>
            <p:cNvPr id="264" name="Picture 263">
              <a:extLst>
                <a:ext uri="{FF2B5EF4-FFF2-40B4-BE49-F238E27FC236}">
                  <a16:creationId xmlns:a16="http://schemas.microsoft.com/office/drawing/2014/main" id="{3F16B627-A83A-4357-A443-0F58C85C1F57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/>
            <a:stretch>
              <a:fillRect/>
            </a:stretch>
          </p:blipFill>
          <p:spPr>
            <a:xfrm>
              <a:off x="9981441" y="2402423"/>
              <a:ext cx="413742" cy="583376"/>
            </a:xfrm>
            <a:prstGeom prst="rect">
              <a:avLst/>
            </a:prstGeom>
          </p:spPr>
        </p:pic>
        <p:pic>
          <p:nvPicPr>
            <p:cNvPr id="265" name="Picture 264">
              <a:extLst>
                <a:ext uri="{FF2B5EF4-FFF2-40B4-BE49-F238E27FC236}">
                  <a16:creationId xmlns:a16="http://schemas.microsoft.com/office/drawing/2014/main" id="{C04602A4-C06E-F8CD-D700-F60E93EDE8A6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/>
            <a:stretch>
              <a:fillRect/>
            </a:stretch>
          </p:blipFill>
          <p:spPr>
            <a:xfrm>
              <a:off x="9538950" y="2402423"/>
              <a:ext cx="413742" cy="583376"/>
            </a:xfrm>
            <a:prstGeom prst="rect">
              <a:avLst/>
            </a:prstGeom>
          </p:spPr>
        </p:pic>
      </p:grpSp>
      <p:pic>
        <p:nvPicPr>
          <p:cNvPr id="267" name="Picture 266">
            <a:extLst>
              <a:ext uri="{FF2B5EF4-FFF2-40B4-BE49-F238E27FC236}">
                <a16:creationId xmlns:a16="http://schemas.microsoft.com/office/drawing/2014/main" id="{62146DA2-BC71-6F10-E7E1-B02F8404CD92}"/>
              </a:ext>
            </a:extLst>
          </p:cNvPr>
          <p:cNvPicPr>
            <a:picLocks noChangeAspect="1"/>
          </p:cNvPicPr>
          <p:nvPr/>
        </p:nvPicPr>
        <p:blipFill>
          <a:blip r:embed="rId9">
            <a:duotone>
              <a:prstClr val="black"/>
              <a:schemeClr val="accent4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8588284" y="863596"/>
            <a:ext cx="475706" cy="625929"/>
          </a:xfrm>
          <a:prstGeom prst="rect">
            <a:avLst/>
          </a:prstGeom>
        </p:spPr>
      </p:pic>
      <p:sp>
        <p:nvSpPr>
          <p:cNvPr id="270" name="Freeform: Shape 269">
            <a:extLst>
              <a:ext uri="{FF2B5EF4-FFF2-40B4-BE49-F238E27FC236}">
                <a16:creationId xmlns:a16="http://schemas.microsoft.com/office/drawing/2014/main" id="{5CE60DDA-6DBF-B8D1-A6E3-9ECCA5994544}"/>
              </a:ext>
            </a:extLst>
          </p:cNvPr>
          <p:cNvSpPr/>
          <p:nvPr/>
        </p:nvSpPr>
        <p:spPr>
          <a:xfrm>
            <a:off x="8793957" y="858269"/>
            <a:ext cx="274934" cy="287724"/>
          </a:xfrm>
          <a:custGeom>
            <a:avLst/>
            <a:gdLst>
              <a:gd name="connsiteX0" fmla="*/ 0 w 267789"/>
              <a:gd name="connsiteY0" fmla="*/ 0 h 277586"/>
              <a:gd name="connsiteX1" fmla="*/ 267789 w 267789"/>
              <a:gd name="connsiteY1" fmla="*/ 277586 h 277586"/>
              <a:gd name="connsiteX2" fmla="*/ 267789 w 267789"/>
              <a:gd name="connsiteY2" fmla="*/ 117566 h 277586"/>
              <a:gd name="connsiteX3" fmla="*/ 146957 w 267789"/>
              <a:gd name="connsiteY3" fmla="*/ 6531 h 277586"/>
              <a:gd name="connsiteX4" fmla="*/ 0 w 267789"/>
              <a:gd name="connsiteY4" fmla="*/ 0 h 277586"/>
              <a:gd name="connsiteX0" fmla="*/ 0 w 267789"/>
              <a:gd name="connsiteY0" fmla="*/ 613 h 278199"/>
              <a:gd name="connsiteX1" fmla="*/ 267789 w 267789"/>
              <a:gd name="connsiteY1" fmla="*/ 278199 h 278199"/>
              <a:gd name="connsiteX2" fmla="*/ 267789 w 267789"/>
              <a:gd name="connsiteY2" fmla="*/ 118179 h 278199"/>
              <a:gd name="connsiteX3" fmla="*/ 156482 w 267789"/>
              <a:gd name="connsiteY3" fmla="*/ 0 h 278199"/>
              <a:gd name="connsiteX4" fmla="*/ 0 w 267789"/>
              <a:gd name="connsiteY4" fmla="*/ 613 h 278199"/>
              <a:gd name="connsiteX0" fmla="*/ 0 w 270171"/>
              <a:gd name="connsiteY0" fmla="*/ 5375 h 278199"/>
              <a:gd name="connsiteX1" fmla="*/ 270171 w 270171"/>
              <a:gd name="connsiteY1" fmla="*/ 278199 h 278199"/>
              <a:gd name="connsiteX2" fmla="*/ 270171 w 270171"/>
              <a:gd name="connsiteY2" fmla="*/ 118179 h 278199"/>
              <a:gd name="connsiteX3" fmla="*/ 158864 w 270171"/>
              <a:gd name="connsiteY3" fmla="*/ 0 h 278199"/>
              <a:gd name="connsiteX4" fmla="*/ 0 w 270171"/>
              <a:gd name="connsiteY4" fmla="*/ 5375 h 278199"/>
              <a:gd name="connsiteX0" fmla="*/ 0 w 270171"/>
              <a:gd name="connsiteY0" fmla="*/ 5375 h 266292"/>
              <a:gd name="connsiteX1" fmla="*/ 263028 w 270171"/>
              <a:gd name="connsiteY1" fmla="*/ 266292 h 266292"/>
              <a:gd name="connsiteX2" fmla="*/ 270171 w 270171"/>
              <a:gd name="connsiteY2" fmla="*/ 118179 h 266292"/>
              <a:gd name="connsiteX3" fmla="*/ 158864 w 270171"/>
              <a:gd name="connsiteY3" fmla="*/ 0 h 266292"/>
              <a:gd name="connsiteX4" fmla="*/ 0 w 270171"/>
              <a:gd name="connsiteY4" fmla="*/ 5375 h 266292"/>
              <a:gd name="connsiteX0" fmla="*/ 0 w 274934"/>
              <a:gd name="connsiteY0" fmla="*/ 5375 h 287724"/>
              <a:gd name="connsiteX1" fmla="*/ 274934 w 274934"/>
              <a:gd name="connsiteY1" fmla="*/ 287724 h 287724"/>
              <a:gd name="connsiteX2" fmla="*/ 270171 w 274934"/>
              <a:gd name="connsiteY2" fmla="*/ 118179 h 287724"/>
              <a:gd name="connsiteX3" fmla="*/ 158864 w 274934"/>
              <a:gd name="connsiteY3" fmla="*/ 0 h 287724"/>
              <a:gd name="connsiteX4" fmla="*/ 0 w 274934"/>
              <a:gd name="connsiteY4" fmla="*/ 5375 h 2877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4934" h="287724">
                <a:moveTo>
                  <a:pt x="0" y="5375"/>
                </a:moveTo>
                <a:lnTo>
                  <a:pt x="274934" y="287724"/>
                </a:lnTo>
                <a:lnTo>
                  <a:pt x="270171" y="118179"/>
                </a:lnTo>
                <a:lnTo>
                  <a:pt x="158864" y="0"/>
                </a:lnTo>
                <a:lnTo>
                  <a:pt x="0" y="5375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31" name="Freeform: Shape 230">
            <a:extLst>
              <a:ext uri="{FF2B5EF4-FFF2-40B4-BE49-F238E27FC236}">
                <a16:creationId xmlns:a16="http://schemas.microsoft.com/office/drawing/2014/main" id="{95724AE5-F1ED-9EBB-8E26-969E54662966}"/>
              </a:ext>
            </a:extLst>
          </p:cNvPr>
          <p:cNvSpPr/>
          <p:nvPr/>
        </p:nvSpPr>
        <p:spPr>
          <a:xfrm>
            <a:off x="5799995" y="1077850"/>
            <a:ext cx="2009775" cy="647700"/>
          </a:xfrm>
          <a:custGeom>
            <a:avLst/>
            <a:gdLst>
              <a:gd name="connsiteX0" fmla="*/ 2009775 w 2009775"/>
              <a:gd name="connsiteY0" fmla="*/ 0 h 647700"/>
              <a:gd name="connsiteX1" fmla="*/ 1266825 w 2009775"/>
              <a:gd name="connsiteY1" fmla="*/ 133350 h 647700"/>
              <a:gd name="connsiteX2" fmla="*/ 609600 w 2009775"/>
              <a:gd name="connsiteY2" fmla="*/ 542925 h 647700"/>
              <a:gd name="connsiteX3" fmla="*/ 0 w 2009775"/>
              <a:gd name="connsiteY3" fmla="*/ 647700 h 6477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009775" h="647700">
                <a:moveTo>
                  <a:pt x="2009775" y="0"/>
                </a:moveTo>
                <a:cubicBezTo>
                  <a:pt x="1754981" y="21431"/>
                  <a:pt x="1500187" y="42863"/>
                  <a:pt x="1266825" y="133350"/>
                </a:cubicBezTo>
                <a:cubicBezTo>
                  <a:pt x="1033463" y="223837"/>
                  <a:pt x="820737" y="457200"/>
                  <a:pt x="609600" y="542925"/>
                </a:cubicBezTo>
                <a:cubicBezTo>
                  <a:pt x="398462" y="628650"/>
                  <a:pt x="199231" y="638175"/>
                  <a:pt x="0" y="647700"/>
                </a:cubicBezTo>
              </a:path>
            </a:pathLst>
          </a:custGeom>
          <a:noFill/>
          <a:ln>
            <a:solidFill>
              <a:schemeClr val="accent6">
                <a:lumMod val="75000"/>
              </a:schemeClr>
            </a:solidFill>
            <a:headEnd type="triangl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grpSp>
        <p:nvGrpSpPr>
          <p:cNvPr id="252" name="Group 251">
            <a:extLst>
              <a:ext uri="{FF2B5EF4-FFF2-40B4-BE49-F238E27FC236}">
                <a16:creationId xmlns:a16="http://schemas.microsoft.com/office/drawing/2014/main" id="{62F61202-78CB-C4A6-0176-7A3EF26D6F1C}"/>
              </a:ext>
            </a:extLst>
          </p:cNvPr>
          <p:cNvGrpSpPr/>
          <p:nvPr/>
        </p:nvGrpSpPr>
        <p:grpSpPr>
          <a:xfrm>
            <a:off x="4589288" y="1373398"/>
            <a:ext cx="480439" cy="635200"/>
            <a:chOff x="6238875" y="2481185"/>
            <a:chExt cx="480439" cy="635200"/>
          </a:xfrm>
        </p:grpSpPr>
        <p:pic>
          <p:nvPicPr>
            <p:cNvPr id="232" name="Picture 231">
              <a:extLst>
                <a:ext uri="{FF2B5EF4-FFF2-40B4-BE49-F238E27FC236}">
                  <a16:creationId xmlns:a16="http://schemas.microsoft.com/office/drawing/2014/main" id="{B0ABEF3D-32DA-646E-F2E9-569AD80E38BC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duotone>
                <a:prstClr val="black"/>
                <a:schemeClr val="accent4">
                  <a:tint val="45000"/>
                  <a:satMod val="400000"/>
                </a:schemeClr>
              </a:duotone>
            </a:blip>
            <a:stretch>
              <a:fillRect/>
            </a:stretch>
          </p:blipFill>
          <p:spPr>
            <a:xfrm>
              <a:off x="6238875" y="2490456"/>
              <a:ext cx="475706" cy="625929"/>
            </a:xfrm>
            <a:prstGeom prst="rect">
              <a:avLst/>
            </a:prstGeom>
          </p:spPr>
        </p:pic>
        <p:sp>
          <p:nvSpPr>
            <p:cNvPr id="233" name="Freeform: Shape 232">
              <a:extLst>
                <a:ext uri="{FF2B5EF4-FFF2-40B4-BE49-F238E27FC236}">
                  <a16:creationId xmlns:a16="http://schemas.microsoft.com/office/drawing/2014/main" id="{474BDE1C-CB09-47E5-AD01-C9D7D64F5E20}"/>
                </a:ext>
              </a:extLst>
            </p:cNvPr>
            <p:cNvSpPr/>
            <p:nvPr/>
          </p:nvSpPr>
          <p:spPr>
            <a:xfrm>
              <a:off x="6444380" y="2481185"/>
              <a:ext cx="274934" cy="287724"/>
            </a:xfrm>
            <a:custGeom>
              <a:avLst/>
              <a:gdLst>
                <a:gd name="connsiteX0" fmla="*/ 0 w 267789"/>
                <a:gd name="connsiteY0" fmla="*/ 0 h 277586"/>
                <a:gd name="connsiteX1" fmla="*/ 267789 w 267789"/>
                <a:gd name="connsiteY1" fmla="*/ 277586 h 277586"/>
                <a:gd name="connsiteX2" fmla="*/ 267789 w 267789"/>
                <a:gd name="connsiteY2" fmla="*/ 117566 h 277586"/>
                <a:gd name="connsiteX3" fmla="*/ 146957 w 267789"/>
                <a:gd name="connsiteY3" fmla="*/ 6531 h 277586"/>
                <a:gd name="connsiteX4" fmla="*/ 0 w 267789"/>
                <a:gd name="connsiteY4" fmla="*/ 0 h 277586"/>
                <a:gd name="connsiteX0" fmla="*/ 0 w 267789"/>
                <a:gd name="connsiteY0" fmla="*/ 613 h 278199"/>
                <a:gd name="connsiteX1" fmla="*/ 267789 w 267789"/>
                <a:gd name="connsiteY1" fmla="*/ 278199 h 278199"/>
                <a:gd name="connsiteX2" fmla="*/ 267789 w 267789"/>
                <a:gd name="connsiteY2" fmla="*/ 118179 h 278199"/>
                <a:gd name="connsiteX3" fmla="*/ 156482 w 267789"/>
                <a:gd name="connsiteY3" fmla="*/ 0 h 278199"/>
                <a:gd name="connsiteX4" fmla="*/ 0 w 267789"/>
                <a:gd name="connsiteY4" fmla="*/ 613 h 278199"/>
                <a:gd name="connsiteX0" fmla="*/ 0 w 270171"/>
                <a:gd name="connsiteY0" fmla="*/ 5375 h 278199"/>
                <a:gd name="connsiteX1" fmla="*/ 270171 w 270171"/>
                <a:gd name="connsiteY1" fmla="*/ 278199 h 278199"/>
                <a:gd name="connsiteX2" fmla="*/ 270171 w 270171"/>
                <a:gd name="connsiteY2" fmla="*/ 118179 h 278199"/>
                <a:gd name="connsiteX3" fmla="*/ 158864 w 270171"/>
                <a:gd name="connsiteY3" fmla="*/ 0 h 278199"/>
                <a:gd name="connsiteX4" fmla="*/ 0 w 270171"/>
                <a:gd name="connsiteY4" fmla="*/ 5375 h 278199"/>
                <a:gd name="connsiteX0" fmla="*/ 0 w 270171"/>
                <a:gd name="connsiteY0" fmla="*/ 5375 h 266292"/>
                <a:gd name="connsiteX1" fmla="*/ 263028 w 270171"/>
                <a:gd name="connsiteY1" fmla="*/ 266292 h 266292"/>
                <a:gd name="connsiteX2" fmla="*/ 270171 w 270171"/>
                <a:gd name="connsiteY2" fmla="*/ 118179 h 266292"/>
                <a:gd name="connsiteX3" fmla="*/ 158864 w 270171"/>
                <a:gd name="connsiteY3" fmla="*/ 0 h 266292"/>
                <a:gd name="connsiteX4" fmla="*/ 0 w 270171"/>
                <a:gd name="connsiteY4" fmla="*/ 5375 h 266292"/>
                <a:gd name="connsiteX0" fmla="*/ 0 w 274934"/>
                <a:gd name="connsiteY0" fmla="*/ 5375 h 287724"/>
                <a:gd name="connsiteX1" fmla="*/ 274934 w 274934"/>
                <a:gd name="connsiteY1" fmla="*/ 287724 h 287724"/>
                <a:gd name="connsiteX2" fmla="*/ 270171 w 274934"/>
                <a:gd name="connsiteY2" fmla="*/ 118179 h 287724"/>
                <a:gd name="connsiteX3" fmla="*/ 158864 w 274934"/>
                <a:gd name="connsiteY3" fmla="*/ 0 h 287724"/>
                <a:gd name="connsiteX4" fmla="*/ 0 w 274934"/>
                <a:gd name="connsiteY4" fmla="*/ 5375 h 2877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74934" h="287724">
                  <a:moveTo>
                    <a:pt x="0" y="5375"/>
                  </a:moveTo>
                  <a:lnTo>
                    <a:pt x="274934" y="287724"/>
                  </a:lnTo>
                  <a:lnTo>
                    <a:pt x="270171" y="118179"/>
                  </a:lnTo>
                  <a:lnTo>
                    <a:pt x="158864" y="0"/>
                  </a:lnTo>
                  <a:lnTo>
                    <a:pt x="0" y="5375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09FA9617-4B7E-C17F-E050-9EB76F2F173A}"/>
              </a:ext>
            </a:extLst>
          </p:cNvPr>
          <p:cNvGrpSpPr/>
          <p:nvPr/>
        </p:nvGrpSpPr>
        <p:grpSpPr>
          <a:xfrm>
            <a:off x="4975127" y="1161045"/>
            <a:ext cx="821464" cy="913071"/>
            <a:chOff x="8941274" y="4193447"/>
            <a:chExt cx="821464" cy="913071"/>
          </a:xfrm>
        </p:grpSpPr>
        <p:sp>
          <p:nvSpPr>
            <p:cNvPr id="18" name="Rectangle: Rounded Corners 17">
              <a:extLst>
                <a:ext uri="{FF2B5EF4-FFF2-40B4-BE49-F238E27FC236}">
                  <a16:creationId xmlns:a16="http://schemas.microsoft.com/office/drawing/2014/main" id="{4FFEC6EB-FE54-8776-1735-91370BA9E4E1}"/>
                </a:ext>
              </a:extLst>
            </p:cNvPr>
            <p:cNvSpPr/>
            <p:nvPr/>
          </p:nvSpPr>
          <p:spPr>
            <a:xfrm>
              <a:off x="9037553" y="4455376"/>
              <a:ext cx="628907" cy="628907"/>
            </a:xfrm>
            <a:prstGeom prst="roundRect">
              <a:avLst>
                <a:gd name="adj" fmla="val 8678"/>
              </a:avLst>
            </a:prstGeom>
            <a:solidFill>
              <a:schemeClr val="bg1"/>
            </a:solidFill>
            <a:ln w="28575">
              <a:solidFill>
                <a:srgbClr val="3963DA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srgbClr val="3963DA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1CFC4639-3353-2433-6ED8-8CF739F32962}"/>
                </a:ext>
              </a:extLst>
            </p:cNvPr>
            <p:cNvSpPr txBox="1"/>
            <p:nvPr/>
          </p:nvSpPr>
          <p:spPr>
            <a:xfrm>
              <a:off x="8941274" y="4644853"/>
              <a:ext cx="821464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3963DA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Global Broker</a:t>
              </a:r>
            </a:p>
          </p:txBody>
        </p:sp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5E592A05-5527-24C2-B868-39EB503BB1D0}"/>
                </a:ext>
              </a:extLst>
            </p:cNvPr>
            <p:cNvGrpSpPr/>
            <p:nvPr/>
          </p:nvGrpSpPr>
          <p:grpSpPr>
            <a:xfrm>
              <a:off x="9094796" y="4193447"/>
              <a:ext cx="514420" cy="523858"/>
              <a:chOff x="6520709" y="4021299"/>
              <a:chExt cx="664522" cy="676715"/>
            </a:xfrm>
          </p:grpSpPr>
          <p:pic>
            <p:nvPicPr>
              <p:cNvPr id="21" name="Picture 20">
                <a:extLst>
                  <a:ext uri="{FF2B5EF4-FFF2-40B4-BE49-F238E27FC236}">
                    <a16:creationId xmlns:a16="http://schemas.microsoft.com/office/drawing/2014/main" id="{23A58939-0196-11D2-B925-F355245F807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6520709" y="4021299"/>
                <a:ext cx="664522" cy="676715"/>
              </a:xfrm>
              <a:prstGeom prst="rect">
                <a:avLst/>
              </a:prstGeom>
            </p:spPr>
          </p:pic>
          <p:sp>
            <p:nvSpPr>
              <p:cNvPr id="22" name="Oval 21">
                <a:extLst>
                  <a:ext uri="{FF2B5EF4-FFF2-40B4-BE49-F238E27FC236}">
                    <a16:creationId xmlns:a16="http://schemas.microsoft.com/office/drawing/2014/main" id="{B47FEDF5-9BAF-556B-DB8F-B854DCA46FE8}"/>
                  </a:ext>
                </a:extLst>
              </p:cNvPr>
              <p:cNvSpPr/>
              <p:nvPr/>
            </p:nvSpPr>
            <p:spPr>
              <a:xfrm>
                <a:off x="6610176" y="4113239"/>
                <a:ext cx="485588" cy="485586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pic>
            <p:nvPicPr>
              <p:cNvPr id="25" name="Picture 24">
                <a:extLst>
                  <a:ext uri="{FF2B5EF4-FFF2-40B4-BE49-F238E27FC236}">
                    <a16:creationId xmlns:a16="http://schemas.microsoft.com/office/drawing/2014/main" id="{2A53A0AC-105D-E6A7-D0B1-3F13C4A8F59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6647343" y="4147676"/>
                <a:ext cx="424360" cy="387637"/>
              </a:xfrm>
              <a:prstGeom prst="rect">
                <a:avLst/>
              </a:prstGeom>
            </p:spPr>
          </p:pic>
        </p:grpSp>
      </p:grpSp>
      <p:grpSp>
        <p:nvGrpSpPr>
          <p:cNvPr id="253" name="Group 252">
            <a:extLst>
              <a:ext uri="{FF2B5EF4-FFF2-40B4-BE49-F238E27FC236}">
                <a16:creationId xmlns:a16="http://schemas.microsoft.com/office/drawing/2014/main" id="{76EF65F7-9A7A-A235-F355-9C3697AC985E}"/>
              </a:ext>
            </a:extLst>
          </p:cNvPr>
          <p:cNvGrpSpPr/>
          <p:nvPr/>
        </p:nvGrpSpPr>
        <p:grpSpPr>
          <a:xfrm>
            <a:off x="10947801" y="1843283"/>
            <a:ext cx="970364" cy="1164438"/>
            <a:chOff x="10835927" y="2405227"/>
            <a:chExt cx="970364" cy="1164438"/>
          </a:xfrm>
        </p:grpSpPr>
        <p:pic>
          <p:nvPicPr>
            <p:cNvPr id="254" name="Picture 253">
              <a:extLst>
                <a:ext uri="{FF2B5EF4-FFF2-40B4-BE49-F238E27FC236}">
                  <a16:creationId xmlns:a16="http://schemas.microsoft.com/office/drawing/2014/main" id="{2F37B9C5-B767-CB1F-AF2C-FC826EFE02B5}"/>
                </a:ext>
              </a:extLst>
            </p:cNvPr>
            <p:cNvPicPr>
              <a:picLocks noChangeAspect="1"/>
            </p:cNvPicPr>
            <p:nvPr/>
          </p:nvPicPr>
          <p:blipFill>
            <a:blip r:embed="rId17"/>
            <a:stretch>
              <a:fillRect/>
            </a:stretch>
          </p:blipFill>
          <p:spPr>
            <a:xfrm>
              <a:off x="10835927" y="2405227"/>
              <a:ext cx="970364" cy="1164438"/>
            </a:xfrm>
            <a:prstGeom prst="rect">
              <a:avLst/>
            </a:prstGeom>
          </p:spPr>
        </p:pic>
        <p:pic>
          <p:nvPicPr>
            <p:cNvPr id="255" name="Picture 254" descr="Space4Water Portal">
              <a:extLst>
                <a:ext uri="{FF2B5EF4-FFF2-40B4-BE49-F238E27FC236}">
                  <a16:creationId xmlns:a16="http://schemas.microsoft.com/office/drawing/2014/main" id="{80926450-8D88-5EEF-D173-B377CDE30CD7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1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555" t="31422" r="63711" b="36133"/>
            <a:stretch/>
          </p:blipFill>
          <p:spPr bwMode="auto">
            <a:xfrm rot="21430420">
              <a:off x="11363402" y="3178637"/>
              <a:ext cx="143756" cy="15176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256" name="Freeform: Shape 255">
            <a:extLst>
              <a:ext uri="{FF2B5EF4-FFF2-40B4-BE49-F238E27FC236}">
                <a16:creationId xmlns:a16="http://schemas.microsoft.com/office/drawing/2014/main" id="{A9B8A92B-5EF5-C43F-F7C3-480847DF30F2}"/>
              </a:ext>
            </a:extLst>
          </p:cNvPr>
          <p:cNvSpPr/>
          <p:nvPr/>
        </p:nvSpPr>
        <p:spPr>
          <a:xfrm>
            <a:off x="5831840" y="1930400"/>
            <a:ext cx="5140960" cy="629920"/>
          </a:xfrm>
          <a:custGeom>
            <a:avLst/>
            <a:gdLst>
              <a:gd name="connsiteX0" fmla="*/ 5140960 w 5140960"/>
              <a:gd name="connsiteY0" fmla="*/ 629920 h 629920"/>
              <a:gd name="connsiteX1" fmla="*/ 2794000 w 5140960"/>
              <a:gd name="connsiteY1" fmla="*/ 426720 h 629920"/>
              <a:gd name="connsiteX2" fmla="*/ 1076960 w 5140960"/>
              <a:gd name="connsiteY2" fmla="*/ 111760 h 629920"/>
              <a:gd name="connsiteX3" fmla="*/ 0 w 5140960"/>
              <a:gd name="connsiteY3" fmla="*/ 0 h 6299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140960" h="629920">
                <a:moveTo>
                  <a:pt x="5140960" y="629920"/>
                </a:moveTo>
                <a:cubicBezTo>
                  <a:pt x="4306146" y="571500"/>
                  <a:pt x="3471333" y="513080"/>
                  <a:pt x="2794000" y="426720"/>
                </a:cubicBezTo>
                <a:cubicBezTo>
                  <a:pt x="2116667" y="340360"/>
                  <a:pt x="1542627" y="182880"/>
                  <a:pt x="1076960" y="111760"/>
                </a:cubicBezTo>
                <a:cubicBezTo>
                  <a:pt x="611293" y="40640"/>
                  <a:pt x="305646" y="20320"/>
                  <a:pt x="0" y="0"/>
                </a:cubicBezTo>
              </a:path>
            </a:pathLst>
          </a:custGeom>
          <a:noFill/>
          <a:ln>
            <a:solidFill>
              <a:schemeClr val="accent6">
                <a:lumMod val="75000"/>
              </a:schemeClr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pic>
        <p:nvPicPr>
          <p:cNvPr id="257" name="Picture 256">
            <a:extLst>
              <a:ext uri="{FF2B5EF4-FFF2-40B4-BE49-F238E27FC236}">
                <a16:creationId xmlns:a16="http://schemas.microsoft.com/office/drawing/2014/main" id="{07C19092-28DD-904E-D73C-7D2A1449534E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10735939" y="2964271"/>
            <a:ext cx="304828" cy="401292"/>
          </a:xfrm>
          <a:prstGeom prst="rect">
            <a:avLst/>
          </a:prstGeom>
        </p:spPr>
      </p:pic>
      <p:pic>
        <p:nvPicPr>
          <p:cNvPr id="258" name="Picture 257">
            <a:extLst>
              <a:ext uri="{FF2B5EF4-FFF2-40B4-BE49-F238E27FC236}">
                <a16:creationId xmlns:a16="http://schemas.microsoft.com/office/drawing/2014/main" id="{8637E6B5-6C76-20C6-5D14-390A6689A29B}"/>
              </a:ext>
            </a:extLst>
      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11081771" y="2995804"/>
            <a:ext cx="1048256" cy="351863"/>
          </a:xfrm>
          <a:prstGeom prst="rect">
            <a:avLst/>
          </a:prstGeom>
        </p:spPr>
      </p:pic>
      <p:sp>
        <p:nvSpPr>
          <p:cNvPr id="259" name="Freeform: Shape 258">
            <a:extLst>
              <a:ext uri="{FF2B5EF4-FFF2-40B4-BE49-F238E27FC236}">
                <a16:creationId xmlns:a16="http://schemas.microsoft.com/office/drawing/2014/main" id="{C254D327-9EC7-DD53-BEE0-005B5909225F}"/>
              </a:ext>
            </a:extLst>
          </p:cNvPr>
          <p:cNvSpPr/>
          <p:nvPr/>
        </p:nvSpPr>
        <p:spPr>
          <a:xfrm>
            <a:off x="8372475" y="1581150"/>
            <a:ext cx="2581275" cy="876300"/>
          </a:xfrm>
          <a:custGeom>
            <a:avLst/>
            <a:gdLst>
              <a:gd name="connsiteX0" fmla="*/ 2581275 w 2581275"/>
              <a:gd name="connsiteY0" fmla="*/ 876300 h 876300"/>
              <a:gd name="connsiteX1" fmla="*/ 1343025 w 2581275"/>
              <a:gd name="connsiteY1" fmla="*/ 695325 h 876300"/>
              <a:gd name="connsiteX2" fmla="*/ 0 w 2581275"/>
              <a:gd name="connsiteY2" fmla="*/ 0 h 876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581275" h="876300">
                <a:moveTo>
                  <a:pt x="2581275" y="876300"/>
                </a:moveTo>
                <a:cubicBezTo>
                  <a:pt x="2177256" y="858837"/>
                  <a:pt x="1773237" y="841375"/>
                  <a:pt x="1343025" y="695325"/>
                </a:cubicBezTo>
                <a:cubicBezTo>
                  <a:pt x="912812" y="549275"/>
                  <a:pt x="456406" y="274637"/>
                  <a:pt x="0" y="0"/>
                </a:cubicBezTo>
              </a:path>
            </a:pathLst>
          </a:custGeom>
          <a:noFill/>
          <a:ln>
            <a:solidFill>
              <a:schemeClr val="accent2">
                <a:lumMod val="75000"/>
              </a:schemeClr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060889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2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2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2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6" grpId="0" animBg="1"/>
      <p:bldP spid="259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C46048-AE31-7FF7-F200-83196993CF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9" name="Group 228">
            <a:extLst>
              <a:ext uri="{FF2B5EF4-FFF2-40B4-BE49-F238E27FC236}">
                <a16:creationId xmlns:a16="http://schemas.microsoft.com/office/drawing/2014/main" id="{7072284D-2FB9-245D-FE95-DC28144BE305}"/>
              </a:ext>
            </a:extLst>
          </p:cNvPr>
          <p:cNvGrpSpPr/>
          <p:nvPr/>
        </p:nvGrpSpPr>
        <p:grpSpPr>
          <a:xfrm>
            <a:off x="1715333" y="622374"/>
            <a:ext cx="1850457" cy="672547"/>
            <a:chOff x="1715333" y="622374"/>
            <a:chExt cx="1850457" cy="672547"/>
          </a:xfrm>
        </p:grpSpPr>
        <p:cxnSp>
          <p:nvCxnSpPr>
            <p:cNvPr id="215" name="Straight Connector 214">
              <a:extLst>
                <a:ext uri="{FF2B5EF4-FFF2-40B4-BE49-F238E27FC236}">
                  <a16:creationId xmlns:a16="http://schemas.microsoft.com/office/drawing/2014/main" id="{690F28F8-E74F-83DE-3C27-C9FF0A7B41FA}"/>
                </a:ext>
              </a:extLst>
            </p:cNvPr>
            <p:cNvCxnSpPr/>
            <p:nvPr/>
          </p:nvCxnSpPr>
          <p:spPr>
            <a:xfrm>
              <a:off x="1715333" y="622374"/>
              <a:ext cx="0" cy="661357"/>
            </a:xfrm>
            <a:prstGeom prst="line">
              <a:avLst/>
            </a:prstGeom>
            <a:ln w="12700">
              <a:solidFill>
                <a:schemeClr val="tx1"/>
              </a:solidFill>
              <a:prstDash val="sysDot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6" name="Straight Connector 215">
              <a:extLst>
                <a:ext uri="{FF2B5EF4-FFF2-40B4-BE49-F238E27FC236}">
                  <a16:creationId xmlns:a16="http://schemas.microsoft.com/office/drawing/2014/main" id="{7F6A298F-3980-29EF-9A37-691D4AB64E85}"/>
                </a:ext>
              </a:extLst>
            </p:cNvPr>
            <p:cNvCxnSpPr/>
            <p:nvPr/>
          </p:nvCxnSpPr>
          <p:spPr>
            <a:xfrm>
              <a:off x="2341276" y="622375"/>
              <a:ext cx="0" cy="661357"/>
            </a:xfrm>
            <a:prstGeom prst="line">
              <a:avLst/>
            </a:prstGeom>
            <a:ln w="12700">
              <a:solidFill>
                <a:schemeClr val="tx1"/>
              </a:solidFill>
              <a:prstDash val="sysDot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7" name="Straight Connector 216">
              <a:extLst>
                <a:ext uri="{FF2B5EF4-FFF2-40B4-BE49-F238E27FC236}">
                  <a16:creationId xmlns:a16="http://schemas.microsoft.com/office/drawing/2014/main" id="{BAA1DE7C-6EFE-E53B-7D9C-89A471E61C59}"/>
                </a:ext>
              </a:extLst>
            </p:cNvPr>
            <p:cNvCxnSpPr/>
            <p:nvPr/>
          </p:nvCxnSpPr>
          <p:spPr>
            <a:xfrm>
              <a:off x="2956921" y="633564"/>
              <a:ext cx="0" cy="661357"/>
            </a:xfrm>
            <a:prstGeom prst="line">
              <a:avLst/>
            </a:prstGeom>
            <a:ln w="12700">
              <a:solidFill>
                <a:schemeClr val="tx1"/>
              </a:solidFill>
              <a:prstDash val="sysDot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9" name="Straight Connector 218">
              <a:extLst>
                <a:ext uri="{FF2B5EF4-FFF2-40B4-BE49-F238E27FC236}">
                  <a16:creationId xmlns:a16="http://schemas.microsoft.com/office/drawing/2014/main" id="{E08D5168-8A4F-A1CD-EF49-3B16BE8A7261}"/>
                </a:ext>
              </a:extLst>
            </p:cNvPr>
            <p:cNvCxnSpPr/>
            <p:nvPr/>
          </p:nvCxnSpPr>
          <p:spPr>
            <a:xfrm>
              <a:off x="3565790" y="626521"/>
              <a:ext cx="0" cy="661357"/>
            </a:xfrm>
            <a:prstGeom prst="line">
              <a:avLst/>
            </a:prstGeom>
            <a:ln w="12700">
              <a:solidFill>
                <a:schemeClr val="tx1"/>
              </a:solidFill>
              <a:prstDash val="sysDot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222" name="Picture 221">
            <a:extLst>
              <a:ext uri="{FF2B5EF4-FFF2-40B4-BE49-F238E27FC236}">
                <a16:creationId xmlns:a16="http://schemas.microsoft.com/office/drawing/2014/main" id="{1C986589-F21B-CEC6-B748-F4C2BFBE2D5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418180"/>
            <a:ext cx="5197907" cy="1439820"/>
          </a:xfrm>
          <a:prstGeom prst="rect">
            <a:avLst/>
          </a:prstGeom>
        </p:spPr>
      </p:pic>
      <p:grpSp>
        <p:nvGrpSpPr>
          <p:cNvPr id="13" name="Group 12">
            <a:extLst>
              <a:ext uri="{FF2B5EF4-FFF2-40B4-BE49-F238E27FC236}">
                <a16:creationId xmlns:a16="http://schemas.microsoft.com/office/drawing/2014/main" id="{5CF87373-7F35-89F9-B23B-3D4EBB199292}"/>
              </a:ext>
            </a:extLst>
          </p:cNvPr>
          <p:cNvGrpSpPr/>
          <p:nvPr/>
        </p:nvGrpSpPr>
        <p:grpSpPr>
          <a:xfrm>
            <a:off x="2588900" y="323658"/>
            <a:ext cx="8879200" cy="6210684"/>
            <a:chOff x="1942544" y="1301750"/>
            <a:chExt cx="6082512" cy="4254500"/>
          </a:xfrm>
        </p:grpSpPr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A6D38312-E067-98C8-E9A2-7286EBE68EDA}"/>
                </a:ext>
              </a:extLst>
            </p:cNvPr>
            <p:cNvGrpSpPr/>
            <p:nvPr/>
          </p:nvGrpSpPr>
          <p:grpSpPr>
            <a:xfrm>
              <a:off x="1942544" y="1301750"/>
              <a:ext cx="6082512" cy="4254500"/>
              <a:chOff x="1942544" y="1301750"/>
              <a:chExt cx="6082512" cy="4254500"/>
            </a:xfrm>
          </p:grpSpPr>
          <p:sp>
            <p:nvSpPr>
              <p:cNvPr id="7" name="Cloud 6">
                <a:extLst>
                  <a:ext uri="{FF2B5EF4-FFF2-40B4-BE49-F238E27FC236}">
                    <a16:creationId xmlns:a16="http://schemas.microsoft.com/office/drawing/2014/main" id="{65FA352B-8ABA-0614-4B76-DE4DEFA30538}"/>
                  </a:ext>
                </a:extLst>
              </p:cNvPr>
              <p:cNvSpPr/>
              <p:nvPr/>
            </p:nvSpPr>
            <p:spPr>
              <a:xfrm rot="401311">
                <a:off x="1948500" y="1301750"/>
                <a:ext cx="6070600" cy="4254500"/>
              </a:xfrm>
              <a:prstGeom prst="cloud">
                <a:avLst/>
              </a:prstGeom>
              <a:solidFill>
                <a:schemeClr val="bg1"/>
              </a:solidFill>
              <a:ln w="38100">
                <a:solidFill>
                  <a:schemeClr val="bg1">
                    <a:lumMod val="75000"/>
                  </a:schemeClr>
                </a:solidFill>
                <a:prstDash val="sysDash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8" name="Cloud 7">
                <a:extLst>
                  <a:ext uri="{FF2B5EF4-FFF2-40B4-BE49-F238E27FC236}">
                    <a16:creationId xmlns:a16="http://schemas.microsoft.com/office/drawing/2014/main" id="{2C72C4D3-2550-3852-B5B2-CDA18174D4F4}"/>
                  </a:ext>
                </a:extLst>
              </p:cNvPr>
              <p:cNvSpPr/>
              <p:nvPr/>
            </p:nvSpPr>
            <p:spPr>
              <a:xfrm rot="401311">
                <a:off x="1942544" y="1382575"/>
                <a:ext cx="6082512" cy="4118248"/>
              </a:xfrm>
              <a:prstGeom prst="cloud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</p:grp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0FA5E59F-6F4E-ACC5-96AF-8EC50A28ABB3}"/>
                </a:ext>
              </a:extLst>
            </p:cNvPr>
            <p:cNvCxnSpPr>
              <a:cxnSpLocks/>
            </p:cNvCxnSpPr>
            <p:nvPr/>
          </p:nvCxnSpPr>
          <p:spPr>
            <a:xfrm>
              <a:off x="2133600" y="3429000"/>
              <a:ext cx="5867400" cy="0"/>
            </a:xfrm>
            <a:prstGeom prst="line">
              <a:avLst/>
            </a:prstGeom>
            <a:solidFill>
              <a:schemeClr val="bg1"/>
            </a:solidFill>
            <a:ln w="38100">
              <a:solidFill>
                <a:schemeClr val="bg1">
                  <a:lumMod val="75000"/>
                </a:schemeClr>
              </a:solidFill>
              <a:prstDash val="sys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sp>
        <p:nvSpPr>
          <p:cNvPr id="14" name="TextBox 13">
            <a:extLst>
              <a:ext uri="{FF2B5EF4-FFF2-40B4-BE49-F238E27FC236}">
                <a16:creationId xmlns:a16="http://schemas.microsoft.com/office/drawing/2014/main" id="{9AC36882-B5A5-2376-C574-D0087835D97B}"/>
              </a:ext>
            </a:extLst>
          </p:cNvPr>
          <p:cNvSpPr txBox="1"/>
          <p:nvPr/>
        </p:nvSpPr>
        <p:spPr>
          <a:xfrm>
            <a:off x="6238875" y="314003"/>
            <a:ext cx="818636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WIS2</a:t>
            </a:r>
          </a:p>
        </p:txBody>
      </p:sp>
      <p:grpSp>
        <p:nvGrpSpPr>
          <p:cNvPr id="225" name="Group 224">
            <a:extLst>
              <a:ext uri="{FF2B5EF4-FFF2-40B4-BE49-F238E27FC236}">
                <a16:creationId xmlns:a16="http://schemas.microsoft.com/office/drawing/2014/main" id="{3402428C-CB92-13F5-DF0F-5559AF9345DF}"/>
              </a:ext>
            </a:extLst>
          </p:cNvPr>
          <p:cNvGrpSpPr/>
          <p:nvPr/>
        </p:nvGrpSpPr>
        <p:grpSpPr>
          <a:xfrm>
            <a:off x="350689" y="4160355"/>
            <a:ext cx="466050" cy="669682"/>
            <a:chOff x="1159011" y="4934512"/>
            <a:chExt cx="466050" cy="669682"/>
          </a:xfrm>
        </p:grpSpPr>
        <p:sp>
          <p:nvSpPr>
            <p:cNvPr id="224" name="Rectangle: Rounded Corners 223">
              <a:extLst>
                <a:ext uri="{FF2B5EF4-FFF2-40B4-BE49-F238E27FC236}">
                  <a16:creationId xmlns:a16="http://schemas.microsoft.com/office/drawing/2014/main" id="{AC0B04F7-9C83-B3C8-5734-080084866D98}"/>
                </a:ext>
              </a:extLst>
            </p:cNvPr>
            <p:cNvSpPr/>
            <p:nvPr/>
          </p:nvSpPr>
          <p:spPr>
            <a:xfrm>
              <a:off x="1159011" y="4934512"/>
              <a:ext cx="466050" cy="669682"/>
            </a:xfrm>
            <a:prstGeom prst="roundRect">
              <a:avLst>
                <a:gd name="adj" fmla="val 8535"/>
              </a:avLst>
            </a:prstGeom>
            <a:solidFill>
              <a:schemeClr val="bg1"/>
            </a:solidFill>
            <a:ln w="12700">
              <a:prstDash val="sys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218" name="Rectangle 217">
              <a:extLst>
                <a:ext uri="{FF2B5EF4-FFF2-40B4-BE49-F238E27FC236}">
                  <a16:creationId xmlns:a16="http://schemas.microsoft.com/office/drawing/2014/main" id="{CD6F8A1D-0DCE-B6B9-2D7A-271BD3AB467B}"/>
                </a:ext>
              </a:extLst>
            </p:cNvPr>
            <p:cNvSpPr/>
            <p:nvPr/>
          </p:nvSpPr>
          <p:spPr>
            <a:xfrm>
              <a:off x="1307134" y="5356687"/>
              <a:ext cx="169804" cy="169804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A</a:t>
              </a:r>
            </a:p>
          </p:txBody>
        </p:sp>
        <p:pic>
          <p:nvPicPr>
            <p:cNvPr id="223" name="Picture 222" descr="A black and white symbol&#10;&#10;Description automatically generated">
              <a:extLst>
                <a:ext uri="{FF2B5EF4-FFF2-40B4-BE49-F238E27FC236}">
                  <a16:creationId xmlns:a16="http://schemas.microsoft.com/office/drawing/2014/main" id="{5B3CB14A-EC06-3227-364B-813FDA99AD12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216187" y="4970684"/>
              <a:ext cx="351698" cy="351696"/>
            </a:xfrm>
            <a:prstGeom prst="rect">
              <a:avLst/>
            </a:prstGeom>
          </p:spPr>
        </p:pic>
      </p:grpSp>
      <p:grpSp>
        <p:nvGrpSpPr>
          <p:cNvPr id="234" name="Group 233">
            <a:extLst>
              <a:ext uri="{FF2B5EF4-FFF2-40B4-BE49-F238E27FC236}">
                <a16:creationId xmlns:a16="http://schemas.microsoft.com/office/drawing/2014/main" id="{BB54A14F-8BC4-89F0-8B06-BF2DEE16482D}"/>
              </a:ext>
            </a:extLst>
          </p:cNvPr>
          <p:cNvGrpSpPr/>
          <p:nvPr/>
        </p:nvGrpSpPr>
        <p:grpSpPr>
          <a:xfrm>
            <a:off x="858066" y="4163562"/>
            <a:ext cx="466050" cy="669682"/>
            <a:chOff x="1159011" y="4934512"/>
            <a:chExt cx="466050" cy="669682"/>
          </a:xfrm>
        </p:grpSpPr>
        <p:sp>
          <p:nvSpPr>
            <p:cNvPr id="235" name="Rectangle: Rounded Corners 234">
              <a:extLst>
                <a:ext uri="{FF2B5EF4-FFF2-40B4-BE49-F238E27FC236}">
                  <a16:creationId xmlns:a16="http://schemas.microsoft.com/office/drawing/2014/main" id="{619187C9-28CC-0808-E5AC-3BA157A7D060}"/>
                </a:ext>
              </a:extLst>
            </p:cNvPr>
            <p:cNvSpPr/>
            <p:nvPr/>
          </p:nvSpPr>
          <p:spPr>
            <a:xfrm>
              <a:off x="1159011" y="4934512"/>
              <a:ext cx="466050" cy="669682"/>
            </a:xfrm>
            <a:prstGeom prst="roundRect">
              <a:avLst>
                <a:gd name="adj" fmla="val 8535"/>
              </a:avLst>
            </a:prstGeom>
            <a:solidFill>
              <a:schemeClr val="bg1"/>
            </a:solidFill>
            <a:ln w="12700">
              <a:prstDash val="sys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236" name="Rectangle 235">
              <a:extLst>
                <a:ext uri="{FF2B5EF4-FFF2-40B4-BE49-F238E27FC236}">
                  <a16:creationId xmlns:a16="http://schemas.microsoft.com/office/drawing/2014/main" id="{C91A5B53-0B55-17EE-98E2-F9D0232721B6}"/>
                </a:ext>
              </a:extLst>
            </p:cNvPr>
            <p:cNvSpPr/>
            <p:nvPr/>
          </p:nvSpPr>
          <p:spPr>
            <a:xfrm>
              <a:off x="1307134" y="5356687"/>
              <a:ext cx="169804" cy="169804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B</a:t>
              </a:r>
            </a:p>
          </p:txBody>
        </p:sp>
        <p:pic>
          <p:nvPicPr>
            <p:cNvPr id="237" name="Picture 236" descr="A black and white symbol&#10;&#10;Description automatically generated">
              <a:extLst>
                <a:ext uri="{FF2B5EF4-FFF2-40B4-BE49-F238E27FC236}">
                  <a16:creationId xmlns:a16="http://schemas.microsoft.com/office/drawing/2014/main" id="{6F2E76D4-9790-3EC2-9EA4-93D7BDF75B1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216187" y="4970684"/>
              <a:ext cx="351698" cy="351696"/>
            </a:xfrm>
            <a:prstGeom prst="rect">
              <a:avLst/>
            </a:prstGeom>
          </p:spPr>
        </p:pic>
      </p:grpSp>
      <p:grpSp>
        <p:nvGrpSpPr>
          <p:cNvPr id="238" name="Group 237">
            <a:extLst>
              <a:ext uri="{FF2B5EF4-FFF2-40B4-BE49-F238E27FC236}">
                <a16:creationId xmlns:a16="http://schemas.microsoft.com/office/drawing/2014/main" id="{B2E19609-5ED2-1613-FAD6-0C1D611050D3}"/>
              </a:ext>
            </a:extLst>
          </p:cNvPr>
          <p:cNvGrpSpPr/>
          <p:nvPr/>
        </p:nvGrpSpPr>
        <p:grpSpPr>
          <a:xfrm>
            <a:off x="856832" y="4869695"/>
            <a:ext cx="466050" cy="669682"/>
            <a:chOff x="1159011" y="4934512"/>
            <a:chExt cx="466050" cy="669682"/>
          </a:xfrm>
        </p:grpSpPr>
        <p:sp>
          <p:nvSpPr>
            <p:cNvPr id="239" name="Rectangle: Rounded Corners 238">
              <a:extLst>
                <a:ext uri="{FF2B5EF4-FFF2-40B4-BE49-F238E27FC236}">
                  <a16:creationId xmlns:a16="http://schemas.microsoft.com/office/drawing/2014/main" id="{2A7C9954-78E9-991D-7994-A17410836152}"/>
                </a:ext>
              </a:extLst>
            </p:cNvPr>
            <p:cNvSpPr/>
            <p:nvPr/>
          </p:nvSpPr>
          <p:spPr>
            <a:xfrm>
              <a:off x="1159011" y="4934512"/>
              <a:ext cx="466050" cy="669682"/>
            </a:xfrm>
            <a:prstGeom prst="roundRect">
              <a:avLst>
                <a:gd name="adj" fmla="val 8535"/>
              </a:avLst>
            </a:prstGeom>
            <a:solidFill>
              <a:schemeClr val="bg1"/>
            </a:solidFill>
            <a:ln w="12700">
              <a:prstDash val="sys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240" name="Rectangle 239">
              <a:extLst>
                <a:ext uri="{FF2B5EF4-FFF2-40B4-BE49-F238E27FC236}">
                  <a16:creationId xmlns:a16="http://schemas.microsoft.com/office/drawing/2014/main" id="{A98033E5-86D1-A2D5-F9C0-9E0686867A71}"/>
                </a:ext>
              </a:extLst>
            </p:cNvPr>
            <p:cNvSpPr/>
            <p:nvPr/>
          </p:nvSpPr>
          <p:spPr>
            <a:xfrm>
              <a:off x="1307134" y="5356687"/>
              <a:ext cx="169804" cy="169804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D</a:t>
              </a:r>
            </a:p>
          </p:txBody>
        </p:sp>
        <p:pic>
          <p:nvPicPr>
            <p:cNvPr id="241" name="Picture 240" descr="A black and white symbol&#10;&#10;Description automatically generated">
              <a:extLst>
                <a:ext uri="{FF2B5EF4-FFF2-40B4-BE49-F238E27FC236}">
                  <a16:creationId xmlns:a16="http://schemas.microsoft.com/office/drawing/2014/main" id="{3B266242-E00A-009C-D0C2-7262D6DBDBB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216187" y="4970684"/>
              <a:ext cx="351698" cy="351696"/>
            </a:xfrm>
            <a:prstGeom prst="rect">
              <a:avLst/>
            </a:prstGeom>
          </p:spPr>
        </p:pic>
      </p:grpSp>
      <p:grpSp>
        <p:nvGrpSpPr>
          <p:cNvPr id="242" name="Group 241">
            <a:extLst>
              <a:ext uri="{FF2B5EF4-FFF2-40B4-BE49-F238E27FC236}">
                <a16:creationId xmlns:a16="http://schemas.microsoft.com/office/drawing/2014/main" id="{AAD02AB1-45D5-B2A6-EF5F-C2910ED46774}"/>
              </a:ext>
            </a:extLst>
          </p:cNvPr>
          <p:cNvGrpSpPr/>
          <p:nvPr/>
        </p:nvGrpSpPr>
        <p:grpSpPr>
          <a:xfrm>
            <a:off x="349454" y="4869695"/>
            <a:ext cx="466050" cy="669682"/>
            <a:chOff x="1159011" y="4934512"/>
            <a:chExt cx="466050" cy="669682"/>
          </a:xfrm>
        </p:grpSpPr>
        <p:sp>
          <p:nvSpPr>
            <p:cNvPr id="243" name="Rectangle: Rounded Corners 242">
              <a:extLst>
                <a:ext uri="{FF2B5EF4-FFF2-40B4-BE49-F238E27FC236}">
                  <a16:creationId xmlns:a16="http://schemas.microsoft.com/office/drawing/2014/main" id="{5F4A6A49-95EA-3535-4E96-CBC1F72E02EB}"/>
                </a:ext>
              </a:extLst>
            </p:cNvPr>
            <p:cNvSpPr/>
            <p:nvPr/>
          </p:nvSpPr>
          <p:spPr>
            <a:xfrm>
              <a:off x="1159011" y="4934512"/>
              <a:ext cx="466050" cy="669682"/>
            </a:xfrm>
            <a:prstGeom prst="roundRect">
              <a:avLst>
                <a:gd name="adj" fmla="val 8535"/>
              </a:avLst>
            </a:prstGeom>
            <a:solidFill>
              <a:schemeClr val="bg1"/>
            </a:solidFill>
            <a:ln w="12700">
              <a:prstDash val="sys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244" name="Rectangle 243">
              <a:extLst>
                <a:ext uri="{FF2B5EF4-FFF2-40B4-BE49-F238E27FC236}">
                  <a16:creationId xmlns:a16="http://schemas.microsoft.com/office/drawing/2014/main" id="{3FCD5DE9-7AB1-E5AF-336C-B2007FDC3705}"/>
                </a:ext>
              </a:extLst>
            </p:cNvPr>
            <p:cNvSpPr/>
            <p:nvPr/>
          </p:nvSpPr>
          <p:spPr>
            <a:xfrm>
              <a:off x="1307134" y="5356687"/>
              <a:ext cx="169804" cy="169804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C</a:t>
              </a:r>
            </a:p>
          </p:txBody>
        </p:sp>
        <p:pic>
          <p:nvPicPr>
            <p:cNvPr id="245" name="Picture 244" descr="A black and white symbol&#10;&#10;Description automatically generated">
              <a:extLst>
                <a:ext uri="{FF2B5EF4-FFF2-40B4-BE49-F238E27FC236}">
                  <a16:creationId xmlns:a16="http://schemas.microsoft.com/office/drawing/2014/main" id="{4DB479F8-8FC5-9AC7-A432-270AC1FC27D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216187" y="4970684"/>
              <a:ext cx="351698" cy="351696"/>
            </a:xfrm>
            <a:prstGeom prst="rect">
              <a:avLst/>
            </a:prstGeom>
          </p:spPr>
        </p:pic>
      </p:grpSp>
      <p:grpSp>
        <p:nvGrpSpPr>
          <p:cNvPr id="249" name="Group 248">
            <a:extLst>
              <a:ext uri="{FF2B5EF4-FFF2-40B4-BE49-F238E27FC236}">
                <a16:creationId xmlns:a16="http://schemas.microsoft.com/office/drawing/2014/main" id="{8D194A08-3082-A6DA-C71E-7855379E9755}"/>
              </a:ext>
            </a:extLst>
          </p:cNvPr>
          <p:cNvGrpSpPr/>
          <p:nvPr/>
        </p:nvGrpSpPr>
        <p:grpSpPr>
          <a:xfrm>
            <a:off x="1633202" y="1621248"/>
            <a:ext cx="1960897" cy="3158269"/>
            <a:chOff x="1633202" y="1621248"/>
            <a:chExt cx="1960897" cy="3158269"/>
          </a:xfrm>
        </p:grpSpPr>
        <p:sp>
          <p:nvSpPr>
            <p:cNvPr id="247" name="Rectangle: Rounded Corners 246">
              <a:extLst>
                <a:ext uri="{FF2B5EF4-FFF2-40B4-BE49-F238E27FC236}">
                  <a16:creationId xmlns:a16="http://schemas.microsoft.com/office/drawing/2014/main" id="{9DB307D9-7851-13A6-7D50-7175C1350C3F}"/>
                </a:ext>
              </a:extLst>
            </p:cNvPr>
            <p:cNvSpPr/>
            <p:nvPr/>
          </p:nvSpPr>
          <p:spPr>
            <a:xfrm>
              <a:off x="1633202" y="1858519"/>
              <a:ext cx="1960897" cy="2920998"/>
            </a:xfrm>
            <a:prstGeom prst="roundRect">
              <a:avLst>
                <a:gd name="adj" fmla="val 3624"/>
              </a:avLst>
            </a:prstGeom>
            <a:solidFill>
              <a:schemeClr val="bg1">
                <a:lumMod val="95000"/>
                <a:alpha val="50196"/>
              </a:schemeClr>
            </a:solidFill>
            <a:ln w="12700">
              <a:solidFill>
                <a:schemeClr val="tx1">
                  <a:lumMod val="50000"/>
                  <a:lumOff val="50000"/>
                </a:schemeClr>
              </a:solidFill>
              <a:prstDash val="sysDot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248" name="TextBox 247">
              <a:extLst>
                <a:ext uri="{FF2B5EF4-FFF2-40B4-BE49-F238E27FC236}">
                  <a16:creationId xmlns:a16="http://schemas.microsoft.com/office/drawing/2014/main" id="{FE288BDD-C048-4C9A-C46F-C6A893FE58B4}"/>
                </a:ext>
              </a:extLst>
            </p:cNvPr>
            <p:cNvSpPr txBox="1"/>
            <p:nvPr/>
          </p:nvSpPr>
          <p:spPr>
            <a:xfrm>
              <a:off x="2059127" y="1621248"/>
              <a:ext cx="1179193" cy="2539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5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WIS Centre</a:t>
              </a:r>
              <a:endParaRPr kumimoji="0" lang="en-GB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246" name="Group 245">
            <a:extLst>
              <a:ext uri="{FF2B5EF4-FFF2-40B4-BE49-F238E27FC236}">
                <a16:creationId xmlns:a16="http://schemas.microsoft.com/office/drawing/2014/main" id="{6535286C-78BE-46CE-7834-BA7409A32851}"/>
              </a:ext>
            </a:extLst>
          </p:cNvPr>
          <p:cNvGrpSpPr/>
          <p:nvPr/>
        </p:nvGrpSpPr>
        <p:grpSpPr>
          <a:xfrm>
            <a:off x="238558" y="2004858"/>
            <a:ext cx="2724621" cy="2574854"/>
            <a:chOff x="238558" y="2004858"/>
            <a:chExt cx="2724621" cy="2574854"/>
          </a:xfrm>
        </p:grpSpPr>
        <p:pic>
          <p:nvPicPr>
            <p:cNvPr id="52" name="Picture 51">
              <a:extLst>
                <a:ext uri="{FF2B5EF4-FFF2-40B4-BE49-F238E27FC236}">
                  <a16:creationId xmlns:a16="http://schemas.microsoft.com/office/drawing/2014/main" id="{E1597F3D-4015-47A8-A566-D8F4CE61AD98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256121" y="3053461"/>
              <a:ext cx="1338982" cy="751078"/>
            </a:xfrm>
            <a:prstGeom prst="rect">
              <a:avLst/>
            </a:prstGeom>
          </p:spPr>
        </p:pic>
        <p:grpSp>
          <p:nvGrpSpPr>
            <p:cNvPr id="53" name="Group 52">
              <a:extLst>
                <a:ext uri="{FF2B5EF4-FFF2-40B4-BE49-F238E27FC236}">
                  <a16:creationId xmlns:a16="http://schemas.microsoft.com/office/drawing/2014/main" id="{1BE4E9E7-70B5-EDCB-3FC8-19711E8DE6A3}"/>
                </a:ext>
              </a:extLst>
            </p:cNvPr>
            <p:cNvGrpSpPr/>
            <p:nvPr/>
          </p:nvGrpSpPr>
          <p:grpSpPr>
            <a:xfrm>
              <a:off x="2334271" y="2004858"/>
              <a:ext cx="628907" cy="910662"/>
              <a:chOff x="6648193" y="889820"/>
              <a:chExt cx="628907" cy="910662"/>
            </a:xfrm>
          </p:grpSpPr>
          <p:sp>
            <p:nvSpPr>
              <p:cNvPr id="54" name="Rectangle: Rounded Corners 53">
                <a:extLst>
                  <a:ext uri="{FF2B5EF4-FFF2-40B4-BE49-F238E27FC236}">
                    <a16:creationId xmlns:a16="http://schemas.microsoft.com/office/drawing/2014/main" id="{617ED86E-B959-FE92-E21D-D4454FA58F0E}"/>
                  </a:ext>
                </a:extLst>
              </p:cNvPr>
              <p:cNvSpPr/>
              <p:nvPr/>
            </p:nvSpPr>
            <p:spPr>
              <a:xfrm>
                <a:off x="6648193" y="1171575"/>
                <a:ext cx="628907" cy="628907"/>
              </a:xfrm>
              <a:prstGeom prst="roundRect">
                <a:avLst>
                  <a:gd name="adj" fmla="val 8678"/>
                </a:avLst>
              </a:prstGeom>
              <a:solidFill>
                <a:schemeClr val="bg1"/>
              </a:solidFill>
              <a:ln w="28575">
                <a:solidFill>
                  <a:srgbClr val="3963DA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3963DA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3963DA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WIS2 Node</a:t>
                </a:r>
              </a:p>
            </p:txBody>
          </p:sp>
          <p:pic>
            <p:nvPicPr>
              <p:cNvPr id="55" name="Picture 54">
                <a:extLst>
                  <a:ext uri="{FF2B5EF4-FFF2-40B4-BE49-F238E27FC236}">
                    <a16:creationId xmlns:a16="http://schemas.microsoft.com/office/drawing/2014/main" id="{BA47C2EA-8C57-AAB5-24CA-C8F679A4B30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6701185" y="889820"/>
                <a:ext cx="522922" cy="532516"/>
              </a:xfrm>
              <a:prstGeom prst="rect">
                <a:avLst/>
              </a:prstGeom>
            </p:spPr>
          </p:pic>
        </p:grpSp>
        <p:sp>
          <p:nvSpPr>
            <p:cNvPr id="56" name="Rectangle: Rounded Corners 55">
              <a:extLst>
                <a:ext uri="{FF2B5EF4-FFF2-40B4-BE49-F238E27FC236}">
                  <a16:creationId xmlns:a16="http://schemas.microsoft.com/office/drawing/2014/main" id="{FE82BA78-E0B5-E5A8-0D6B-E3BF523F0F8C}"/>
                </a:ext>
              </a:extLst>
            </p:cNvPr>
            <p:cNvSpPr/>
            <p:nvPr/>
          </p:nvSpPr>
          <p:spPr>
            <a:xfrm>
              <a:off x="2334272" y="3950805"/>
              <a:ext cx="628907" cy="628907"/>
            </a:xfrm>
            <a:prstGeom prst="roundRect">
              <a:avLst>
                <a:gd name="adj" fmla="val 8678"/>
              </a:avLst>
            </a:pr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MSS</a:t>
              </a:r>
            </a:p>
          </p:txBody>
        </p:sp>
        <p:cxnSp>
          <p:nvCxnSpPr>
            <p:cNvPr id="58" name="Straight Arrow Connector 57">
              <a:extLst>
                <a:ext uri="{FF2B5EF4-FFF2-40B4-BE49-F238E27FC236}">
                  <a16:creationId xmlns:a16="http://schemas.microsoft.com/office/drawing/2014/main" id="{DE5E71FD-A0A2-04D7-E726-50E1FE72A53B}"/>
                </a:ext>
              </a:extLst>
            </p:cNvPr>
            <p:cNvCxnSpPr/>
            <p:nvPr/>
          </p:nvCxnSpPr>
          <p:spPr>
            <a:xfrm flipV="1">
              <a:off x="1476375" y="2733675"/>
              <a:ext cx="751592" cy="419100"/>
            </a:xfrm>
            <a:prstGeom prst="straightConnector1">
              <a:avLst/>
            </a:prstGeom>
            <a:ln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Straight Arrow Connector 60">
              <a:extLst>
                <a:ext uri="{FF2B5EF4-FFF2-40B4-BE49-F238E27FC236}">
                  <a16:creationId xmlns:a16="http://schemas.microsoft.com/office/drawing/2014/main" id="{6014DA5E-6CEA-C23C-E618-0E8F1AEEBC8B}"/>
                </a:ext>
              </a:extLst>
            </p:cNvPr>
            <p:cNvCxnSpPr>
              <a:cxnSpLocks/>
            </p:cNvCxnSpPr>
            <p:nvPr/>
          </p:nvCxnSpPr>
          <p:spPr>
            <a:xfrm>
              <a:off x="1476375" y="3741255"/>
              <a:ext cx="751592" cy="419100"/>
            </a:xfrm>
            <a:prstGeom prst="straightConnector1">
              <a:avLst/>
            </a:prstGeom>
            <a:ln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62" name="TextBox 61">
              <a:extLst>
                <a:ext uri="{FF2B5EF4-FFF2-40B4-BE49-F238E27FC236}">
                  <a16:creationId xmlns:a16="http://schemas.microsoft.com/office/drawing/2014/main" id="{AAE4DCB5-2521-0AAE-92BD-68605CB7C92C}"/>
                </a:ext>
              </a:extLst>
            </p:cNvPr>
            <p:cNvSpPr txBox="1"/>
            <p:nvPr/>
          </p:nvSpPr>
          <p:spPr>
            <a:xfrm>
              <a:off x="238558" y="3676872"/>
              <a:ext cx="1179193" cy="43858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5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data management system</a:t>
              </a: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</a:t>
              </a:r>
            </a:p>
          </p:txBody>
        </p:sp>
      </p:grpSp>
      <p:sp>
        <p:nvSpPr>
          <p:cNvPr id="250" name="TextBox 249">
            <a:extLst>
              <a:ext uri="{FF2B5EF4-FFF2-40B4-BE49-F238E27FC236}">
                <a16:creationId xmlns:a16="http://schemas.microsoft.com/office/drawing/2014/main" id="{DCA0C5B4-20D6-58E6-6805-B248B9C87302}"/>
              </a:ext>
            </a:extLst>
          </p:cNvPr>
          <p:cNvSpPr txBox="1"/>
          <p:nvPr/>
        </p:nvSpPr>
        <p:spPr>
          <a:xfrm>
            <a:off x="6619182" y="6359331"/>
            <a:ext cx="818636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GTS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852DF8C-74A1-A6BF-C63C-08EA496BDB70}"/>
              </a:ext>
            </a:extLst>
          </p:cNvPr>
          <p:cNvSpPr txBox="1"/>
          <p:nvPr/>
        </p:nvSpPr>
        <p:spPr>
          <a:xfrm>
            <a:off x="2074853" y="3688682"/>
            <a:ext cx="117919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CCCC = </a:t>
            </a:r>
            <a:r>
              <a:rPr kumimoji="0" lang="en-GB" sz="12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TEST</a:t>
            </a:r>
            <a:endParaRPr kumimoji="0" lang="en-GB" sz="16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+mn-cs"/>
            </a:endParaRPr>
          </a:p>
        </p:txBody>
      </p:sp>
      <p:grpSp>
        <p:nvGrpSpPr>
          <p:cNvPr id="203" name="Group 202">
            <a:extLst>
              <a:ext uri="{FF2B5EF4-FFF2-40B4-BE49-F238E27FC236}">
                <a16:creationId xmlns:a16="http://schemas.microsoft.com/office/drawing/2014/main" id="{08232C38-29EC-F47E-16F7-A6D7D83F7E63}"/>
              </a:ext>
            </a:extLst>
          </p:cNvPr>
          <p:cNvGrpSpPr/>
          <p:nvPr/>
        </p:nvGrpSpPr>
        <p:grpSpPr>
          <a:xfrm>
            <a:off x="3037962" y="3577971"/>
            <a:ext cx="8224599" cy="2603109"/>
            <a:chOff x="3037962" y="3577971"/>
            <a:chExt cx="8224599" cy="2603109"/>
          </a:xfrm>
        </p:grpSpPr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7866AADD-80BE-C25F-A894-37EEBF6E1963}"/>
                </a:ext>
              </a:extLst>
            </p:cNvPr>
            <p:cNvGrpSpPr/>
            <p:nvPr/>
          </p:nvGrpSpPr>
          <p:grpSpPr>
            <a:xfrm>
              <a:off x="4281843" y="4427055"/>
              <a:ext cx="628907" cy="628907"/>
              <a:chOff x="2867802" y="3950805"/>
              <a:chExt cx="628907" cy="628907"/>
            </a:xfrm>
          </p:grpSpPr>
          <p:sp>
            <p:nvSpPr>
              <p:cNvPr id="4" name="Oval 3">
                <a:extLst>
                  <a:ext uri="{FF2B5EF4-FFF2-40B4-BE49-F238E27FC236}">
                    <a16:creationId xmlns:a16="http://schemas.microsoft.com/office/drawing/2014/main" id="{9AB0EB1A-EE9D-BFAA-3006-4B05C7A84F69}"/>
                  </a:ext>
                </a:extLst>
              </p:cNvPr>
              <p:cNvSpPr/>
              <p:nvPr/>
            </p:nvSpPr>
            <p:spPr>
              <a:xfrm>
                <a:off x="2867802" y="3950805"/>
                <a:ext cx="628907" cy="628907"/>
              </a:xfrm>
              <a:prstGeom prst="ellipse">
                <a:avLst/>
              </a:prstGeom>
              <a:solidFill>
                <a:schemeClr val="bg1"/>
              </a:solidFill>
              <a:ln w="28575"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88187BE6-5ECD-F144-105C-C0DAA67A8105}"/>
                  </a:ext>
                </a:extLst>
              </p:cNvPr>
              <p:cNvSpPr txBox="1"/>
              <p:nvPr/>
            </p:nvSpPr>
            <p:spPr>
              <a:xfrm>
                <a:off x="2949594" y="4126758"/>
                <a:ext cx="465322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2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white">
                        <a:lumMod val="75000"/>
                      </a:prstClr>
                    </a:solidFill>
                    <a:effectLst/>
                    <a:uLnTx/>
                    <a:uFillTx/>
                    <a:latin typeface="Aptos" panose="020B0004020202020204" pitchFamily="34" charset="0"/>
                    <a:ea typeface="+mn-ea"/>
                    <a:cs typeface="Arial" panose="020B0604020202020204" pitchFamily="34" charset="0"/>
                  </a:rPr>
                  <a:t>RTH</a:t>
                </a:r>
              </a:p>
            </p:txBody>
          </p:sp>
        </p:grpSp>
        <p:cxnSp>
          <p:nvCxnSpPr>
            <p:cNvPr id="6" name="Straight Arrow Connector 5">
              <a:extLst>
                <a:ext uri="{FF2B5EF4-FFF2-40B4-BE49-F238E27FC236}">
                  <a16:creationId xmlns:a16="http://schemas.microsoft.com/office/drawing/2014/main" id="{9A412AC5-065E-9E4C-7E37-34E5A8FD858E}"/>
                </a:ext>
              </a:extLst>
            </p:cNvPr>
            <p:cNvCxnSpPr>
              <a:cxnSpLocks/>
            </p:cNvCxnSpPr>
            <p:nvPr/>
          </p:nvCxnSpPr>
          <p:spPr>
            <a:xfrm>
              <a:off x="3037962" y="4315266"/>
              <a:ext cx="1175587" cy="306792"/>
            </a:xfrm>
            <a:prstGeom prst="straightConnector1">
              <a:avLst/>
            </a:prstGeom>
            <a:ln>
              <a:solidFill>
                <a:schemeClr val="bg1">
                  <a:lumMod val="85000"/>
                </a:schemeClr>
              </a:solidFill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06C3E959-EF87-6205-2315-1FC90E59A628}"/>
                </a:ext>
              </a:extLst>
            </p:cNvPr>
            <p:cNvGrpSpPr/>
            <p:nvPr/>
          </p:nvGrpSpPr>
          <p:grpSpPr>
            <a:xfrm>
              <a:off x="6188224" y="3577971"/>
              <a:ext cx="628907" cy="628907"/>
              <a:chOff x="2867802" y="3950805"/>
              <a:chExt cx="628907" cy="628907"/>
            </a:xfrm>
          </p:grpSpPr>
          <p:sp>
            <p:nvSpPr>
              <p:cNvPr id="12" name="Oval 11">
                <a:extLst>
                  <a:ext uri="{FF2B5EF4-FFF2-40B4-BE49-F238E27FC236}">
                    <a16:creationId xmlns:a16="http://schemas.microsoft.com/office/drawing/2014/main" id="{56264946-112E-2C11-7ACB-E05B16EA05D1}"/>
                  </a:ext>
                </a:extLst>
              </p:cNvPr>
              <p:cNvSpPr/>
              <p:nvPr/>
            </p:nvSpPr>
            <p:spPr>
              <a:xfrm>
                <a:off x="2867802" y="3950805"/>
                <a:ext cx="628907" cy="628907"/>
              </a:xfrm>
              <a:prstGeom prst="ellipse">
                <a:avLst/>
              </a:prstGeom>
              <a:solidFill>
                <a:schemeClr val="bg1"/>
              </a:solidFill>
              <a:ln w="28575"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F7CB1B0A-FD42-2293-6921-D5242F0505DC}"/>
                  </a:ext>
                </a:extLst>
              </p:cNvPr>
              <p:cNvSpPr txBox="1"/>
              <p:nvPr/>
            </p:nvSpPr>
            <p:spPr>
              <a:xfrm>
                <a:off x="2949594" y="4068702"/>
                <a:ext cx="465322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2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white">
                        <a:lumMod val="75000"/>
                      </a:prstClr>
                    </a:solidFill>
                    <a:effectLst/>
                    <a:uLnTx/>
                    <a:uFillTx/>
                    <a:latin typeface="Aptos" panose="020B0004020202020204" pitchFamily="34" charset="0"/>
                    <a:ea typeface="+mn-ea"/>
                    <a:cs typeface="Arial" panose="020B0604020202020204" pitchFamily="34" charset="0"/>
                  </a:rPr>
                  <a:t>RTH</a:t>
                </a:r>
              </a:p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8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white">
                        <a:lumMod val="75000"/>
                      </a:prstClr>
                    </a:solidFill>
                    <a:effectLst/>
                    <a:uLnTx/>
                    <a:uFillTx/>
                    <a:latin typeface="Aptos" panose="020B0004020202020204" pitchFamily="34" charset="0"/>
                    <a:ea typeface="+mn-ea"/>
                    <a:cs typeface="Arial" panose="020B0604020202020204" pitchFamily="34" charset="0"/>
                  </a:rPr>
                  <a:t>Exeter</a:t>
                </a:r>
              </a:p>
            </p:txBody>
          </p:sp>
        </p:grp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75AADE75-7C27-9759-4C8C-77D4FD7CE3AB}"/>
                </a:ext>
              </a:extLst>
            </p:cNvPr>
            <p:cNvGrpSpPr/>
            <p:nvPr/>
          </p:nvGrpSpPr>
          <p:grpSpPr>
            <a:xfrm>
              <a:off x="9293175" y="3577971"/>
              <a:ext cx="628907" cy="628907"/>
              <a:chOff x="2867802" y="3950805"/>
              <a:chExt cx="628907" cy="628907"/>
            </a:xfrm>
          </p:grpSpPr>
          <p:sp>
            <p:nvSpPr>
              <p:cNvPr id="23" name="Oval 22">
                <a:extLst>
                  <a:ext uri="{FF2B5EF4-FFF2-40B4-BE49-F238E27FC236}">
                    <a16:creationId xmlns:a16="http://schemas.microsoft.com/office/drawing/2014/main" id="{024613A3-3525-FE78-130F-416E62409EDA}"/>
                  </a:ext>
                </a:extLst>
              </p:cNvPr>
              <p:cNvSpPr/>
              <p:nvPr/>
            </p:nvSpPr>
            <p:spPr>
              <a:xfrm>
                <a:off x="2867802" y="3950805"/>
                <a:ext cx="628907" cy="628907"/>
              </a:xfrm>
              <a:prstGeom prst="ellipse">
                <a:avLst/>
              </a:prstGeom>
              <a:solidFill>
                <a:schemeClr val="bg1"/>
              </a:solidFill>
              <a:ln w="28575"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DDF42E29-A9CB-49A8-D829-59DE1B481290}"/>
                  </a:ext>
                </a:extLst>
              </p:cNvPr>
              <p:cNvSpPr txBox="1"/>
              <p:nvPr/>
            </p:nvSpPr>
            <p:spPr>
              <a:xfrm>
                <a:off x="2932200" y="4068702"/>
                <a:ext cx="500110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2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white">
                        <a:lumMod val="75000"/>
                      </a:prstClr>
                    </a:solidFill>
                    <a:effectLst/>
                    <a:uLnTx/>
                    <a:uFillTx/>
                    <a:latin typeface="Aptos" panose="020B0004020202020204" pitchFamily="34" charset="0"/>
                    <a:ea typeface="+mn-ea"/>
                    <a:cs typeface="Arial" panose="020B0604020202020204" pitchFamily="34" charset="0"/>
                  </a:rPr>
                  <a:t>RTH</a:t>
                </a:r>
              </a:p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8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white">
                        <a:lumMod val="75000"/>
                      </a:prstClr>
                    </a:solidFill>
                    <a:effectLst/>
                    <a:uLnTx/>
                    <a:uFillTx/>
                    <a:latin typeface="Aptos" panose="020B0004020202020204" pitchFamily="34" charset="0"/>
                    <a:ea typeface="+mn-ea"/>
                    <a:cs typeface="Arial" panose="020B0604020202020204" pitchFamily="34" charset="0"/>
                  </a:rPr>
                  <a:t>Beijing</a:t>
                </a:r>
                <a:endParaRPr kumimoji="0" lang="en-GB" sz="700" b="0" i="0" u="none" strike="noStrike" kern="0" cap="none" spc="0" normalizeH="0" baseline="0" noProof="0" dirty="0">
                  <a:ln>
                    <a:noFill/>
                  </a:ln>
                  <a:solidFill>
                    <a:prstClr val="white">
                      <a:lumMod val="75000"/>
                    </a:prstClr>
                  </a:solidFill>
                  <a:effectLst/>
                  <a:uLnTx/>
                  <a:uFillTx/>
                  <a:latin typeface="Aptos" panose="020B0004020202020204" pitchFamily="34" charset="0"/>
                  <a:ea typeface="+mn-ea"/>
                  <a:cs typeface="Arial" panose="020B0604020202020204" pitchFamily="34" charset="0"/>
                </a:endParaRPr>
              </a:p>
            </p:txBody>
          </p:sp>
        </p:grpSp>
        <p:grpSp>
          <p:nvGrpSpPr>
            <p:cNvPr id="26" name="Group 25">
              <a:extLst>
                <a:ext uri="{FF2B5EF4-FFF2-40B4-BE49-F238E27FC236}">
                  <a16:creationId xmlns:a16="http://schemas.microsoft.com/office/drawing/2014/main" id="{0F7CD4BA-8349-5AD7-EBA0-15FE2FF85F21}"/>
                </a:ext>
              </a:extLst>
            </p:cNvPr>
            <p:cNvGrpSpPr/>
            <p:nvPr/>
          </p:nvGrpSpPr>
          <p:grpSpPr>
            <a:xfrm>
              <a:off x="6521485" y="5413675"/>
              <a:ext cx="628907" cy="628907"/>
              <a:chOff x="2867802" y="3950805"/>
              <a:chExt cx="628907" cy="628907"/>
            </a:xfrm>
          </p:grpSpPr>
          <p:sp>
            <p:nvSpPr>
              <p:cNvPr id="27" name="Oval 26">
                <a:extLst>
                  <a:ext uri="{FF2B5EF4-FFF2-40B4-BE49-F238E27FC236}">
                    <a16:creationId xmlns:a16="http://schemas.microsoft.com/office/drawing/2014/main" id="{6F86AC4E-3E9F-E908-86CA-3B574D2A709A}"/>
                  </a:ext>
                </a:extLst>
              </p:cNvPr>
              <p:cNvSpPr/>
              <p:nvPr/>
            </p:nvSpPr>
            <p:spPr>
              <a:xfrm>
                <a:off x="2867802" y="3950805"/>
                <a:ext cx="628907" cy="628907"/>
              </a:xfrm>
              <a:prstGeom prst="ellipse">
                <a:avLst/>
              </a:prstGeom>
              <a:solidFill>
                <a:schemeClr val="bg1"/>
              </a:solidFill>
              <a:ln w="28575"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>
                      <a:lumMod val="65000"/>
                    </a:prstClr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AFF2DAED-CB4F-8376-9301-F23B58AF5D42}"/>
                  </a:ext>
                </a:extLst>
              </p:cNvPr>
              <p:cNvSpPr txBox="1"/>
              <p:nvPr/>
            </p:nvSpPr>
            <p:spPr>
              <a:xfrm>
                <a:off x="2949594" y="4126758"/>
                <a:ext cx="465322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2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white">
                        <a:lumMod val="75000"/>
                      </a:prstClr>
                    </a:solidFill>
                    <a:effectLst/>
                    <a:uLnTx/>
                    <a:uFillTx/>
                    <a:latin typeface="Aptos" panose="020B0004020202020204" pitchFamily="34" charset="0"/>
                    <a:ea typeface="+mn-ea"/>
                    <a:cs typeface="Arial" panose="020B0604020202020204" pitchFamily="34" charset="0"/>
                  </a:rPr>
                  <a:t>RTH</a:t>
                </a:r>
              </a:p>
            </p:txBody>
          </p:sp>
        </p:grpSp>
        <p:grpSp>
          <p:nvGrpSpPr>
            <p:cNvPr id="29" name="Group 28">
              <a:extLst>
                <a:ext uri="{FF2B5EF4-FFF2-40B4-BE49-F238E27FC236}">
                  <a16:creationId xmlns:a16="http://schemas.microsoft.com/office/drawing/2014/main" id="{2ABF0ECA-F15A-DF2B-D2CC-83A5476BA465}"/>
                </a:ext>
              </a:extLst>
            </p:cNvPr>
            <p:cNvGrpSpPr/>
            <p:nvPr/>
          </p:nvGrpSpPr>
          <p:grpSpPr>
            <a:xfrm>
              <a:off x="8862418" y="5165872"/>
              <a:ext cx="628907" cy="628907"/>
              <a:chOff x="2867802" y="3950805"/>
              <a:chExt cx="628907" cy="628907"/>
            </a:xfrm>
          </p:grpSpPr>
          <p:sp>
            <p:nvSpPr>
              <p:cNvPr id="30" name="Oval 29">
                <a:extLst>
                  <a:ext uri="{FF2B5EF4-FFF2-40B4-BE49-F238E27FC236}">
                    <a16:creationId xmlns:a16="http://schemas.microsoft.com/office/drawing/2014/main" id="{7CF5B5B0-2942-105E-ADF1-130882F4F0D1}"/>
                  </a:ext>
                </a:extLst>
              </p:cNvPr>
              <p:cNvSpPr/>
              <p:nvPr/>
            </p:nvSpPr>
            <p:spPr>
              <a:xfrm>
                <a:off x="2867802" y="3950805"/>
                <a:ext cx="628907" cy="628907"/>
              </a:xfrm>
              <a:prstGeom prst="ellipse">
                <a:avLst/>
              </a:prstGeom>
              <a:solidFill>
                <a:schemeClr val="bg1"/>
              </a:solidFill>
              <a:ln w="28575"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>
                      <a:lumMod val="65000"/>
                    </a:prstClr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506482DE-5CBF-B227-178F-EC4FCA794E0E}"/>
                  </a:ext>
                </a:extLst>
              </p:cNvPr>
              <p:cNvSpPr txBox="1"/>
              <p:nvPr/>
            </p:nvSpPr>
            <p:spPr>
              <a:xfrm>
                <a:off x="2949594" y="4126758"/>
                <a:ext cx="465322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2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white">
                        <a:lumMod val="75000"/>
                      </a:prstClr>
                    </a:solidFill>
                    <a:effectLst/>
                    <a:uLnTx/>
                    <a:uFillTx/>
                    <a:latin typeface="Aptos" panose="020B0004020202020204" pitchFamily="34" charset="0"/>
                    <a:ea typeface="+mn-ea"/>
                    <a:cs typeface="Arial" panose="020B0604020202020204" pitchFamily="34" charset="0"/>
                  </a:rPr>
                  <a:t>RTH</a:t>
                </a:r>
              </a:p>
            </p:txBody>
          </p:sp>
        </p:grpSp>
        <p:grpSp>
          <p:nvGrpSpPr>
            <p:cNvPr id="32" name="Group 31">
              <a:extLst>
                <a:ext uri="{FF2B5EF4-FFF2-40B4-BE49-F238E27FC236}">
                  <a16:creationId xmlns:a16="http://schemas.microsoft.com/office/drawing/2014/main" id="{880CBB49-318D-F629-4C65-A2637B1F9FDB}"/>
                </a:ext>
              </a:extLst>
            </p:cNvPr>
            <p:cNvGrpSpPr/>
            <p:nvPr/>
          </p:nvGrpSpPr>
          <p:grpSpPr>
            <a:xfrm>
              <a:off x="7543240" y="4536965"/>
              <a:ext cx="628907" cy="628907"/>
              <a:chOff x="2867802" y="3950805"/>
              <a:chExt cx="628907" cy="628907"/>
            </a:xfrm>
          </p:grpSpPr>
          <p:sp>
            <p:nvSpPr>
              <p:cNvPr id="33" name="Oval 32">
                <a:extLst>
                  <a:ext uri="{FF2B5EF4-FFF2-40B4-BE49-F238E27FC236}">
                    <a16:creationId xmlns:a16="http://schemas.microsoft.com/office/drawing/2014/main" id="{870DB4A5-56A8-9343-58D5-F2946EE5F9AD}"/>
                  </a:ext>
                </a:extLst>
              </p:cNvPr>
              <p:cNvSpPr/>
              <p:nvPr/>
            </p:nvSpPr>
            <p:spPr>
              <a:xfrm>
                <a:off x="2867802" y="3950805"/>
                <a:ext cx="628907" cy="628907"/>
              </a:xfrm>
              <a:prstGeom prst="ellipse">
                <a:avLst/>
              </a:prstGeom>
              <a:solidFill>
                <a:schemeClr val="bg1"/>
              </a:solidFill>
              <a:ln w="28575"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>
                      <a:lumMod val="65000"/>
                    </a:prstClr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56648D53-C62E-EC07-4B0D-66A6F942D43B}"/>
                  </a:ext>
                </a:extLst>
              </p:cNvPr>
              <p:cNvSpPr txBox="1"/>
              <p:nvPr/>
            </p:nvSpPr>
            <p:spPr>
              <a:xfrm>
                <a:off x="2949594" y="4126758"/>
                <a:ext cx="465322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2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white">
                        <a:lumMod val="75000"/>
                      </a:prstClr>
                    </a:solidFill>
                    <a:effectLst/>
                    <a:uLnTx/>
                    <a:uFillTx/>
                    <a:latin typeface="Aptos" panose="020B0004020202020204" pitchFamily="34" charset="0"/>
                    <a:ea typeface="+mn-ea"/>
                    <a:cs typeface="Arial" panose="020B0604020202020204" pitchFamily="34" charset="0"/>
                  </a:rPr>
                  <a:t>RTH</a:t>
                </a:r>
              </a:p>
            </p:txBody>
          </p:sp>
        </p:grpSp>
        <p:cxnSp>
          <p:nvCxnSpPr>
            <p:cNvPr id="35" name="Straight Arrow Connector 34">
              <a:extLst>
                <a:ext uri="{FF2B5EF4-FFF2-40B4-BE49-F238E27FC236}">
                  <a16:creationId xmlns:a16="http://schemas.microsoft.com/office/drawing/2014/main" id="{CB559B3D-B35F-D235-A603-5E011B3E7DD5}"/>
                </a:ext>
              </a:extLst>
            </p:cNvPr>
            <p:cNvCxnSpPr>
              <a:cxnSpLocks/>
            </p:cNvCxnSpPr>
            <p:nvPr/>
          </p:nvCxnSpPr>
          <p:spPr>
            <a:xfrm>
              <a:off x="4975127" y="4870482"/>
              <a:ext cx="1508258" cy="709621"/>
            </a:xfrm>
            <a:prstGeom prst="straightConnector1">
              <a:avLst/>
            </a:prstGeom>
            <a:ln>
              <a:solidFill>
                <a:schemeClr val="bg1">
                  <a:lumMod val="85000"/>
                </a:schemeClr>
              </a:solidFill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Arrow Connector 35">
              <a:extLst>
                <a:ext uri="{FF2B5EF4-FFF2-40B4-BE49-F238E27FC236}">
                  <a16:creationId xmlns:a16="http://schemas.microsoft.com/office/drawing/2014/main" id="{68E06021-18BB-BA29-DB44-3F2D90D465A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948850" y="3983610"/>
              <a:ext cx="1143095" cy="575843"/>
            </a:xfrm>
            <a:prstGeom prst="straightConnector1">
              <a:avLst/>
            </a:prstGeom>
            <a:ln>
              <a:solidFill>
                <a:schemeClr val="bg1">
                  <a:lumMod val="85000"/>
                </a:schemeClr>
              </a:solidFill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Arrow Connector 36">
              <a:extLst>
                <a:ext uri="{FF2B5EF4-FFF2-40B4-BE49-F238E27FC236}">
                  <a16:creationId xmlns:a16="http://schemas.microsoft.com/office/drawing/2014/main" id="{11920229-3622-9FB7-E189-6725AA00F8F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123124" y="5120144"/>
              <a:ext cx="428025" cy="331605"/>
            </a:xfrm>
            <a:prstGeom prst="straightConnector1">
              <a:avLst/>
            </a:prstGeom>
            <a:ln>
              <a:solidFill>
                <a:schemeClr val="bg1">
                  <a:lumMod val="85000"/>
                </a:schemeClr>
              </a:solidFill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Arrow Connector 37">
              <a:extLst>
                <a:ext uri="{FF2B5EF4-FFF2-40B4-BE49-F238E27FC236}">
                  <a16:creationId xmlns:a16="http://schemas.microsoft.com/office/drawing/2014/main" id="{A4D8192A-8EEA-0029-639D-762C8A63CF3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172147" y="4092067"/>
              <a:ext cx="1121028" cy="549041"/>
            </a:xfrm>
            <a:prstGeom prst="straightConnector1">
              <a:avLst/>
            </a:prstGeom>
            <a:ln>
              <a:solidFill>
                <a:schemeClr val="bg1">
                  <a:lumMod val="85000"/>
                </a:schemeClr>
              </a:solidFill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Arrow Connector 38">
              <a:extLst>
                <a:ext uri="{FF2B5EF4-FFF2-40B4-BE49-F238E27FC236}">
                  <a16:creationId xmlns:a16="http://schemas.microsoft.com/office/drawing/2014/main" id="{096B5DF3-A8D1-105D-E156-0F496A8A2B33}"/>
                </a:ext>
              </a:extLst>
            </p:cNvPr>
            <p:cNvCxnSpPr>
              <a:cxnSpLocks/>
            </p:cNvCxnSpPr>
            <p:nvPr/>
          </p:nvCxnSpPr>
          <p:spPr>
            <a:xfrm>
              <a:off x="8191197" y="5026609"/>
              <a:ext cx="652171" cy="305691"/>
            </a:xfrm>
            <a:prstGeom prst="straightConnector1">
              <a:avLst/>
            </a:prstGeom>
            <a:ln>
              <a:solidFill>
                <a:schemeClr val="bg1">
                  <a:lumMod val="85000"/>
                </a:schemeClr>
              </a:solidFill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Arrow Connector 41">
              <a:extLst>
                <a:ext uri="{FF2B5EF4-FFF2-40B4-BE49-F238E27FC236}">
                  <a16:creationId xmlns:a16="http://schemas.microsoft.com/office/drawing/2014/main" id="{C49CAFCF-6508-1C1E-FA74-ADFE2C07885E}"/>
                </a:ext>
              </a:extLst>
            </p:cNvPr>
            <p:cNvCxnSpPr>
              <a:cxnSpLocks/>
            </p:cNvCxnSpPr>
            <p:nvPr/>
          </p:nvCxnSpPr>
          <p:spPr>
            <a:xfrm>
              <a:off x="9538950" y="5570578"/>
              <a:ext cx="981544" cy="276999"/>
            </a:xfrm>
            <a:prstGeom prst="straightConnector1">
              <a:avLst/>
            </a:prstGeom>
            <a:ln>
              <a:solidFill>
                <a:schemeClr val="bg1">
                  <a:lumMod val="85000"/>
                </a:schemeClr>
              </a:solidFill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02" name="Group 201">
              <a:extLst>
                <a:ext uri="{FF2B5EF4-FFF2-40B4-BE49-F238E27FC236}">
                  <a16:creationId xmlns:a16="http://schemas.microsoft.com/office/drawing/2014/main" id="{E2DE321D-5BCE-0B7B-CA79-B6E05296D57A}"/>
                </a:ext>
              </a:extLst>
            </p:cNvPr>
            <p:cNvGrpSpPr/>
            <p:nvPr/>
          </p:nvGrpSpPr>
          <p:grpSpPr>
            <a:xfrm>
              <a:off x="10510969" y="5552173"/>
              <a:ext cx="751592" cy="628907"/>
              <a:chOff x="10510969" y="5552173"/>
              <a:chExt cx="751592" cy="628907"/>
            </a:xfrm>
          </p:grpSpPr>
          <p:sp>
            <p:nvSpPr>
              <p:cNvPr id="40" name="Rectangle: Rounded Corners 39">
                <a:extLst>
                  <a:ext uri="{FF2B5EF4-FFF2-40B4-BE49-F238E27FC236}">
                    <a16:creationId xmlns:a16="http://schemas.microsoft.com/office/drawing/2014/main" id="{DE123229-A61F-6516-59AF-4951878681AA}"/>
                  </a:ext>
                </a:extLst>
              </p:cNvPr>
              <p:cNvSpPr/>
              <p:nvPr/>
            </p:nvSpPr>
            <p:spPr>
              <a:xfrm>
                <a:off x="10572312" y="5552173"/>
                <a:ext cx="628907" cy="628907"/>
              </a:xfrm>
              <a:prstGeom prst="roundRect">
                <a:avLst>
                  <a:gd name="adj" fmla="val 8678"/>
                </a:avLst>
              </a:prstGeom>
              <a:solidFill>
                <a:schemeClr val="bg1"/>
              </a:solidFill>
              <a:ln w="28575"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1311ED2A-6BCC-2EFD-A608-6721270C4BE0}"/>
                  </a:ext>
                </a:extLst>
              </p:cNvPr>
              <p:cNvSpPr txBox="1"/>
              <p:nvPr/>
            </p:nvSpPr>
            <p:spPr>
              <a:xfrm>
                <a:off x="10510969" y="5728127"/>
                <a:ext cx="751592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2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white">
                        <a:lumMod val="75000"/>
                      </a:prstClr>
                    </a:solidFill>
                    <a:effectLst/>
                    <a:uLnTx/>
                    <a:uFillTx/>
                    <a:latin typeface="Aptos" panose="020B0004020202020204" pitchFamily="34" charset="0"/>
                    <a:ea typeface="+mn-ea"/>
                    <a:cs typeface="Arial" panose="020B0604020202020204" pitchFamily="34" charset="0"/>
                  </a:rPr>
                  <a:t>WDQMS</a:t>
                </a:r>
              </a:p>
            </p:txBody>
          </p:sp>
        </p:grpSp>
      </p:grpSp>
      <p:grpSp>
        <p:nvGrpSpPr>
          <p:cNvPr id="209" name="Group 208">
            <a:extLst>
              <a:ext uri="{FF2B5EF4-FFF2-40B4-BE49-F238E27FC236}">
                <a16:creationId xmlns:a16="http://schemas.microsoft.com/office/drawing/2014/main" id="{5499D5BA-4E7C-89B9-1013-21C131D8CA6B}"/>
              </a:ext>
            </a:extLst>
          </p:cNvPr>
          <p:cNvGrpSpPr/>
          <p:nvPr/>
        </p:nvGrpSpPr>
        <p:grpSpPr>
          <a:xfrm>
            <a:off x="1430655" y="808440"/>
            <a:ext cx="2456202" cy="855395"/>
            <a:chOff x="1430655" y="770340"/>
            <a:chExt cx="2456202" cy="855395"/>
          </a:xfrm>
        </p:grpSpPr>
        <p:grpSp>
          <p:nvGrpSpPr>
            <p:cNvPr id="49" name="Group 48">
              <a:extLst>
                <a:ext uri="{FF2B5EF4-FFF2-40B4-BE49-F238E27FC236}">
                  <a16:creationId xmlns:a16="http://schemas.microsoft.com/office/drawing/2014/main" id="{C4FBEBBE-8192-D4E6-32A8-140C3010231B}"/>
                </a:ext>
              </a:extLst>
            </p:cNvPr>
            <p:cNvGrpSpPr/>
            <p:nvPr/>
          </p:nvGrpSpPr>
          <p:grpSpPr>
            <a:xfrm>
              <a:off x="1430655" y="770340"/>
              <a:ext cx="612283" cy="855395"/>
              <a:chOff x="2425679" y="690821"/>
              <a:chExt cx="612283" cy="855395"/>
            </a:xfrm>
          </p:grpSpPr>
          <p:pic>
            <p:nvPicPr>
              <p:cNvPr id="43" name="Picture 42">
                <a:extLst>
                  <a:ext uri="{FF2B5EF4-FFF2-40B4-BE49-F238E27FC236}">
                    <a16:creationId xmlns:a16="http://schemas.microsoft.com/office/drawing/2014/main" id="{19F5D5D4-50FE-3992-0DAC-6FA1B096E7D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2425679" y="690821"/>
                <a:ext cx="612283" cy="855395"/>
              </a:xfrm>
              <a:prstGeom prst="rect">
                <a:avLst/>
              </a:prstGeom>
            </p:spPr>
          </p:pic>
          <p:sp>
            <p:nvSpPr>
              <p:cNvPr id="45" name="Rectangle 44">
                <a:extLst>
                  <a:ext uri="{FF2B5EF4-FFF2-40B4-BE49-F238E27FC236}">
                    <a16:creationId xmlns:a16="http://schemas.microsoft.com/office/drawing/2014/main" id="{ED22D48C-62B6-5BC1-B3C1-D6ABD6E5E505}"/>
                  </a:ext>
                </a:extLst>
              </p:cNvPr>
              <p:cNvSpPr/>
              <p:nvPr/>
            </p:nvSpPr>
            <p:spPr>
              <a:xfrm>
                <a:off x="2631993" y="1000455"/>
                <a:ext cx="169804" cy="169804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A</a:t>
                </a:r>
              </a:p>
            </p:txBody>
          </p:sp>
        </p:grpSp>
        <p:grpSp>
          <p:nvGrpSpPr>
            <p:cNvPr id="50" name="Group 49">
              <a:extLst>
                <a:ext uri="{FF2B5EF4-FFF2-40B4-BE49-F238E27FC236}">
                  <a16:creationId xmlns:a16="http://schemas.microsoft.com/office/drawing/2014/main" id="{1807CEBC-3D6D-8AB0-B5EE-C477C6C88608}"/>
                </a:ext>
              </a:extLst>
            </p:cNvPr>
            <p:cNvGrpSpPr/>
            <p:nvPr/>
          </p:nvGrpSpPr>
          <p:grpSpPr>
            <a:xfrm>
              <a:off x="2045295" y="770340"/>
              <a:ext cx="612283" cy="855395"/>
              <a:chOff x="2425679" y="690821"/>
              <a:chExt cx="612283" cy="855395"/>
            </a:xfrm>
          </p:grpSpPr>
          <p:pic>
            <p:nvPicPr>
              <p:cNvPr id="57" name="Picture 56">
                <a:extLst>
                  <a:ext uri="{FF2B5EF4-FFF2-40B4-BE49-F238E27FC236}">
                    <a16:creationId xmlns:a16="http://schemas.microsoft.com/office/drawing/2014/main" id="{DE8B68FE-8781-A8FC-A015-2DF6226F049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2425679" y="690821"/>
                <a:ext cx="612283" cy="855395"/>
              </a:xfrm>
              <a:prstGeom prst="rect">
                <a:avLst/>
              </a:prstGeom>
            </p:spPr>
          </p:pic>
          <p:sp>
            <p:nvSpPr>
              <p:cNvPr id="59" name="Rectangle 58">
                <a:extLst>
                  <a:ext uri="{FF2B5EF4-FFF2-40B4-BE49-F238E27FC236}">
                    <a16:creationId xmlns:a16="http://schemas.microsoft.com/office/drawing/2014/main" id="{D2068FFE-28BE-4EB4-9DB6-DD6048A3327E}"/>
                  </a:ext>
                </a:extLst>
              </p:cNvPr>
              <p:cNvSpPr/>
              <p:nvPr/>
            </p:nvSpPr>
            <p:spPr>
              <a:xfrm>
                <a:off x="2631993" y="1000455"/>
                <a:ext cx="169804" cy="169804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B</a:t>
                </a:r>
              </a:p>
            </p:txBody>
          </p:sp>
        </p:grpSp>
        <p:grpSp>
          <p:nvGrpSpPr>
            <p:cNvPr id="60" name="Group 59">
              <a:extLst>
                <a:ext uri="{FF2B5EF4-FFF2-40B4-BE49-F238E27FC236}">
                  <a16:creationId xmlns:a16="http://schemas.microsoft.com/office/drawing/2014/main" id="{9CE4C645-A1B6-80DA-4F52-87A673A63A0B}"/>
                </a:ext>
              </a:extLst>
            </p:cNvPr>
            <p:cNvGrpSpPr/>
            <p:nvPr/>
          </p:nvGrpSpPr>
          <p:grpSpPr>
            <a:xfrm>
              <a:off x="2659935" y="770340"/>
              <a:ext cx="612283" cy="855395"/>
              <a:chOff x="2425679" y="690821"/>
              <a:chExt cx="612283" cy="855395"/>
            </a:xfrm>
          </p:grpSpPr>
          <p:pic>
            <p:nvPicPr>
              <p:cNvPr id="63" name="Picture 62">
                <a:extLst>
                  <a:ext uri="{FF2B5EF4-FFF2-40B4-BE49-F238E27FC236}">
                    <a16:creationId xmlns:a16="http://schemas.microsoft.com/office/drawing/2014/main" id="{9509D311-8BAF-7700-A056-9145C2B5B20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2425679" y="690821"/>
                <a:ext cx="612283" cy="855395"/>
              </a:xfrm>
              <a:prstGeom prst="rect">
                <a:avLst/>
              </a:prstGeom>
            </p:spPr>
          </p:pic>
          <p:sp>
            <p:nvSpPr>
              <p:cNvPr id="192" name="Rectangle 191">
                <a:extLst>
                  <a:ext uri="{FF2B5EF4-FFF2-40B4-BE49-F238E27FC236}">
                    <a16:creationId xmlns:a16="http://schemas.microsoft.com/office/drawing/2014/main" id="{BEAD85B4-AA12-3902-02EC-E0CF3372EEFA}"/>
                  </a:ext>
                </a:extLst>
              </p:cNvPr>
              <p:cNvSpPr/>
              <p:nvPr/>
            </p:nvSpPr>
            <p:spPr>
              <a:xfrm>
                <a:off x="2631993" y="1000455"/>
                <a:ext cx="169804" cy="169804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C</a:t>
                </a:r>
              </a:p>
            </p:txBody>
          </p:sp>
        </p:grpSp>
        <p:grpSp>
          <p:nvGrpSpPr>
            <p:cNvPr id="193" name="Group 192">
              <a:extLst>
                <a:ext uri="{FF2B5EF4-FFF2-40B4-BE49-F238E27FC236}">
                  <a16:creationId xmlns:a16="http://schemas.microsoft.com/office/drawing/2014/main" id="{6BC5E14C-D8E0-9302-436C-8577B6677710}"/>
                </a:ext>
              </a:extLst>
            </p:cNvPr>
            <p:cNvGrpSpPr/>
            <p:nvPr/>
          </p:nvGrpSpPr>
          <p:grpSpPr>
            <a:xfrm>
              <a:off x="3274574" y="770340"/>
              <a:ext cx="612283" cy="855395"/>
              <a:chOff x="2425679" y="690821"/>
              <a:chExt cx="612283" cy="855395"/>
            </a:xfrm>
          </p:grpSpPr>
          <p:pic>
            <p:nvPicPr>
              <p:cNvPr id="194" name="Picture 193">
                <a:extLst>
                  <a:ext uri="{FF2B5EF4-FFF2-40B4-BE49-F238E27FC236}">
                    <a16:creationId xmlns:a16="http://schemas.microsoft.com/office/drawing/2014/main" id="{44676C05-4C9D-788B-3394-0D3B682AE7E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2425679" y="690821"/>
                <a:ext cx="612283" cy="855395"/>
              </a:xfrm>
              <a:prstGeom prst="rect">
                <a:avLst/>
              </a:prstGeom>
            </p:spPr>
          </p:pic>
          <p:sp>
            <p:nvSpPr>
              <p:cNvPr id="201" name="Rectangle 200">
                <a:extLst>
                  <a:ext uri="{FF2B5EF4-FFF2-40B4-BE49-F238E27FC236}">
                    <a16:creationId xmlns:a16="http://schemas.microsoft.com/office/drawing/2014/main" id="{8E28961C-1A00-530C-1CA1-5AD0E5100BCB}"/>
                  </a:ext>
                </a:extLst>
              </p:cNvPr>
              <p:cNvSpPr/>
              <p:nvPr/>
            </p:nvSpPr>
            <p:spPr>
              <a:xfrm>
                <a:off x="2631993" y="1000455"/>
                <a:ext cx="169804" cy="169804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D</a:t>
                </a:r>
              </a:p>
            </p:txBody>
          </p:sp>
        </p:grpSp>
      </p:grpSp>
      <p:grpSp>
        <p:nvGrpSpPr>
          <p:cNvPr id="214" name="Group 213">
            <a:extLst>
              <a:ext uri="{FF2B5EF4-FFF2-40B4-BE49-F238E27FC236}">
                <a16:creationId xmlns:a16="http://schemas.microsoft.com/office/drawing/2014/main" id="{D6E51608-1852-E95B-C8C6-4585211EEB85}"/>
              </a:ext>
            </a:extLst>
          </p:cNvPr>
          <p:cNvGrpSpPr/>
          <p:nvPr/>
        </p:nvGrpSpPr>
        <p:grpSpPr>
          <a:xfrm>
            <a:off x="2963924" y="2367446"/>
            <a:ext cx="716753" cy="326665"/>
            <a:chOff x="2963924" y="2367446"/>
            <a:chExt cx="716753" cy="326665"/>
          </a:xfrm>
        </p:grpSpPr>
        <p:grpSp>
          <p:nvGrpSpPr>
            <p:cNvPr id="210" name="Group 209">
              <a:extLst>
                <a:ext uri="{FF2B5EF4-FFF2-40B4-BE49-F238E27FC236}">
                  <a16:creationId xmlns:a16="http://schemas.microsoft.com/office/drawing/2014/main" id="{2C472CDD-A758-87C4-5B79-35E9101B83CE}"/>
                </a:ext>
              </a:extLst>
            </p:cNvPr>
            <p:cNvGrpSpPr/>
            <p:nvPr/>
          </p:nvGrpSpPr>
          <p:grpSpPr>
            <a:xfrm>
              <a:off x="2963924" y="2367446"/>
              <a:ext cx="534458" cy="127000"/>
              <a:chOff x="2963178" y="2725764"/>
              <a:chExt cx="534458" cy="127000"/>
            </a:xfrm>
          </p:grpSpPr>
          <p:cxnSp>
            <p:nvCxnSpPr>
              <p:cNvPr id="211" name="Straight Connector 210">
                <a:extLst>
                  <a:ext uri="{FF2B5EF4-FFF2-40B4-BE49-F238E27FC236}">
                    <a16:creationId xmlns:a16="http://schemas.microsoft.com/office/drawing/2014/main" id="{119D02D5-8A65-7D50-4556-E0D204A36FDE}"/>
                  </a:ext>
                </a:extLst>
              </p:cNvPr>
              <p:cNvCxnSpPr/>
              <p:nvPr/>
            </p:nvCxnSpPr>
            <p:spPr>
              <a:xfrm flipV="1">
                <a:off x="2963178" y="2789264"/>
                <a:ext cx="400050" cy="1"/>
              </a:xfrm>
              <a:prstGeom prst="line">
                <a:avLst/>
              </a:prstGeom>
              <a:noFill/>
              <a:ln w="19050" cap="flat" cmpd="sng" algn="ctr">
                <a:solidFill>
                  <a:schemeClr val="accent2">
                    <a:lumMod val="75000"/>
                  </a:schemeClr>
                </a:solidFill>
                <a:prstDash val="solid"/>
                <a:miter lim="800000"/>
              </a:ln>
              <a:effectLst/>
            </p:spPr>
          </p:cxnSp>
          <p:sp>
            <p:nvSpPr>
              <p:cNvPr id="212" name="Oval 211">
                <a:extLst>
                  <a:ext uri="{FF2B5EF4-FFF2-40B4-BE49-F238E27FC236}">
                    <a16:creationId xmlns:a16="http://schemas.microsoft.com/office/drawing/2014/main" id="{E8C3BD63-4A97-94A2-E890-01EAE60EAB99}"/>
                  </a:ext>
                </a:extLst>
              </p:cNvPr>
              <p:cNvSpPr/>
              <p:nvPr/>
            </p:nvSpPr>
            <p:spPr>
              <a:xfrm>
                <a:off x="3370636" y="2725764"/>
                <a:ext cx="127000" cy="127000"/>
              </a:xfrm>
              <a:prstGeom prst="ellipse">
                <a:avLst/>
              </a:prstGeom>
              <a:solidFill>
                <a:sysClr val="window" lastClr="FFFFFF"/>
              </a:solidFill>
              <a:ln w="19050" cap="flat" cmpd="sng" algn="ctr">
                <a:solidFill>
                  <a:schemeClr val="accent2">
                    <a:lumMod val="75000"/>
                  </a:schemeClr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sp>
          <p:nvSpPr>
            <p:cNvPr id="213" name="TextBox 212">
              <a:extLst>
                <a:ext uri="{FF2B5EF4-FFF2-40B4-BE49-F238E27FC236}">
                  <a16:creationId xmlns:a16="http://schemas.microsoft.com/office/drawing/2014/main" id="{DAECC635-EC91-3982-8AE9-98BBC0B41707}"/>
                </a:ext>
              </a:extLst>
            </p:cNvPr>
            <p:cNvSpPr txBox="1"/>
            <p:nvPr/>
          </p:nvSpPr>
          <p:spPr>
            <a:xfrm>
              <a:off x="3194968" y="2440195"/>
              <a:ext cx="485709" cy="2539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50" b="0" i="0" u="none" strike="noStrike" kern="0" cap="none" spc="0" normalizeH="0" baseline="0" noProof="0" dirty="0">
                  <a:ln>
                    <a:noFill/>
                  </a:ln>
                  <a:solidFill>
                    <a:srgbClr val="E97132">
                      <a:lumMod val="75000"/>
                    </a:srgbClr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https</a:t>
              </a:r>
              <a:endParaRPr kumimoji="0" lang="en-GB" sz="1200" b="0" i="0" u="none" strike="noStrike" kern="0" cap="none" spc="0" normalizeH="0" baseline="0" noProof="0" dirty="0">
                <a:ln>
                  <a:noFill/>
                </a:ln>
                <a:solidFill>
                  <a:srgbClr val="E97132">
                    <a:lumMod val="75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pic>
        <p:nvPicPr>
          <p:cNvPr id="47" name="Picture 46">
            <a:extLst>
              <a:ext uri="{FF2B5EF4-FFF2-40B4-BE49-F238E27FC236}">
                <a16:creationId xmlns:a16="http://schemas.microsoft.com/office/drawing/2014/main" id="{8CDB3E6F-F605-CE26-D97D-79DDE9B3DD0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504409" y="107790"/>
            <a:ext cx="444034" cy="620341"/>
          </a:xfrm>
          <a:prstGeom prst="rect">
            <a:avLst/>
          </a:prstGeom>
        </p:spPr>
      </p:pic>
      <p:pic>
        <p:nvPicPr>
          <p:cNvPr id="205" name="Picture 204">
            <a:extLst>
              <a:ext uri="{FF2B5EF4-FFF2-40B4-BE49-F238E27FC236}">
                <a16:creationId xmlns:a16="http://schemas.microsoft.com/office/drawing/2014/main" id="{717FED8C-D7F0-171B-5351-8882C779F8E9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122688" y="107539"/>
            <a:ext cx="444034" cy="620341"/>
          </a:xfrm>
          <a:prstGeom prst="rect">
            <a:avLst/>
          </a:prstGeom>
        </p:spPr>
      </p:pic>
      <p:pic>
        <p:nvPicPr>
          <p:cNvPr id="206" name="Picture 205">
            <a:extLst>
              <a:ext uri="{FF2B5EF4-FFF2-40B4-BE49-F238E27FC236}">
                <a16:creationId xmlns:a16="http://schemas.microsoft.com/office/drawing/2014/main" id="{8C0510A3-3313-DEA5-2A65-91F22EF3DD02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738968" y="107539"/>
            <a:ext cx="444034" cy="620341"/>
          </a:xfrm>
          <a:prstGeom prst="rect">
            <a:avLst/>
          </a:prstGeom>
        </p:spPr>
      </p:pic>
      <p:pic>
        <p:nvPicPr>
          <p:cNvPr id="207" name="Picture 206">
            <a:extLst>
              <a:ext uri="{FF2B5EF4-FFF2-40B4-BE49-F238E27FC236}">
                <a16:creationId xmlns:a16="http://schemas.microsoft.com/office/drawing/2014/main" id="{70A96F7D-ABBF-071F-2111-4574577B51E3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353933" y="108876"/>
            <a:ext cx="444034" cy="620341"/>
          </a:xfrm>
          <a:prstGeom prst="rect">
            <a:avLst/>
          </a:prstGeom>
        </p:spPr>
      </p:pic>
      <p:grpSp>
        <p:nvGrpSpPr>
          <p:cNvPr id="228" name="Group 227">
            <a:extLst>
              <a:ext uri="{FF2B5EF4-FFF2-40B4-BE49-F238E27FC236}">
                <a16:creationId xmlns:a16="http://schemas.microsoft.com/office/drawing/2014/main" id="{0F2C769F-47C8-E6F1-C218-1C0865E39E2B}"/>
              </a:ext>
            </a:extLst>
          </p:cNvPr>
          <p:cNvGrpSpPr/>
          <p:nvPr/>
        </p:nvGrpSpPr>
        <p:grpSpPr>
          <a:xfrm>
            <a:off x="2963178" y="2725764"/>
            <a:ext cx="786853" cy="316693"/>
            <a:chOff x="2963178" y="2725764"/>
            <a:chExt cx="786853" cy="316693"/>
          </a:xfrm>
        </p:grpSpPr>
        <p:grpSp>
          <p:nvGrpSpPr>
            <p:cNvPr id="220" name="Group 219">
              <a:extLst>
                <a:ext uri="{FF2B5EF4-FFF2-40B4-BE49-F238E27FC236}">
                  <a16:creationId xmlns:a16="http://schemas.microsoft.com/office/drawing/2014/main" id="{C0BD999A-02B7-FA1D-3FF3-A75BFBCEEB98}"/>
                </a:ext>
              </a:extLst>
            </p:cNvPr>
            <p:cNvGrpSpPr/>
            <p:nvPr/>
          </p:nvGrpSpPr>
          <p:grpSpPr>
            <a:xfrm>
              <a:off x="2963178" y="2725764"/>
              <a:ext cx="534458" cy="127000"/>
              <a:chOff x="2963178" y="2725764"/>
              <a:chExt cx="534458" cy="127000"/>
            </a:xfrm>
          </p:grpSpPr>
          <p:cxnSp>
            <p:nvCxnSpPr>
              <p:cNvPr id="221" name="Straight Connector 220">
                <a:extLst>
                  <a:ext uri="{FF2B5EF4-FFF2-40B4-BE49-F238E27FC236}">
                    <a16:creationId xmlns:a16="http://schemas.microsoft.com/office/drawing/2014/main" id="{D1EB2CEE-7DA1-83D7-8ECB-1A03A2C2B5B4}"/>
                  </a:ext>
                </a:extLst>
              </p:cNvPr>
              <p:cNvCxnSpPr/>
              <p:nvPr/>
            </p:nvCxnSpPr>
            <p:spPr>
              <a:xfrm flipV="1">
                <a:off x="2963178" y="2789264"/>
                <a:ext cx="400050" cy="1"/>
              </a:xfrm>
              <a:prstGeom prst="line">
                <a:avLst/>
              </a:prstGeom>
              <a:noFill/>
              <a:ln w="19050" cap="flat" cmpd="sng" algn="ctr">
                <a:solidFill>
                  <a:schemeClr val="accent6">
                    <a:lumMod val="75000"/>
                  </a:schemeClr>
                </a:solidFill>
                <a:prstDash val="solid"/>
                <a:miter lim="800000"/>
              </a:ln>
              <a:effectLst/>
            </p:spPr>
          </p:cxnSp>
          <p:sp>
            <p:nvSpPr>
              <p:cNvPr id="226" name="Oval 225">
                <a:extLst>
                  <a:ext uri="{FF2B5EF4-FFF2-40B4-BE49-F238E27FC236}">
                    <a16:creationId xmlns:a16="http://schemas.microsoft.com/office/drawing/2014/main" id="{4614F4A2-2888-4A6A-CDD9-60D39B2391E2}"/>
                  </a:ext>
                </a:extLst>
              </p:cNvPr>
              <p:cNvSpPr/>
              <p:nvPr/>
            </p:nvSpPr>
            <p:spPr>
              <a:xfrm>
                <a:off x="3370636" y="2725764"/>
                <a:ext cx="127000" cy="127000"/>
              </a:xfrm>
              <a:prstGeom prst="ellipse">
                <a:avLst/>
              </a:prstGeom>
              <a:solidFill>
                <a:sysClr val="window" lastClr="FFFFFF"/>
              </a:solidFill>
              <a:ln w="19050" cap="flat" cmpd="sng" algn="ctr">
                <a:solidFill>
                  <a:schemeClr val="accent6">
                    <a:lumMod val="75000"/>
                  </a:schemeClr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sp>
          <p:nvSpPr>
            <p:cNvPr id="227" name="TextBox 226">
              <a:extLst>
                <a:ext uri="{FF2B5EF4-FFF2-40B4-BE49-F238E27FC236}">
                  <a16:creationId xmlns:a16="http://schemas.microsoft.com/office/drawing/2014/main" id="{AD8E526C-6CFC-65A2-3A18-4BD692C67B2E}"/>
                </a:ext>
              </a:extLst>
            </p:cNvPr>
            <p:cNvSpPr txBox="1"/>
            <p:nvPr/>
          </p:nvSpPr>
          <p:spPr>
            <a:xfrm>
              <a:off x="3118241" y="2788541"/>
              <a:ext cx="631790" cy="2539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50" b="0" i="0" u="none" strike="noStrike" kern="0" cap="none" spc="0" normalizeH="0" baseline="0" noProof="0" dirty="0" err="1">
                  <a:ln>
                    <a:noFill/>
                  </a:ln>
                  <a:solidFill>
                    <a:srgbClr val="4EA72E">
                      <a:lumMod val="75000"/>
                    </a:srgbClr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mqtts</a:t>
              </a:r>
              <a:endParaRPr kumimoji="0" lang="en-GB" sz="1200" b="0" i="0" u="none" strike="noStrike" kern="0" cap="none" spc="0" normalizeH="0" baseline="0" noProof="0" dirty="0">
                <a:ln>
                  <a:noFill/>
                </a:ln>
                <a:solidFill>
                  <a:srgbClr val="4EA72E">
                    <a:lumMod val="75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44" name="Freeform: Shape 43">
            <a:extLst>
              <a:ext uri="{FF2B5EF4-FFF2-40B4-BE49-F238E27FC236}">
                <a16:creationId xmlns:a16="http://schemas.microsoft.com/office/drawing/2014/main" id="{5CB767B9-61DE-CA76-18AB-41075C600AD3}"/>
              </a:ext>
            </a:extLst>
          </p:cNvPr>
          <p:cNvSpPr/>
          <p:nvPr/>
        </p:nvSpPr>
        <p:spPr>
          <a:xfrm>
            <a:off x="3581400" y="2114550"/>
            <a:ext cx="1809750" cy="685800"/>
          </a:xfrm>
          <a:custGeom>
            <a:avLst/>
            <a:gdLst>
              <a:gd name="connsiteX0" fmla="*/ 0 w 1809750"/>
              <a:gd name="connsiteY0" fmla="*/ 685800 h 685800"/>
              <a:gd name="connsiteX1" fmla="*/ 742950 w 1809750"/>
              <a:gd name="connsiteY1" fmla="*/ 628650 h 685800"/>
              <a:gd name="connsiteX2" fmla="*/ 1419225 w 1809750"/>
              <a:gd name="connsiteY2" fmla="*/ 438150 h 685800"/>
              <a:gd name="connsiteX3" fmla="*/ 1809750 w 1809750"/>
              <a:gd name="connsiteY3" fmla="*/ 0 h 685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809750" h="685800">
                <a:moveTo>
                  <a:pt x="0" y="685800"/>
                </a:moveTo>
                <a:cubicBezTo>
                  <a:pt x="253206" y="677862"/>
                  <a:pt x="506413" y="669925"/>
                  <a:pt x="742950" y="628650"/>
                </a:cubicBezTo>
                <a:cubicBezTo>
                  <a:pt x="979487" y="587375"/>
                  <a:pt x="1241425" y="542925"/>
                  <a:pt x="1419225" y="438150"/>
                </a:cubicBezTo>
                <a:cubicBezTo>
                  <a:pt x="1597025" y="333375"/>
                  <a:pt x="1703387" y="166687"/>
                  <a:pt x="1809750" y="0"/>
                </a:cubicBezTo>
              </a:path>
            </a:pathLst>
          </a:custGeom>
          <a:noFill/>
          <a:ln>
            <a:solidFill>
              <a:schemeClr val="accent6">
                <a:lumMod val="75000"/>
              </a:schemeClr>
            </a:solidFill>
            <a:headEnd type="triangl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pic>
        <p:nvPicPr>
          <p:cNvPr id="197" name="Picture 196">
            <a:extLst>
              <a:ext uri="{FF2B5EF4-FFF2-40B4-BE49-F238E27FC236}">
                <a16:creationId xmlns:a16="http://schemas.microsoft.com/office/drawing/2014/main" id="{55AC448C-A7C3-FFC2-979B-F50274AF598F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590807" y="1385810"/>
            <a:ext cx="432460" cy="569026"/>
          </a:xfrm>
          <a:prstGeom prst="rect">
            <a:avLst/>
          </a:prstGeom>
        </p:spPr>
      </p:pic>
      <p:grpSp>
        <p:nvGrpSpPr>
          <p:cNvPr id="46" name="Group 45">
            <a:extLst>
              <a:ext uri="{FF2B5EF4-FFF2-40B4-BE49-F238E27FC236}">
                <a16:creationId xmlns:a16="http://schemas.microsoft.com/office/drawing/2014/main" id="{398CD0A0-0553-B201-BB45-C1E8E7AABEFC}"/>
              </a:ext>
            </a:extLst>
          </p:cNvPr>
          <p:cNvGrpSpPr/>
          <p:nvPr/>
        </p:nvGrpSpPr>
        <p:grpSpPr>
          <a:xfrm>
            <a:off x="7809040" y="580845"/>
            <a:ext cx="821464" cy="919480"/>
            <a:chOff x="7894810" y="1381253"/>
            <a:chExt cx="821464" cy="919480"/>
          </a:xfrm>
        </p:grpSpPr>
        <p:sp>
          <p:nvSpPr>
            <p:cNvPr id="48" name="Rectangle: Rounded Corners 47">
              <a:extLst>
                <a:ext uri="{FF2B5EF4-FFF2-40B4-BE49-F238E27FC236}">
                  <a16:creationId xmlns:a16="http://schemas.microsoft.com/office/drawing/2014/main" id="{CF4DB8A4-ECE9-8D94-D2C0-EFCA5EC5D462}"/>
                </a:ext>
              </a:extLst>
            </p:cNvPr>
            <p:cNvSpPr/>
            <p:nvPr/>
          </p:nvSpPr>
          <p:spPr>
            <a:xfrm>
              <a:off x="7991089" y="1649591"/>
              <a:ext cx="628907" cy="628907"/>
            </a:xfrm>
            <a:prstGeom prst="roundRect">
              <a:avLst>
                <a:gd name="adj" fmla="val 8678"/>
              </a:avLst>
            </a:prstGeom>
            <a:solidFill>
              <a:schemeClr val="bg1"/>
            </a:solidFill>
            <a:ln w="28575">
              <a:solidFill>
                <a:srgbClr val="3963DA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srgbClr val="3963DA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A555CCBF-25CE-6701-A53B-6A3798416D19}"/>
                </a:ext>
              </a:extLst>
            </p:cNvPr>
            <p:cNvSpPr txBox="1"/>
            <p:nvPr/>
          </p:nvSpPr>
          <p:spPr>
            <a:xfrm>
              <a:off x="7894810" y="1839068"/>
              <a:ext cx="821464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3963DA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Global Cache</a:t>
              </a:r>
            </a:p>
          </p:txBody>
        </p:sp>
        <p:grpSp>
          <p:nvGrpSpPr>
            <p:cNvPr id="195" name="Group 194">
              <a:extLst>
                <a:ext uri="{FF2B5EF4-FFF2-40B4-BE49-F238E27FC236}">
                  <a16:creationId xmlns:a16="http://schemas.microsoft.com/office/drawing/2014/main" id="{A3DE7DC0-13E8-4A04-EC02-6D30ED1F0F18}"/>
                </a:ext>
              </a:extLst>
            </p:cNvPr>
            <p:cNvGrpSpPr/>
            <p:nvPr/>
          </p:nvGrpSpPr>
          <p:grpSpPr>
            <a:xfrm>
              <a:off x="8036660" y="1381253"/>
              <a:ext cx="537764" cy="547628"/>
              <a:chOff x="6976094" y="2574516"/>
              <a:chExt cx="664523" cy="676715"/>
            </a:xfrm>
          </p:grpSpPr>
          <p:pic>
            <p:nvPicPr>
              <p:cNvPr id="196" name="Picture 195">
                <a:extLst>
                  <a:ext uri="{FF2B5EF4-FFF2-40B4-BE49-F238E27FC236}">
                    <a16:creationId xmlns:a16="http://schemas.microsoft.com/office/drawing/2014/main" id="{746EE572-3E94-AA5E-FA49-91755505DC6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6976094" y="2574516"/>
                <a:ext cx="664522" cy="676715"/>
              </a:xfrm>
              <a:prstGeom prst="rect">
                <a:avLst/>
              </a:prstGeom>
            </p:spPr>
          </p:pic>
          <p:pic>
            <p:nvPicPr>
              <p:cNvPr id="198" name="Picture 197">
                <a:extLst>
                  <a:ext uri="{FF2B5EF4-FFF2-40B4-BE49-F238E27FC236}">
                    <a16:creationId xmlns:a16="http://schemas.microsoft.com/office/drawing/2014/main" id="{936A609F-0E8B-3A40-C734-245AA29D374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>
                <a:extLst>
                  <a:ext uri="{BEBA8EAE-BF5A-486C-A8C5-ECC9F3942E4B}">
                    <a14:imgProps xmlns:a14="http://schemas.microsoft.com/office/drawing/2010/main">
                      <a14:imgLayer r:embed="rId11">
                        <a14:imgEffect>
                          <a14:colorTemperature colorTemp="4700"/>
                        </a14:imgEffect>
                        <a14:imgEffect>
                          <a14:brightnessContrast bright="-20000" contrast="40000"/>
                        </a14:imgEffect>
                      </a14:imgLayer>
                    </a14:imgProps>
                  </a:ext>
                </a:extLst>
              </a:blip>
              <a:stretch>
                <a:fillRect/>
              </a:stretch>
            </p:blipFill>
            <p:spPr>
              <a:xfrm>
                <a:off x="7044932" y="2644373"/>
                <a:ext cx="526845" cy="528534"/>
              </a:xfrm>
              <a:prstGeom prst="ellipse">
                <a:avLst/>
              </a:prstGeom>
              <a:solidFill>
                <a:schemeClr val="bg1"/>
              </a:solidFill>
            </p:spPr>
          </p:pic>
          <p:pic>
            <p:nvPicPr>
              <p:cNvPr id="199" name="Picture 198">
                <a:extLst>
                  <a:ext uri="{FF2B5EF4-FFF2-40B4-BE49-F238E27FC236}">
                    <a16:creationId xmlns:a16="http://schemas.microsoft.com/office/drawing/2014/main" id="{275F6754-C85E-326B-CE55-90DCE961A53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6976095" y="2574516"/>
                <a:ext cx="664522" cy="676715"/>
              </a:xfrm>
              <a:prstGeom prst="rect">
                <a:avLst/>
              </a:prstGeom>
            </p:spPr>
          </p:pic>
          <p:pic>
            <p:nvPicPr>
              <p:cNvPr id="200" name="Picture 199">
                <a:extLst>
                  <a:ext uri="{FF2B5EF4-FFF2-40B4-BE49-F238E27FC236}">
                    <a16:creationId xmlns:a16="http://schemas.microsoft.com/office/drawing/2014/main" id="{8C9C0C68-D888-8E3F-E577-654E581DF5F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>
                <a:extLst>
                  <a:ext uri="{BEBA8EAE-BF5A-486C-A8C5-ECC9F3942E4B}">
                    <a14:imgProps xmlns:a14="http://schemas.microsoft.com/office/drawing/2010/main">
                      <a14:imgLayer r:embed="rId11">
                        <a14:imgEffect>
                          <a14:colorTemperature colorTemp="4700"/>
                        </a14:imgEffect>
                        <a14:imgEffect>
                          <a14:brightnessContrast bright="-20000" contrast="40000"/>
                        </a14:imgEffect>
                      </a14:imgLayer>
                    </a14:imgProps>
                  </a:ext>
                </a:extLst>
              </a:blip>
              <a:stretch>
                <a:fillRect/>
              </a:stretch>
            </p:blipFill>
            <p:spPr>
              <a:xfrm>
                <a:off x="7064641" y="2664144"/>
                <a:ext cx="487430" cy="488992"/>
              </a:xfrm>
              <a:prstGeom prst="ellipse">
                <a:avLst/>
              </a:prstGeom>
              <a:solidFill>
                <a:schemeClr val="bg1"/>
              </a:solidFill>
            </p:spPr>
          </p:pic>
        </p:grpSp>
      </p:grpSp>
      <p:pic>
        <p:nvPicPr>
          <p:cNvPr id="204" name="Picture 203">
            <a:extLst>
              <a:ext uri="{FF2B5EF4-FFF2-40B4-BE49-F238E27FC236}">
                <a16:creationId xmlns:a16="http://schemas.microsoft.com/office/drawing/2014/main" id="{B42B2C13-8EA9-6D08-F286-93D2DBC46A9D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587713" y="863597"/>
            <a:ext cx="475706" cy="625929"/>
          </a:xfrm>
          <a:prstGeom prst="rect">
            <a:avLst/>
          </a:prstGeom>
        </p:spPr>
      </p:pic>
      <p:sp>
        <p:nvSpPr>
          <p:cNvPr id="208" name="Freeform: Shape 207">
            <a:extLst>
              <a:ext uri="{FF2B5EF4-FFF2-40B4-BE49-F238E27FC236}">
                <a16:creationId xmlns:a16="http://schemas.microsoft.com/office/drawing/2014/main" id="{378F09B1-32AD-587F-417D-C4FE56A0EEE2}"/>
              </a:ext>
            </a:extLst>
          </p:cNvPr>
          <p:cNvSpPr/>
          <p:nvPr/>
        </p:nvSpPr>
        <p:spPr>
          <a:xfrm>
            <a:off x="5819775" y="1181100"/>
            <a:ext cx="2009775" cy="647700"/>
          </a:xfrm>
          <a:custGeom>
            <a:avLst/>
            <a:gdLst>
              <a:gd name="connsiteX0" fmla="*/ 2009775 w 2009775"/>
              <a:gd name="connsiteY0" fmla="*/ 0 h 647700"/>
              <a:gd name="connsiteX1" fmla="*/ 1266825 w 2009775"/>
              <a:gd name="connsiteY1" fmla="*/ 133350 h 647700"/>
              <a:gd name="connsiteX2" fmla="*/ 609600 w 2009775"/>
              <a:gd name="connsiteY2" fmla="*/ 542925 h 647700"/>
              <a:gd name="connsiteX3" fmla="*/ 0 w 2009775"/>
              <a:gd name="connsiteY3" fmla="*/ 647700 h 6477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009775" h="647700">
                <a:moveTo>
                  <a:pt x="2009775" y="0"/>
                </a:moveTo>
                <a:cubicBezTo>
                  <a:pt x="1754981" y="21431"/>
                  <a:pt x="1500187" y="42863"/>
                  <a:pt x="1266825" y="133350"/>
                </a:cubicBezTo>
                <a:cubicBezTo>
                  <a:pt x="1033463" y="223837"/>
                  <a:pt x="820737" y="457200"/>
                  <a:pt x="609600" y="542925"/>
                </a:cubicBezTo>
                <a:cubicBezTo>
                  <a:pt x="398462" y="628650"/>
                  <a:pt x="199231" y="638175"/>
                  <a:pt x="0" y="647700"/>
                </a:cubicBezTo>
              </a:path>
            </a:pathLst>
          </a:custGeom>
          <a:noFill/>
          <a:ln>
            <a:solidFill>
              <a:schemeClr val="accent6">
                <a:lumMod val="75000"/>
              </a:schemeClr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30" name="Freeform: Shape 229">
            <a:extLst>
              <a:ext uri="{FF2B5EF4-FFF2-40B4-BE49-F238E27FC236}">
                <a16:creationId xmlns:a16="http://schemas.microsoft.com/office/drawing/2014/main" id="{69CDDF06-8CE8-8822-F22A-77829AEFC3FB}"/>
              </a:ext>
            </a:extLst>
          </p:cNvPr>
          <p:cNvSpPr/>
          <p:nvPr/>
        </p:nvSpPr>
        <p:spPr>
          <a:xfrm>
            <a:off x="3533775" y="851552"/>
            <a:ext cx="4238625" cy="1472548"/>
          </a:xfrm>
          <a:custGeom>
            <a:avLst/>
            <a:gdLst>
              <a:gd name="connsiteX0" fmla="*/ 4238625 w 4238625"/>
              <a:gd name="connsiteY0" fmla="*/ 72373 h 1472548"/>
              <a:gd name="connsiteX1" fmla="*/ 1657350 w 4238625"/>
              <a:gd name="connsiteY1" fmla="*/ 158098 h 1472548"/>
              <a:gd name="connsiteX2" fmla="*/ 0 w 4238625"/>
              <a:gd name="connsiteY2" fmla="*/ 1472548 h 14725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4238625" h="1472548">
                <a:moveTo>
                  <a:pt x="4238625" y="72373"/>
                </a:moveTo>
                <a:cubicBezTo>
                  <a:pt x="3301206" y="-1446"/>
                  <a:pt x="2363787" y="-75264"/>
                  <a:pt x="1657350" y="158098"/>
                </a:cubicBezTo>
                <a:cubicBezTo>
                  <a:pt x="950913" y="391460"/>
                  <a:pt x="475456" y="932004"/>
                  <a:pt x="0" y="1472548"/>
                </a:cubicBezTo>
              </a:path>
            </a:pathLst>
          </a:custGeom>
          <a:noFill/>
          <a:ln>
            <a:solidFill>
              <a:schemeClr val="accent2">
                <a:lumMod val="75000"/>
              </a:schemeClr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grpSp>
        <p:nvGrpSpPr>
          <p:cNvPr id="266" name="Group 265">
            <a:extLst>
              <a:ext uri="{FF2B5EF4-FFF2-40B4-BE49-F238E27FC236}">
                <a16:creationId xmlns:a16="http://schemas.microsoft.com/office/drawing/2014/main" id="{ED72A266-54A1-216C-F530-534D8E3748D3}"/>
              </a:ext>
            </a:extLst>
          </p:cNvPr>
          <p:cNvGrpSpPr/>
          <p:nvPr/>
        </p:nvGrpSpPr>
        <p:grpSpPr>
          <a:xfrm>
            <a:off x="9106083" y="884873"/>
            <a:ext cx="1745352" cy="583376"/>
            <a:chOff x="9538950" y="2402423"/>
            <a:chExt cx="1745352" cy="583376"/>
          </a:xfrm>
        </p:grpSpPr>
        <p:pic>
          <p:nvPicPr>
            <p:cNvPr id="262" name="Picture 261">
              <a:extLst>
                <a:ext uri="{FF2B5EF4-FFF2-40B4-BE49-F238E27FC236}">
                  <a16:creationId xmlns:a16="http://schemas.microsoft.com/office/drawing/2014/main" id="{EBFFF391-40B1-9954-2EE5-5BAE77168A49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10866423" y="2402423"/>
              <a:ext cx="417879" cy="583376"/>
            </a:xfrm>
            <a:prstGeom prst="rect">
              <a:avLst/>
            </a:prstGeom>
          </p:spPr>
        </p:pic>
        <p:pic>
          <p:nvPicPr>
            <p:cNvPr id="263" name="Picture 262">
              <a:extLst>
                <a:ext uri="{FF2B5EF4-FFF2-40B4-BE49-F238E27FC236}">
                  <a16:creationId xmlns:a16="http://schemas.microsoft.com/office/drawing/2014/main" id="{8EE4C6C0-292B-672B-1F98-3C55CE25DDDD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/>
            <a:stretch>
              <a:fillRect/>
            </a:stretch>
          </p:blipFill>
          <p:spPr>
            <a:xfrm>
              <a:off x="10423932" y="2402423"/>
              <a:ext cx="413742" cy="583376"/>
            </a:xfrm>
            <a:prstGeom prst="rect">
              <a:avLst/>
            </a:prstGeom>
          </p:spPr>
        </p:pic>
        <p:pic>
          <p:nvPicPr>
            <p:cNvPr id="264" name="Picture 263">
              <a:extLst>
                <a:ext uri="{FF2B5EF4-FFF2-40B4-BE49-F238E27FC236}">
                  <a16:creationId xmlns:a16="http://schemas.microsoft.com/office/drawing/2014/main" id="{3AEE5BA6-747F-4141-7A88-2ACB63B2DE39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/>
            <a:stretch>
              <a:fillRect/>
            </a:stretch>
          </p:blipFill>
          <p:spPr>
            <a:xfrm>
              <a:off x="9981441" y="2402423"/>
              <a:ext cx="413742" cy="583376"/>
            </a:xfrm>
            <a:prstGeom prst="rect">
              <a:avLst/>
            </a:prstGeom>
          </p:spPr>
        </p:pic>
        <p:pic>
          <p:nvPicPr>
            <p:cNvPr id="265" name="Picture 264">
              <a:extLst>
                <a:ext uri="{FF2B5EF4-FFF2-40B4-BE49-F238E27FC236}">
                  <a16:creationId xmlns:a16="http://schemas.microsoft.com/office/drawing/2014/main" id="{CA6408F6-4714-3249-AD99-0AAE8DEF7ACE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/>
            <a:stretch>
              <a:fillRect/>
            </a:stretch>
          </p:blipFill>
          <p:spPr>
            <a:xfrm>
              <a:off x="9538950" y="2402423"/>
              <a:ext cx="413742" cy="583376"/>
            </a:xfrm>
            <a:prstGeom prst="rect">
              <a:avLst/>
            </a:prstGeom>
          </p:spPr>
        </p:pic>
      </p:grpSp>
      <p:pic>
        <p:nvPicPr>
          <p:cNvPr id="267" name="Picture 266">
            <a:extLst>
              <a:ext uri="{FF2B5EF4-FFF2-40B4-BE49-F238E27FC236}">
                <a16:creationId xmlns:a16="http://schemas.microsoft.com/office/drawing/2014/main" id="{1DBE0C61-3586-C69D-239D-7BF4F4249EB2}"/>
              </a:ext>
            </a:extLst>
          </p:cNvPr>
          <p:cNvPicPr>
            <a:picLocks noChangeAspect="1"/>
          </p:cNvPicPr>
          <p:nvPr/>
        </p:nvPicPr>
        <p:blipFill>
          <a:blip r:embed="rId9">
            <a:duotone>
              <a:prstClr val="black"/>
              <a:schemeClr val="accent4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8588284" y="863596"/>
            <a:ext cx="475706" cy="625929"/>
          </a:xfrm>
          <a:prstGeom prst="rect">
            <a:avLst/>
          </a:prstGeom>
        </p:spPr>
      </p:pic>
      <p:sp>
        <p:nvSpPr>
          <p:cNvPr id="270" name="Freeform: Shape 269">
            <a:extLst>
              <a:ext uri="{FF2B5EF4-FFF2-40B4-BE49-F238E27FC236}">
                <a16:creationId xmlns:a16="http://schemas.microsoft.com/office/drawing/2014/main" id="{1393A327-9BC8-358B-98F8-0393A2119DD9}"/>
              </a:ext>
            </a:extLst>
          </p:cNvPr>
          <p:cNvSpPr/>
          <p:nvPr/>
        </p:nvSpPr>
        <p:spPr>
          <a:xfrm>
            <a:off x="8793957" y="858269"/>
            <a:ext cx="274934" cy="287724"/>
          </a:xfrm>
          <a:custGeom>
            <a:avLst/>
            <a:gdLst>
              <a:gd name="connsiteX0" fmla="*/ 0 w 267789"/>
              <a:gd name="connsiteY0" fmla="*/ 0 h 277586"/>
              <a:gd name="connsiteX1" fmla="*/ 267789 w 267789"/>
              <a:gd name="connsiteY1" fmla="*/ 277586 h 277586"/>
              <a:gd name="connsiteX2" fmla="*/ 267789 w 267789"/>
              <a:gd name="connsiteY2" fmla="*/ 117566 h 277586"/>
              <a:gd name="connsiteX3" fmla="*/ 146957 w 267789"/>
              <a:gd name="connsiteY3" fmla="*/ 6531 h 277586"/>
              <a:gd name="connsiteX4" fmla="*/ 0 w 267789"/>
              <a:gd name="connsiteY4" fmla="*/ 0 h 277586"/>
              <a:gd name="connsiteX0" fmla="*/ 0 w 267789"/>
              <a:gd name="connsiteY0" fmla="*/ 613 h 278199"/>
              <a:gd name="connsiteX1" fmla="*/ 267789 w 267789"/>
              <a:gd name="connsiteY1" fmla="*/ 278199 h 278199"/>
              <a:gd name="connsiteX2" fmla="*/ 267789 w 267789"/>
              <a:gd name="connsiteY2" fmla="*/ 118179 h 278199"/>
              <a:gd name="connsiteX3" fmla="*/ 156482 w 267789"/>
              <a:gd name="connsiteY3" fmla="*/ 0 h 278199"/>
              <a:gd name="connsiteX4" fmla="*/ 0 w 267789"/>
              <a:gd name="connsiteY4" fmla="*/ 613 h 278199"/>
              <a:gd name="connsiteX0" fmla="*/ 0 w 270171"/>
              <a:gd name="connsiteY0" fmla="*/ 5375 h 278199"/>
              <a:gd name="connsiteX1" fmla="*/ 270171 w 270171"/>
              <a:gd name="connsiteY1" fmla="*/ 278199 h 278199"/>
              <a:gd name="connsiteX2" fmla="*/ 270171 w 270171"/>
              <a:gd name="connsiteY2" fmla="*/ 118179 h 278199"/>
              <a:gd name="connsiteX3" fmla="*/ 158864 w 270171"/>
              <a:gd name="connsiteY3" fmla="*/ 0 h 278199"/>
              <a:gd name="connsiteX4" fmla="*/ 0 w 270171"/>
              <a:gd name="connsiteY4" fmla="*/ 5375 h 278199"/>
              <a:gd name="connsiteX0" fmla="*/ 0 w 270171"/>
              <a:gd name="connsiteY0" fmla="*/ 5375 h 266292"/>
              <a:gd name="connsiteX1" fmla="*/ 263028 w 270171"/>
              <a:gd name="connsiteY1" fmla="*/ 266292 h 266292"/>
              <a:gd name="connsiteX2" fmla="*/ 270171 w 270171"/>
              <a:gd name="connsiteY2" fmla="*/ 118179 h 266292"/>
              <a:gd name="connsiteX3" fmla="*/ 158864 w 270171"/>
              <a:gd name="connsiteY3" fmla="*/ 0 h 266292"/>
              <a:gd name="connsiteX4" fmla="*/ 0 w 270171"/>
              <a:gd name="connsiteY4" fmla="*/ 5375 h 266292"/>
              <a:gd name="connsiteX0" fmla="*/ 0 w 274934"/>
              <a:gd name="connsiteY0" fmla="*/ 5375 h 287724"/>
              <a:gd name="connsiteX1" fmla="*/ 274934 w 274934"/>
              <a:gd name="connsiteY1" fmla="*/ 287724 h 287724"/>
              <a:gd name="connsiteX2" fmla="*/ 270171 w 274934"/>
              <a:gd name="connsiteY2" fmla="*/ 118179 h 287724"/>
              <a:gd name="connsiteX3" fmla="*/ 158864 w 274934"/>
              <a:gd name="connsiteY3" fmla="*/ 0 h 287724"/>
              <a:gd name="connsiteX4" fmla="*/ 0 w 274934"/>
              <a:gd name="connsiteY4" fmla="*/ 5375 h 2877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4934" h="287724">
                <a:moveTo>
                  <a:pt x="0" y="5375"/>
                </a:moveTo>
                <a:lnTo>
                  <a:pt x="274934" y="287724"/>
                </a:lnTo>
                <a:lnTo>
                  <a:pt x="270171" y="118179"/>
                </a:lnTo>
                <a:lnTo>
                  <a:pt x="158864" y="0"/>
                </a:lnTo>
                <a:lnTo>
                  <a:pt x="0" y="5375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31" name="Freeform: Shape 230">
            <a:extLst>
              <a:ext uri="{FF2B5EF4-FFF2-40B4-BE49-F238E27FC236}">
                <a16:creationId xmlns:a16="http://schemas.microsoft.com/office/drawing/2014/main" id="{4F6D697D-AF63-CABE-8294-FE4CB80F5F3D}"/>
              </a:ext>
            </a:extLst>
          </p:cNvPr>
          <p:cNvSpPr/>
          <p:nvPr/>
        </p:nvSpPr>
        <p:spPr>
          <a:xfrm>
            <a:off x="5799995" y="1077850"/>
            <a:ext cx="2009775" cy="647700"/>
          </a:xfrm>
          <a:custGeom>
            <a:avLst/>
            <a:gdLst>
              <a:gd name="connsiteX0" fmla="*/ 2009775 w 2009775"/>
              <a:gd name="connsiteY0" fmla="*/ 0 h 647700"/>
              <a:gd name="connsiteX1" fmla="*/ 1266825 w 2009775"/>
              <a:gd name="connsiteY1" fmla="*/ 133350 h 647700"/>
              <a:gd name="connsiteX2" fmla="*/ 609600 w 2009775"/>
              <a:gd name="connsiteY2" fmla="*/ 542925 h 647700"/>
              <a:gd name="connsiteX3" fmla="*/ 0 w 2009775"/>
              <a:gd name="connsiteY3" fmla="*/ 647700 h 6477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009775" h="647700">
                <a:moveTo>
                  <a:pt x="2009775" y="0"/>
                </a:moveTo>
                <a:cubicBezTo>
                  <a:pt x="1754981" y="21431"/>
                  <a:pt x="1500187" y="42863"/>
                  <a:pt x="1266825" y="133350"/>
                </a:cubicBezTo>
                <a:cubicBezTo>
                  <a:pt x="1033463" y="223837"/>
                  <a:pt x="820737" y="457200"/>
                  <a:pt x="609600" y="542925"/>
                </a:cubicBezTo>
                <a:cubicBezTo>
                  <a:pt x="398462" y="628650"/>
                  <a:pt x="199231" y="638175"/>
                  <a:pt x="0" y="647700"/>
                </a:cubicBezTo>
              </a:path>
            </a:pathLst>
          </a:custGeom>
          <a:noFill/>
          <a:ln>
            <a:solidFill>
              <a:schemeClr val="accent6">
                <a:lumMod val="75000"/>
              </a:schemeClr>
            </a:solidFill>
            <a:headEnd type="triangl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grpSp>
        <p:nvGrpSpPr>
          <p:cNvPr id="252" name="Group 251">
            <a:extLst>
              <a:ext uri="{FF2B5EF4-FFF2-40B4-BE49-F238E27FC236}">
                <a16:creationId xmlns:a16="http://schemas.microsoft.com/office/drawing/2014/main" id="{678648B0-279B-9FF0-BCE1-3CCFFFE35C7A}"/>
              </a:ext>
            </a:extLst>
          </p:cNvPr>
          <p:cNvGrpSpPr/>
          <p:nvPr/>
        </p:nvGrpSpPr>
        <p:grpSpPr>
          <a:xfrm>
            <a:off x="4589288" y="1373398"/>
            <a:ext cx="480439" cy="635200"/>
            <a:chOff x="6238875" y="2481185"/>
            <a:chExt cx="480439" cy="635200"/>
          </a:xfrm>
        </p:grpSpPr>
        <p:pic>
          <p:nvPicPr>
            <p:cNvPr id="232" name="Picture 231">
              <a:extLst>
                <a:ext uri="{FF2B5EF4-FFF2-40B4-BE49-F238E27FC236}">
                  <a16:creationId xmlns:a16="http://schemas.microsoft.com/office/drawing/2014/main" id="{BF2D3CE5-7B32-C51D-D2CB-2937C7E53D32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duotone>
                <a:prstClr val="black"/>
                <a:schemeClr val="accent4">
                  <a:tint val="45000"/>
                  <a:satMod val="400000"/>
                </a:schemeClr>
              </a:duotone>
            </a:blip>
            <a:stretch>
              <a:fillRect/>
            </a:stretch>
          </p:blipFill>
          <p:spPr>
            <a:xfrm>
              <a:off x="6238875" y="2490456"/>
              <a:ext cx="475706" cy="625929"/>
            </a:xfrm>
            <a:prstGeom prst="rect">
              <a:avLst/>
            </a:prstGeom>
          </p:spPr>
        </p:pic>
        <p:sp>
          <p:nvSpPr>
            <p:cNvPr id="233" name="Freeform: Shape 232">
              <a:extLst>
                <a:ext uri="{FF2B5EF4-FFF2-40B4-BE49-F238E27FC236}">
                  <a16:creationId xmlns:a16="http://schemas.microsoft.com/office/drawing/2014/main" id="{FF5FEDDB-9360-469C-DA3A-FF6253BD7E5D}"/>
                </a:ext>
              </a:extLst>
            </p:cNvPr>
            <p:cNvSpPr/>
            <p:nvPr/>
          </p:nvSpPr>
          <p:spPr>
            <a:xfrm>
              <a:off x="6444380" y="2481185"/>
              <a:ext cx="274934" cy="287724"/>
            </a:xfrm>
            <a:custGeom>
              <a:avLst/>
              <a:gdLst>
                <a:gd name="connsiteX0" fmla="*/ 0 w 267789"/>
                <a:gd name="connsiteY0" fmla="*/ 0 h 277586"/>
                <a:gd name="connsiteX1" fmla="*/ 267789 w 267789"/>
                <a:gd name="connsiteY1" fmla="*/ 277586 h 277586"/>
                <a:gd name="connsiteX2" fmla="*/ 267789 w 267789"/>
                <a:gd name="connsiteY2" fmla="*/ 117566 h 277586"/>
                <a:gd name="connsiteX3" fmla="*/ 146957 w 267789"/>
                <a:gd name="connsiteY3" fmla="*/ 6531 h 277586"/>
                <a:gd name="connsiteX4" fmla="*/ 0 w 267789"/>
                <a:gd name="connsiteY4" fmla="*/ 0 h 277586"/>
                <a:gd name="connsiteX0" fmla="*/ 0 w 267789"/>
                <a:gd name="connsiteY0" fmla="*/ 613 h 278199"/>
                <a:gd name="connsiteX1" fmla="*/ 267789 w 267789"/>
                <a:gd name="connsiteY1" fmla="*/ 278199 h 278199"/>
                <a:gd name="connsiteX2" fmla="*/ 267789 w 267789"/>
                <a:gd name="connsiteY2" fmla="*/ 118179 h 278199"/>
                <a:gd name="connsiteX3" fmla="*/ 156482 w 267789"/>
                <a:gd name="connsiteY3" fmla="*/ 0 h 278199"/>
                <a:gd name="connsiteX4" fmla="*/ 0 w 267789"/>
                <a:gd name="connsiteY4" fmla="*/ 613 h 278199"/>
                <a:gd name="connsiteX0" fmla="*/ 0 w 270171"/>
                <a:gd name="connsiteY0" fmla="*/ 5375 h 278199"/>
                <a:gd name="connsiteX1" fmla="*/ 270171 w 270171"/>
                <a:gd name="connsiteY1" fmla="*/ 278199 h 278199"/>
                <a:gd name="connsiteX2" fmla="*/ 270171 w 270171"/>
                <a:gd name="connsiteY2" fmla="*/ 118179 h 278199"/>
                <a:gd name="connsiteX3" fmla="*/ 158864 w 270171"/>
                <a:gd name="connsiteY3" fmla="*/ 0 h 278199"/>
                <a:gd name="connsiteX4" fmla="*/ 0 w 270171"/>
                <a:gd name="connsiteY4" fmla="*/ 5375 h 278199"/>
                <a:gd name="connsiteX0" fmla="*/ 0 w 270171"/>
                <a:gd name="connsiteY0" fmla="*/ 5375 h 266292"/>
                <a:gd name="connsiteX1" fmla="*/ 263028 w 270171"/>
                <a:gd name="connsiteY1" fmla="*/ 266292 h 266292"/>
                <a:gd name="connsiteX2" fmla="*/ 270171 w 270171"/>
                <a:gd name="connsiteY2" fmla="*/ 118179 h 266292"/>
                <a:gd name="connsiteX3" fmla="*/ 158864 w 270171"/>
                <a:gd name="connsiteY3" fmla="*/ 0 h 266292"/>
                <a:gd name="connsiteX4" fmla="*/ 0 w 270171"/>
                <a:gd name="connsiteY4" fmla="*/ 5375 h 266292"/>
                <a:gd name="connsiteX0" fmla="*/ 0 w 274934"/>
                <a:gd name="connsiteY0" fmla="*/ 5375 h 287724"/>
                <a:gd name="connsiteX1" fmla="*/ 274934 w 274934"/>
                <a:gd name="connsiteY1" fmla="*/ 287724 h 287724"/>
                <a:gd name="connsiteX2" fmla="*/ 270171 w 274934"/>
                <a:gd name="connsiteY2" fmla="*/ 118179 h 287724"/>
                <a:gd name="connsiteX3" fmla="*/ 158864 w 274934"/>
                <a:gd name="connsiteY3" fmla="*/ 0 h 287724"/>
                <a:gd name="connsiteX4" fmla="*/ 0 w 274934"/>
                <a:gd name="connsiteY4" fmla="*/ 5375 h 2877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74934" h="287724">
                  <a:moveTo>
                    <a:pt x="0" y="5375"/>
                  </a:moveTo>
                  <a:lnTo>
                    <a:pt x="274934" y="287724"/>
                  </a:lnTo>
                  <a:lnTo>
                    <a:pt x="270171" y="118179"/>
                  </a:lnTo>
                  <a:lnTo>
                    <a:pt x="158864" y="0"/>
                  </a:lnTo>
                  <a:lnTo>
                    <a:pt x="0" y="5375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06D542B7-5E98-E188-1A4B-BAA9C5A3481D}"/>
              </a:ext>
            </a:extLst>
          </p:cNvPr>
          <p:cNvGrpSpPr/>
          <p:nvPr/>
        </p:nvGrpSpPr>
        <p:grpSpPr>
          <a:xfrm>
            <a:off x="4975127" y="1161045"/>
            <a:ext cx="821464" cy="913071"/>
            <a:chOff x="8941274" y="4193447"/>
            <a:chExt cx="821464" cy="913071"/>
          </a:xfrm>
        </p:grpSpPr>
        <p:sp>
          <p:nvSpPr>
            <p:cNvPr id="18" name="Rectangle: Rounded Corners 17">
              <a:extLst>
                <a:ext uri="{FF2B5EF4-FFF2-40B4-BE49-F238E27FC236}">
                  <a16:creationId xmlns:a16="http://schemas.microsoft.com/office/drawing/2014/main" id="{32981A59-85FB-8144-9981-4469A01ED99C}"/>
                </a:ext>
              </a:extLst>
            </p:cNvPr>
            <p:cNvSpPr/>
            <p:nvPr/>
          </p:nvSpPr>
          <p:spPr>
            <a:xfrm>
              <a:off x="9037553" y="4455376"/>
              <a:ext cx="628907" cy="628907"/>
            </a:xfrm>
            <a:prstGeom prst="roundRect">
              <a:avLst>
                <a:gd name="adj" fmla="val 8678"/>
              </a:avLst>
            </a:prstGeom>
            <a:solidFill>
              <a:schemeClr val="bg1"/>
            </a:solidFill>
            <a:ln w="28575">
              <a:solidFill>
                <a:srgbClr val="3963DA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srgbClr val="3963DA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52E58A89-9887-F46A-482A-F5890F1091F3}"/>
                </a:ext>
              </a:extLst>
            </p:cNvPr>
            <p:cNvSpPr txBox="1"/>
            <p:nvPr/>
          </p:nvSpPr>
          <p:spPr>
            <a:xfrm>
              <a:off x="8941274" y="4644853"/>
              <a:ext cx="821464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3963DA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Global Broker</a:t>
              </a:r>
            </a:p>
          </p:txBody>
        </p:sp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071DE7C0-CB51-08A1-1134-607224814864}"/>
                </a:ext>
              </a:extLst>
            </p:cNvPr>
            <p:cNvGrpSpPr/>
            <p:nvPr/>
          </p:nvGrpSpPr>
          <p:grpSpPr>
            <a:xfrm>
              <a:off x="9094796" y="4193447"/>
              <a:ext cx="514420" cy="523858"/>
              <a:chOff x="6520709" y="4021299"/>
              <a:chExt cx="664522" cy="676715"/>
            </a:xfrm>
          </p:grpSpPr>
          <p:pic>
            <p:nvPicPr>
              <p:cNvPr id="21" name="Picture 20">
                <a:extLst>
                  <a:ext uri="{FF2B5EF4-FFF2-40B4-BE49-F238E27FC236}">
                    <a16:creationId xmlns:a16="http://schemas.microsoft.com/office/drawing/2014/main" id="{0FB4C4A5-9C24-2671-0589-277D469F321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6520709" y="4021299"/>
                <a:ext cx="664522" cy="676715"/>
              </a:xfrm>
              <a:prstGeom prst="rect">
                <a:avLst/>
              </a:prstGeom>
            </p:spPr>
          </p:pic>
          <p:sp>
            <p:nvSpPr>
              <p:cNvPr id="22" name="Oval 21">
                <a:extLst>
                  <a:ext uri="{FF2B5EF4-FFF2-40B4-BE49-F238E27FC236}">
                    <a16:creationId xmlns:a16="http://schemas.microsoft.com/office/drawing/2014/main" id="{ECE111FF-C015-4EE3-C4FF-14BD24065894}"/>
                  </a:ext>
                </a:extLst>
              </p:cNvPr>
              <p:cNvSpPr/>
              <p:nvPr/>
            </p:nvSpPr>
            <p:spPr>
              <a:xfrm>
                <a:off x="6610176" y="4113239"/>
                <a:ext cx="485588" cy="485586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pic>
            <p:nvPicPr>
              <p:cNvPr id="25" name="Picture 24">
                <a:extLst>
                  <a:ext uri="{FF2B5EF4-FFF2-40B4-BE49-F238E27FC236}">
                    <a16:creationId xmlns:a16="http://schemas.microsoft.com/office/drawing/2014/main" id="{912DF3E1-B0EA-6456-C470-D8926B93CD5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6647343" y="4147676"/>
                <a:ext cx="424360" cy="387637"/>
              </a:xfrm>
              <a:prstGeom prst="rect">
                <a:avLst/>
              </a:prstGeom>
            </p:spPr>
          </p:pic>
        </p:grpSp>
      </p:grpSp>
      <p:grpSp>
        <p:nvGrpSpPr>
          <p:cNvPr id="298" name="Group 297">
            <a:extLst>
              <a:ext uri="{FF2B5EF4-FFF2-40B4-BE49-F238E27FC236}">
                <a16:creationId xmlns:a16="http://schemas.microsoft.com/office/drawing/2014/main" id="{A72C11D0-4991-04B0-1B61-6236ADDADC63}"/>
              </a:ext>
            </a:extLst>
          </p:cNvPr>
          <p:cNvGrpSpPr/>
          <p:nvPr/>
        </p:nvGrpSpPr>
        <p:grpSpPr>
          <a:xfrm>
            <a:off x="11164420" y="3622704"/>
            <a:ext cx="970364" cy="1164438"/>
            <a:chOff x="10835927" y="2405227"/>
            <a:chExt cx="970364" cy="1164438"/>
          </a:xfrm>
        </p:grpSpPr>
        <p:pic>
          <p:nvPicPr>
            <p:cNvPr id="299" name="Picture 298">
              <a:extLst>
                <a:ext uri="{FF2B5EF4-FFF2-40B4-BE49-F238E27FC236}">
                  <a16:creationId xmlns:a16="http://schemas.microsoft.com/office/drawing/2014/main" id="{0C31F313-7EB4-B276-5B4A-BF2EA74E4B65}"/>
                </a:ext>
              </a:extLst>
            </p:cNvPr>
            <p:cNvPicPr>
              <a:picLocks noChangeAspect="1"/>
            </p:cNvPicPr>
            <p:nvPr/>
          </p:nvPicPr>
          <p:blipFill>
            <a:blip r:embed="rId17"/>
            <a:stretch>
              <a:fillRect/>
            </a:stretch>
          </p:blipFill>
          <p:spPr>
            <a:xfrm>
              <a:off x="10835927" y="2405227"/>
              <a:ext cx="970364" cy="1164438"/>
            </a:xfrm>
            <a:prstGeom prst="rect">
              <a:avLst/>
            </a:prstGeom>
          </p:spPr>
        </p:pic>
        <p:pic>
          <p:nvPicPr>
            <p:cNvPr id="300" name="Picture 299" descr="Space4Water Portal">
              <a:extLst>
                <a:ext uri="{FF2B5EF4-FFF2-40B4-BE49-F238E27FC236}">
                  <a16:creationId xmlns:a16="http://schemas.microsoft.com/office/drawing/2014/main" id="{6F03096E-9BC8-34C0-8D4C-917B1C9C9D42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1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555" t="31422" r="63711" b="36133"/>
            <a:stretch/>
          </p:blipFill>
          <p:spPr bwMode="auto">
            <a:xfrm rot="21430420">
              <a:off x="11363402" y="3178637"/>
              <a:ext cx="143756" cy="15176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302" name="TextBox 301">
            <a:extLst>
              <a:ext uri="{FF2B5EF4-FFF2-40B4-BE49-F238E27FC236}">
                <a16:creationId xmlns:a16="http://schemas.microsoft.com/office/drawing/2014/main" id="{A728AF7B-2E7F-632C-D4BF-783720230FFB}"/>
              </a:ext>
            </a:extLst>
          </p:cNvPr>
          <p:cNvSpPr txBox="1"/>
          <p:nvPr/>
        </p:nvSpPr>
        <p:spPr>
          <a:xfrm>
            <a:off x="1558820" y="5629159"/>
            <a:ext cx="4851506" cy="646331"/>
          </a:xfrm>
          <a:prstGeom prst="rect">
            <a:avLst/>
          </a:prstGeom>
          <a:solidFill>
            <a:srgbClr val="FFFFFF">
              <a:alpha val="69804"/>
            </a:srgbClr>
          </a:solidFill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But how do GTS users get their data from WIS2?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FFFF00"/>
                </a:highlight>
                <a:uLnTx/>
                <a:uFillTx/>
                <a:latin typeface="Aptos" panose="02110004020202020204"/>
                <a:ea typeface="+mn-ea"/>
                <a:cs typeface="+mn-cs"/>
              </a:rPr>
              <a:t>WIS2-to-GTS gateways</a:t>
            </a:r>
          </a:p>
        </p:txBody>
      </p:sp>
      <p:cxnSp>
        <p:nvCxnSpPr>
          <p:cNvPr id="303" name="Straight Arrow Connector 302">
            <a:extLst>
              <a:ext uri="{FF2B5EF4-FFF2-40B4-BE49-F238E27FC236}">
                <a16:creationId xmlns:a16="http://schemas.microsoft.com/office/drawing/2014/main" id="{67E03FA4-97B8-9727-0FC0-C3C8C766C7B0}"/>
              </a:ext>
            </a:extLst>
          </p:cNvPr>
          <p:cNvCxnSpPr>
            <a:cxnSpLocks/>
          </p:cNvCxnSpPr>
          <p:nvPr/>
        </p:nvCxnSpPr>
        <p:spPr>
          <a:xfrm flipV="1">
            <a:off x="9496425" y="4419600"/>
            <a:ext cx="1743075" cy="838200"/>
          </a:xfrm>
          <a:prstGeom prst="straightConnector1">
            <a:avLst/>
          </a:prstGeom>
          <a:ln>
            <a:solidFill>
              <a:schemeClr val="bg1">
                <a:lumMod val="85000"/>
              </a:schemeClr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304" name="Group 303">
            <a:extLst>
              <a:ext uri="{FF2B5EF4-FFF2-40B4-BE49-F238E27FC236}">
                <a16:creationId xmlns:a16="http://schemas.microsoft.com/office/drawing/2014/main" id="{49CC6E9C-7F4F-C572-13CA-65005181B87F}"/>
              </a:ext>
            </a:extLst>
          </p:cNvPr>
          <p:cNvGrpSpPr/>
          <p:nvPr/>
        </p:nvGrpSpPr>
        <p:grpSpPr>
          <a:xfrm>
            <a:off x="6091945" y="2291271"/>
            <a:ext cx="3910790" cy="1002588"/>
            <a:chOff x="6091945" y="2291271"/>
            <a:chExt cx="3910790" cy="1002588"/>
          </a:xfrm>
        </p:grpSpPr>
        <p:grpSp>
          <p:nvGrpSpPr>
            <p:cNvPr id="305" name="Group 304">
              <a:extLst>
                <a:ext uri="{FF2B5EF4-FFF2-40B4-BE49-F238E27FC236}">
                  <a16:creationId xmlns:a16="http://schemas.microsoft.com/office/drawing/2014/main" id="{24937515-3F8F-DB36-003E-39201532B266}"/>
                </a:ext>
              </a:extLst>
            </p:cNvPr>
            <p:cNvGrpSpPr/>
            <p:nvPr/>
          </p:nvGrpSpPr>
          <p:grpSpPr>
            <a:xfrm>
              <a:off x="6091945" y="2291271"/>
              <a:ext cx="821464" cy="995698"/>
              <a:chOff x="9666460" y="941309"/>
              <a:chExt cx="821464" cy="995698"/>
            </a:xfrm>
          </p:grpSpPr>
          <p:sp>
            <p:nvSpPr>
              <p:cNvPr id="313" name="Rectangle: Rounded Corners 312">
                <a:extLst>
                  <a:ext uri="{FF2B5EF4-FFF2-40B4-BE49-F238E27FC236}">
                    <a16:creationId xmlns:a16="http://schemas.microsoft.com/office/drawing/2014/main" id="{75CEB8FD-8337-3A4B-027B-2C81055D50D9}"/>
                  </a:ext>
                </a:extLst>
              </p:cNvPr>
              <p:cNvSpPr/>
              <p:nvPr/>
            </p:nvSpPr>
            <p:spPr>
              <a:xfrm>
                <a:off x="9762739" y="1285865"/>
                <a:ext cx="628907" cy="628907"/>
              </a:xfrm>
              <a:prstGeom prst="roundRect">
                <a:avLst>
                  <a:gd name="adj" fmla="val 8678"/>
                </a:avLst>
              </a:prstGeom>
              <a:solidFill>
                <a:schemeClr val="bg1"/>
              </a:solidFill>
              <a:ln w="28575">
                <a:solidFill>
                  <a:srgbClr val="3963DA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3963DA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314" name="TextBox 313">
                <a:extLst>
                  <a:ext uri="{FF2B5EF4-FFF2-40B4-BE49-F238E27FC236}">
                    <a16:creationId xmlns:a16="http://schemas.microsoft.com/office/drawing/2014/main" id="{873B9691-B670-25C5-F270-C90203B9359F}"/>
                  </a:ext>
                </a:extLst>
              </p:cNvPr>
              <p:cNvSpPr txBox="1"/>
              <p:nvPr/>
            </p:nvSpPr>
            <p:spPr>
              <a:xfrm>
                <a:off x="9666460" y="1475342"/>
                <a:ext cx="821464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3963DA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W2-GTS Gateway</a:t>
                </a:r>
              </a:p>
            </p:txBody>
          </p:sp>
          <p:grpSp>
            <p:nvGrpSpPr>
              <p:cNvPr id="315" name="Group 314">
                <a:extLst>
                  <a:ext uri="{FF2B5EF4-FFF2-40B4-BE49-F238E27FC236}">
                    <a16:creationId xmlns:a16="http://schemas.microsoft.com/office/drawing/2014/main" id="{12CE6B70-8CC6-41DD-106A-CCC09075128C}"/>
                  </a:ext>
                </a:extLst>
              </p:cNvPr>
              <p:cNvGrpSpPr/>
              <p:nvPr/>
            </p:nvGrpSpPr>
            <p:grpSpPr>
              <a:xfrm>
                <a:off x="9815731" y="1019607"/>
                <a:ext cx="522922" cy="532516"/>
                <a:chOff x="9610100" y="3519705"/>
                <a:chExt cx="498392" cy="507536"/>
              </a:xfrm>
            </p:grpSpPr>
            <p:pic>
              <p:nvPicPr>
                <p:cNvPr id="317" name="Picture 316">
                  <a:extLst>
                    <a:ext uri="{FF2B5EF4-FFF2-40B4-BE49-F238E27FC236}">
                      <a16:creationId xmlns:a16="http://schemas.microsoft.com/office/drawing/2014/main" id="{159A1371-04C9-0A26-8A12-69A460FBBB9B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9610100" y="3519705"/>
                  <a:ext cx="498392" cy="507536"/>
                </a:xfrm>
                <a:prstGeom prst="rect">
                  <a:avLst/>
                </a:prstGeom>
              </p:spPr>
            </p:pic>
            <p:pic>
              <p:nvPicPr>
                <p:cNvPr id="318" name="Picture 317">
                  <a:extLst>
                    <a:ext uri="{FF2B5EF4-FFF2-40B4-BE49-F238E27FC236}">
                      <a16:creationId xmlns:a16="http://schemas.microsoft.com/office/drawing/2014/main" id="{E6E449EA-AFEE-9A9E-B7E6-A6DBB677197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9"/>
                <a:srcRect l="6381" t="6381" r="6381" b="6381"/>
                <a:stretch/>
              </p:blipFill>
              <p:spPr>
                <a:xfrm>
                  <a:off x="9680900" y="3595077"/>
                  <a:ext cx="356792" cy="356792"/>
                </a:xfrm>
                <a:prstGeom prst="ellipse">
                  <a:avLst/>
                </a:prstGeom>
                <a:solidFill>
                  <a:schemeClr val="bg1"/>
                </a:solidFill>
              </p:spPr>
            </p:pic>
          </p:grpSp>
          <p:pic>
            <p:nvPicPr>
              <p:cNvPr id="316" name="Picture 315">
                <a:extLst>
                  <a:ext uri="{FF2B5EF4-FFF2-40B4-BE49-F238E27FC236}">
                    <a16:creationId xmlns:a16="http://schemas.microsoft.com/office/drawing/2014/main" id="{A1F01620-E0E3-61FC-BD5A-CEDF9AF7EE2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0"/>
              <a:srcRect l="70600" t="4796" r="541" b="37615"/>
              <a:stretch/>
            </p:blipFill>
            <p:spPr>
              <a:xfrm>
                <a:off x="10136699" y="941309"/>
                <a:ext cx="255340" cy="266096"/>
              </a:xfrm>
              <a:prstGeom prst="ellipse">
                <a:avLst/>
              </a:prstGeom>
            </p:spPr>
          </p:pic>
        </p:grpSp>
        <p:grpSp>
          <p:nvGrpSpPr>
            <p:cNvPr id="306" name="Group 305">
              <a:extLst>
                <a:ext uri="{FF2B5EF4-FFF2-40B4-BE49-F238E27FC236}">
                  <a16:creationId xmlns:a16="http://schemas.microsoft.com/office/drawing/2014/main" id="{E17848B9-33A7-B389-E64F-CC741870CD56}"/>
                </a:ext>
              </a:extLst>
            </p:cNvPr>
            <p:cNvGrpSpPr/>
            <p:nvPr/>
          </p:nvGrpSpPr>
          <p:grpSpPr>
            <a:xfrm>
              <a:off x="9181271" y="2300144"/>
              <a:ext cx="821464" cy="993715"/>
              <a:chOff x="10807402" y="1038680"/>
              <a:chExt cx="821464" cy="993715"/>
            </a:xfrm>
          </p:grpSpPr>
          <p:sp>
            <p:nvSpPr>
              <p:cNvPr id="307" name="Rectangle: Rounded Corners 306">
                <a:extLst>
                  <a:ext uri="{FF2B5EF4-FFF2-40B4-BE49-F238E27FC236}">
                    <a16:creationId xmlns:a16="http://schemas.microsoft.com/office/drawing/2014/main" id="{91EE8634-8E7E-A80F-5A0A-A9528D6C3BCA}"/>
                  </a:ext>
                </a:extLst>
              </p:cNvPr>
              <p:cNvSpPr/>
              <p:nvPr/>
            </p:nvSpPr>
            <p:spPr>
              <a:xfrm>
                <a:off x="10903681" y="1381253"/>
                <a:ext cx="628907" cy="628907"/>
              </a:xfrm>
              <a:prstGeom prst="roundRect">
                <a:avLst>
                  <a:gd name="adj" fmla="val 8678"/>
                </a:avLst>
              </a:prstGeom>
              <a:solidFill>
                <a:schemeClr val="bg1"/>
              </a:solidFill>
              <a:ln w="28575">
                <a:solidFill>
                  <a:srgbClr val="3963DA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3963DA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308" name="TextBox 307">
                <a:extLst>
                  <a:ext uri="{FF2B5EF4-FFF2-40B4-BE49-F238E27FC236}">
                    <a16:creationId xmlns:a16="http://schemas.microsoft.com/office/drawing/2014/main" id="{98BD35E4-D4C9-CED6-1DD1-DF3782E6FDF1}"/>
                  </a:ext>
                </a:extLst>
              </p:cNvPr>
              <p:cNvSpPr txBox="1"/>
              <p:nvPr/>
            </p:nvSpPr>
            <p:spPr>
              <a:xfrm>
                <a:off x="10807402" y="1570730"/>
                <a:ext cx="821464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3963DA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W2-GTS Gateway</a:t>
                </a:r>
              </a:p>
            </p:txBody>
          </p:sp>
          <p:grpSp>
            <p:nvGrpSpPr>
              <p:cNvPr id="309" name="Group 308">
                <a:extLst>
                  <a:ext uri="{FF2B5EF4-FFF2-40B4-BE49-F238E27FC236}">
                    <a16:creationId xmlns:a16="http://schemas.microsoft.com/office/drawing/2014/main" id="{215B1E05-9D90-8181-37DA-1F89C5F96743}"/>
                  </a:ext>
                </a:extLst>
              </p:cNvPr>
              <p:cNvGrpSpPr/>
              <p:nvPr/>
            </p:nvGrpSpPr>
            <p:grpSpPr>
              <a:xfrm>
                <a:off x="10956673" y="1114995"/>
                <a:ext cx="522922" cy="532516"/>
                <a:chOff x="9610100" y="3519705"/>
                <a:chExt cx="498392" cy="507536"/>
              </a:xfrm>
            </p:grpSpPr>
            <p:pic>
              <p:nvPicPr>
                <p:cNvPr id="311" name="Picture 310">
                  <a:extLst>
                    <a:ext uri="{FF2B5EF4-FFF2-40B4-BE49-F238E27FC236}">
                      <a16:creationId xmlns:a16="http://schemas.microsoft.com/office/drawing/2014/main" id="{260B4D15-A66E-7B1B-8C19-60CBBF038D70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9610100" y="3519705"/>
                  <a:ext cx="498392" cy="507536"/>
                </a:xfrm>
                <a:prstGeom prst="rect">
                  <a:avLst/>
                </a:prstGeom>
              </p:spPr>
            </p:pic>
            <p:pic>
              <p:nvPicPr>
                <p:cNvPr id="312" name="Picture 311">
                  <a:extLst>
                    <a:ext uri="{FF2B5EF4-FFF2-40B4-BE49-F238E27FC236}">
                      <a16:creationId xmlns:a16="http://schemas.microsoft.com/office/drawing/2014/main" id="{B61C2F9B-8819-96A3-E4AE-0BDCFF47D885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9"/>
                <a:srcRect l="6381" t="6381" r="6381" b="6381"/>
                <a:stretch/>
              </p:blipFill>
              <p:spPr>
                <a:xfrm>
                  <a:off x="9680900" y="3595077"/>
                  <a:ext cx="356792" cy="356792"/>
                </a:xfrm>
                <a:prstGeom prst="ellipse">
                  <a:avLst/>
                </a:prstGeom>
                <a:solidFill>
                  <a:schemeClr val="bg1"/>
                </a:solidFill>
              </p:spPr>
            </p:pic>
          </p:grpSp>
          <p:pic>
            <p:nvPicPr>
              <p:cNvPr id="310" name="Picture 309">
                <a:extLst>
                  <a:ext uri="{FF2B5EF4-FFF2-40B4-BE49-F238E27FC236}">
                    <a16:creationId xmlns:a16="http://schemas.microsoft.com/office/drawing/2014/main" id="{03E30916-D42D-0A98-E859-70EFF4B7358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0"/>
              <a:srcRect l="-953" t="6033" r="72094" b="41106"/>
              <a:stretch/>
            </p:blipFill>
            <p:spPr>
              <a:xfrm>
                <a:off x="11283093" y="1038680"/>
                <a:ext cx="255340" cy="244246"/>
              </a:xfrm>
              <a:prstGeom prst="ellipse">
                <a:avLst/>
              </a:prstGeom>
            </p:spPr>
          </p:pic>
        </p:grpSp>
      </p:grpSp>
    </p:spTree>
    <p:extLst>
      <p:ext uri="{BB962C8B-B14F-4D97-AF65-F5344CB8AC3E}">
        <p14:creationId xmlns:p14="http://schemas.microsoft.com/office/powerpoint/2010/main" val="26598018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 tmFilter="0, 0; .2, .5; .8, .5; 1, 0"/>
                                        <p:tgtEl>
                                          <p:spTgt spid="298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250" autoRev="1" fill="hold"/>
                                        <p:tgtEl>
                                          <p:spTgt spid="298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2323AF-DA4A-09B1-2851-EE7CE4CFB0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9" name="Group 228">
            <a:extLst>
              <a:ext uri="{FF2B5EF4-FFF2-40B4-BE49-F238E27FC236}">
                <a16:creationId xmlns:a16="http://schemas.microsoft.com/office/drawing/2014/main" id="{3FE5496E-F59D-F0DE-8F85-2847C2A74E64}"/>
              </a:ext>
            </a:extLst>
          </p:cNvPr>
          <p:cNvGrpSpPr/>
          <p:nvPr/>
        </p:nvGrpSpPr>
        <p:grpSpPr>
          <a:xfrm>
            <a:off x="1715333" y="622374"/>
            <a:ext cx="1850457" cy="672547"/>
            <a:chOff x="1715333" y="622374"/>
            <a:chExt cx="1850457" cy="672547"/>
          </a:xfrm>
        </p:grpSpPr>
        <p:cxnSp>
          <p:nvCxnSpPr>
            <p:cNvPr id="215" name="Straight Connector 214">
              <a:extLst>
                <a:ext uri="{FF2B5EF4-FFF2-40B4-BE49-F238E27FC236}">
                  <a16:creationId xmlns:a16="http://schemas.microsoft.com/office/drawing/2014/main" id="{AEB83B39-4A13-8E91-BF47-AE7106AB22F7}"/>
                </a:ext>
              </a:extLst>
            </p:cNvPr>
            <p:cNvCxnSpPr/>
            <p:nvPr/>
          </p:nvCxnSpPr>
          <p:spPr>
            <a:xfrm>
              <a:off x="1715333" y="622374"/>
              <a:ext cx="0" cy="661357"/>
            </a:xfrm>
            <a:prstGeom prst="line">
              <a:avLst/>
            </a:prstGeom>
            <a:ln w="12700">
              <a:solidFill>
                <a:schemeClr val="tx1"/>
              </a:solidFill>
              <a:prstDash val="sysDot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6" name="Straight Connector 215">
              <a:extLst>
                <a:ext uri="{FF2B5EF4-FFF2-40B4-BE49-F238E27FC236}">
                  <a16:creationId xmlns:a16="http://schemas.microsoft.com/office/drawing/2014/main" id="{6A9C6A75-26B4-7880-FBDF-F44D7ABDB0F2}"/>
                </a:ext>
              </a:extLst>
            </p:cNvPr>
            <p:cNvCxnSpPr/>
            <p:nvPr/>
          </p:nvCxnSpPr>
          <p:spPr>
            <a:xfrm>
              <a:off x="2341276" y="622375"/>
              <a:ext cx="0" cy="661357"/>
            </a:xfrm>
            <a:prstGeom prst="line">
              <a:avLst/>
            </a:prstGeom>
            <a:ln w="12700">
              <a:solidFill>
                <a:schemeClr val="tx1"/>
              </a:solidFill>
              <a:prstDash val="sysDot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7" name="Straight Connector 216">
              <a:extLst>
                <a:ext uri="{FF2B5EF4-FFF2-40B4-BE49-F238E27FC236}">
                  <a16:creationId xmlns:a16="http://schemas.microsoft.com/office/drawing/2014/main" id="{9A1252B6-DBCD-4AEF-5229-FC29A211F773}"/>
                </a:ext>
              </a:extLst>
            </p:cNvPr>
            <p:cNvCxnSpPr/>
            <p:nvPr/>
          </p:nvCxnSpPr>
          <p:spPr>
            <a:xfrm>
              <a:off x="2956921" y="633564"/>
              <a:ext cx="0" cy="661357"/>
            </a:xfrm>
            <a:prstGeom prst="line">
              <a:avLst/>
            </a:prstGeom>
            <a:ln w="12700">
              <a:solidFill>
                <a:schemeClr val="tx1"/>
              </a:solidFill>
              <a:prstDash val="sysDot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9" name="Straight Connector 218">
              <a:extLst>
                <a:ext uri="{FF2B5EF4-FFF2-40B4-BE49-F238E27FC236}">
                  <a16:creationId xmlns:a16="http://schemas.microsoft.com/office/drawing/2014/main" id="{50CDC81A-7B28-AE37-CA9D-94375A28FCD3}"/>
                </a:ext>
              </a:extLst>
            </p:cNvPr>
            <p:cNvCxnSpPr/>
            <p:nvPr/>
          </p:nvCxnSpPr>
          <p:spPr>
            <a:xfrm>
              <a:off x="3565790" y="626521"/>
              <a:ext cx="0" cy="661357"/>
            </a:xfrm>
            <a:prstGeom prst="line">
              <a:avLst/>
            </a:prstGeom>
            <a:ln w="12700">
              <a:solidFill>
                <a:schemeClr val="tx1"/>
              </a:solidFill>
              <a:prstDash val="sysDot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222" name="Picture 221">
            <a:extLst>
              <a:ext uri="{FF2B5EF4-FFF2-40B4-BE49-F238E27FC236}">
                <a16:creationId xmlns:a16="http://schemas.microsoft.com/office/drawing/2014/main" id="{42E0215E-E869-798F-8BA9-A49BAAE0AD4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418180"/>
            <a:ext cx="5197907" cy="1439820"/>
          </a:xfrm>
          <a:prstGeom prst="rect">
            <a:avLst/>
          </a:prstGeom>
        </p:spPr>
      </p:pic>
      <p:grpSp>
        <p:nvGrpSpPr>
          <p:cNvPr id="13" name="Group 12">
            <a:extLst>
              <a:ext uri="{FF2B5EF4-FFF2-40B4-BE49-F238E27FC236}">
                <a16:creationId xmlns:a16="http://schemas.microsoft.com/office/drawing/2014/main" id="{5EA63EA3-F813-1485-361F-B1C0C4E7D20D}"/>
              </a:ext>
            </a:extLst>
          </p:cNvPr>
          <p:cNvGrpSpPr/>
          <p:nvPr/>
        </p:nvGrpSpPr>
        <p:grpSpPr>
          <a:xfrm>
            <a:off x="2588900" y="323658"/>
            <a:ext cx="8879200" cy="6210684"/>
            <a:chOff x="1942544" y="1301750"/>
            <a:chExt cx="6082512" cy="4254500"/>
          </a:xfrm>
        </p:grpSpPr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3D4AC4D5-D696-F2DE-9C5D-794FB486B304}"/>
                </a:ext>
              </a:extLst>
            </p:cNvPr>
            <p:cNvGrpSpPr/>
            <p:nvPr/>
          </p:nvGrpSpPr>
          <p:grpSpPr>
            <a:xfrm>
              <a:off x="1942544" y="1301750"/>
              <a:ext cx="6082512" cy="4254500"/>
              <a:chOff x="1942544" y="1301750"/>
              <a:chExt cx="6082512" cy="4254500"/>
            </a:xfrm>
          </p:grpSpPr>
          <p:sp>
            <p:nvSpPr>
              <p:cNvPr id="7" name="Cloud 6">
                <a:extLst>
                  <a:ext uri="{FF2B5EF4-FFF2-40B4-BE49-F238E27FC236}">
                    <a16:creationId xmlns:a16="http://schemas.microsoft.com/office/drawing/2014/main" id="{196CBFA5-0704-638C-6344-B20BE8E56012}"/>
                  </a:ext>
                </a:extLst>
              </p:cNvPr>
              <p:cNvSpPr/>
              <p:nvPr/>
            </p:nvSpPr>
            <p:spPr>
              <a:xfrm rot="401311">
                <a:off x="1948500" y="1301750"/>
                <a:ext cx="6070600" cy="4254500"/>
              </a:xfrm>
              <a:prstGeom prst="cloud">
                <a:avLst/>
              </a:prstGeom>
              <a:solidFill>
                <a:schemeClr val="bg1"/>
              </a:solidFill>
              <a:ln w="38100">
                <a:solidFill>
                  <a:schemeClr val="bg1">
                    <a:lumMod val="75000"/>
                  </a:schemeClr>
                </a:solidFill>
                <a:prstDash val="sysDash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8" name="Cloud 7">
                <a:extLst>
                  <a:ext uri="{FF2B5EF4-FFF2-40B4-BE49-F238E27FC236}">
                    <a16:creationId xmlns:a16="http://schemas.microsoft.com/office/drawing/2014/main" id="{812B2FA6-77B4-1A4E-E2A4-37743E6C46C7}"/>
                  </a:ext>
                </a:extLst>
              </p:cNvPr>
              <p:cNvSpPr/>
              <p:nvPr/>
            </p:nvSpPr>
            <p:spPr>
              <a:xfrm rot="401311">
                <a:off x="1942544" y="1382575"/>
                <a:ext cx="6082512" cy="4118248"/>
              </a:xfrm>
              <a:prstGeom prst="cloud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</p:grp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74BD9B11-BF60-2862-939F-DE8128B2520C}"/>
                </a:ext>
              </a:extLst>
            </p:cNvPr>
            <p:cNvCxnSpPr>
              <a:cxnSpLocks/>
            </p:cNvCxnSpPr>
            <p:nvPr/>
          </p:nvCxnSpPr>
          <p:spPr>
            <a:xfrm>
              <a:off x="2133600" y="3429000"/>
              <a:ext cx="5867400" cy="0"/>
            </a:xfrm>
            <a:prstGeom prst="line">
              <a:avLst/>
            </a:prstGeom>
            <a:solidFill>
              <a:schemeClr val="bg1"/>
            </a:solidFill>
            <a:ln w="38100">
              <a:solidFill>
                <a:schemeClr val="bg1">
                  <a:lumMod val="75000"/>
                </a:schemeClr>
              </a:solidFill>
              <a:prstDash val="sys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sp>
        <p:nvSpPr>
          <p:cNvPr id="14" name="TextBox 13">
            <a:extLst>
              <a:ext uri="{FF2B5EF4-FFF2-40B4-BE49-F238E27FC236}">
                <a16:creationId xmlns:a16="http://schemas.microsoft.com/office/drawing/2014/main" id="{49C98163-2363-8B71-A853-14C4D3FB9031}"/>
              </a:ext>
            </a:extLst>
          </p:cNvPr>
          <p:cNvSpPr txBox="1"/>
          <p:nvPr/>
        </p:nvSpPr>
        <p:spPr>
          <a:xfrm>
            <a:off x="6238875" y="314003"/>
            <a:ext cx="818636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WIS2</a:t>
            </a:r>
          </a:p>
        </p:txBody>
      </p:sp>
      <p:grpSp>
        <p:nvGrpSpPr>
          <p:cNvPr id="225" name="Group 224">
            <a:extLst>
              <a:ext uri="{FF2B5EF4-FFF2-40B4-BE49-F238E27FC236}">
                <a16:creationId xmlns:a16="http://schemas.microsoft.com/office/drawing/2014/main" id="{92F7A682-4B86-9EB4-F260-945AA926A6CD}"/>
              </a:ext>
            </a:extLst>
          </p:cNvPr>
          <p:cNvGrpSpPr/>
          <p:nvPr/>
        </p:nvGrpSpPr>
        <p:grpSpPr>
          <a:xfrm>
            <a:off x="350689" y="4160355"/>
            <a:ext cx="466050" cy="669682"/>
            <a:chOff x="1159011" y="4934512"/>
            <a:chExt cx="466050" cy="669682"/>
          </a:xfrm>
        </p:grpSpPr>
        <p:sp>
          <p:nvSpPr>
            <p:cNvPr id="224" name="Rectangle: Rounded Corners 223">
              <a:extLst>
                <a:ext uri="{FF2B5EF4-FFF2-40B4-BE49-F238E27FC236}">
                  <a16:creationId xmlns:a16="http://schemas.microsoft.com/office/drawing/2014/main" id="{1D748BD0-2D42-9BC1-D2A7-16C6EE26DE11}"/>
                </a:ext>
              </a:extLst>
            </p:cNvPr>
            <p:cNvSpPr/>
            <p:nvPr/>
          </p:nvSpPr>
          <p:spPr>
            <a:xfrm>
              <a:off x="1159011" y="4934512"/>
              <a:ext cx="466050" cy="669682"/>
            </a:xfrm>
            <a:prstGeom prst="roundRect">
              <a:avLst>
                <a:gd name="adj" fmla="val 8535"/>
              </a:avLst>
            </a:prstGeom>
            <a:solidFill>
              <a:schemeClr val="bg1"/>
            </a:solidFill>
            <a:ln w="12700">
              <a:prstDash val="sys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218" name="Rectangle 217">
              <a:extLst>
                <a:ext uri="{FF2B5EF4-FFF2-40B4-BE49-F238E27FC236}">
                  <a16:creationId xmlns:a16="http://schemas.microsoft.com/office/drawing/2014/main" id="{A3051A09-EE49-2935-56F7-F22BF3F5CE2D}"/>
                </a:ext>
              </a:extLst>
            </p:cNvPr>
            <p:cNvSpPr/>
            <p:nvPr/>
          </p:nvSpPr>
          <p:spPr>
            <a:xfrm>
              <a:off x="1307134" y="5356687"/>
              <a:ext cx="169804" cy="169804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A</a:t>
              </a:r>
            </a:p>
          </p:txBody>
        </p:sp>
        <p:pic>
          <p:nvPicPr>
            <p:cNvPr id="223" name="Picture 222" descr="A black and white symbol&#10;&#10;Description automatically generated">
              <a:extLst>
                <a:ext uri="{FF2B5EF4-FFF2-40B4-BE49-F238E27FC236}">
                  <a16:creationId xmlns:a16="http://schemas.microsoft.com/office/drawing/2014/main" id="{7D7DA08A-C8DC-820F-F0FA-C9FEBE91A68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216187" y="4970684"/>
              <a:ext cx="351698" cy="351696"/>
            </a:xfrm>
            <a:prstGeom prst="rect">
              <a:avLst/>
            </a:prstGeom>
          </p:spPr>
        </p:pic>
      </p:grpSp>
      <p:grpSp>
        <p:nvGrpSpPr>
          <p:cNvPr id="234" name="Group 233">
            <a:extLst>
              <a:ext uri="{FF2B5EF4-FFF2-40B4-BE49-F238E27FC236}">
                <a16:creationId xmlns:a16="http://schemas.microsoft.com/office/drawing/2014/main" id="{3ADE1979-3494-D5EE-01C1-606D060B0833}"/>
              </a:ext>
            </a:extLst>
          </p:cNvPr>
          <p:cNvGrpSpPr/>
          <p:nvPr/>
        </p:nvGrpSpPr>
        <p:grpSpPr>
          <a:xfrm>
            <a:off x="858066" y="4163562"/>
            <a:ext cx="466050" cy="669682"/>
            <a:chOff x="1159011" y="4934512"/>
            <a:chExt cx="466050" cy="669682"/>
          </a:xfrm>
        </p:grpSpPr>
        <p:sp>
          <p:nvSpPr>
            <p:cNvPr id="235" name="Rectangle: Rounded Corners 234">
              <a:extLst>
                <a:ext uri="{FF2B5EF4-FFF2-40B4-BE49-F238E27FC236}">
                  <a16:creationId xmlns:a16="http://schemas.microsoft.com/office/drawing/2014/main" id="{92AE1575-F8FA-7E35-E0E3-367B979B24F7}"/>
                </a:ext>
              </a:extLst>
            </p:cNvPr>
            <p:cNvSpPr/>
            <p:nvPr/>
          </p:nvSpPr>
          <p:spPr>
            <a:xfrm>
              <a:off x="1159011" y="4934512"/>
              <a:ext cx="466050" cy="669682"/>
            </a:xfrm>
            <a:prstGeom prst="roundRect">
              <a:avLst>
                <a:gd name="adj" fmla="val 8535"/>
              </a:avLst>
            </a:prstGeom>
            <a:solidFill>
              <a:schemeClr val="bg1"/>
            </a:solidFill>
            <a:ln w="12700">
              <a:prstDash val="sys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236" name="Rectangle 235">
              <a:extLst>
                <a:ext uri="{FF2B5EF4-FFF2-40B4-BE49-F238E27FC236}">
                  <a16:creationId xmlns:a16="http://schemas.microsoft.com/office/drawing/2014/main" id="{C71FE8FB-81CD-F476-E155-3A4EB660514F}"/>
                </a:ext>
              </a:extLst>
            </p:cNvPr>
            <p:cNvSpPr/>
            <p:nvPr/>
          </p:nvSpPr>
          <p:spPr>
            <a:xfrm>
              <a:off x="1307134" y="5356687"/>
              <a:ext cx="169804" cy="169804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B</a:t>
              </a:r>
            </a:p>
          </p:txBody>
        </p:sp>
        <p:pic>
          <p:nvPicPr>
            <p:cNvPr id="237" name="Picture 236" descr="A black and white symbol&#10;&#10;Description automatically generated">
              <a:extLst>
                <a:ext uri="{FF2B5EF4-FFF2-40B4-BE49-F238E27FC236}">
                  <a16:creationId xmlns:a16="http://schemas.microsoft.com/office/drawing/2014/main" id="{C9B134B2-8105-318D-5DC7-8FBA45F86EA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216187" y="4970684"/>
              <a:ext cx="351698" cy="351696"/>
            </a:xfrm>
            <a:prstGeom prst="rect">
              <a:avLst/>
            </a:prstGeom>
          </p:spPr>
        </p:pic>
      </p:grpSp>
      <p:grpSp>
        <p:nvGrpSpPr>
          <p:cNvPr id="238" name="Group 237">
            <a:extLst>
              <a:ext uri="{FF2B5EF4-FFF2-40B4-BE49-F238E27FC236}">
                <a16:creationId xmlns:a16="http://schemas.microsoft.com/office/drawing/2014/main" id="{7CA980BC-4C6B-BF0C-73F6-EC14590592E7}"/>
              </a:ext>
            </a:extLst>
          </p:cNvPr>
          <p:cNvGrpSpPr/>
          <p:nvPr/>
        </p:nvGrpSpPr>
        <p:grpSpPr>
          <a:xfrm>
            <a:off x="856832" y="4869695"/>
            <a:ext cx="466050" cy="669682"/>
            <a:chOff x="1159011" y="4934512"/>
            <a:chExt cx="466050" cy="669682"/>
          </a:xfrm>
        </p:grpSpPr>
        <p:sp>
          <p:nvSpPr>
            <p:cNvPr id="239" name="Rectangle: Rounded Corners 238">
              <a:extLst>
                <a:ext uri="{FF2B5EF4-FFF2-40B4-BE49-F238E27FC236}">
                  <a16:creationId xmlns:a16="http://schemas.microsoft.com/office/drawing/2014/main" id="{09296FC4-18D5-8720-E53B-D3CCF90B6D35}"/>
                </a:ext>
              </a:extLst>
            </p:cNvPr>
            <p:cNvSpPr/>
            <p:nvPr/>
          </p:nvSpPr>
          <p:spPr>
            <a:xfrm>
              <a:off x="1159011" y="4934512"/>
              <a:ext cx="466050" cy="669682"/>
            </a:xfrm>
            <a:prstGeom prst="roundRect">
              <a:avLst>
                <a:gd name="adj" fmla="val 8535"/>
              </a:avLst>
            </a:prstGeom>
            <a:solidFill>
              <a:schemeClr val="bg1"/>
            </a:solidFill>
            <a:ln w="12700">
              <a:prstDash val="sys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240" name="Rectangle 239">
              <a:extLst>
                <a:ext uri="{FF2B5EF4-FFF2-40B4-BE49-F238E27FC236}">
                  <a16:creationId xmlns:a16="http://schemas.microsoft.com/office/drawing/2014/main" id="{68B67046-3A08-B8B2-B782-AEA3DC50F382}"/>
                </a:ext>
              </a:extLst>
            </p:cNvPr>
            <p:cNvSpPr/>
            <p:nvPr/>
          </p:nvSpPr>
          <p:spPr>
            <a:xfrm>
              <a:off x="1307134" y="5356687"/>
              <a:ext cx="169804" cy="169804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D</a:t>
              </a:r>
            </a:p>
          </p:txBody>
        </p:sp>
        <p:pic>
          <p:nvPicPr>
            <p:cNvPr id="241" name="Picture 240" descr="A black and white symbol&#10;&#10;Description automatically generated">
              <a:extLst>
                <a:ext uri="{FF2B5EF4-FFF2-40B4-BE49-F238E27FC236}">
                  <a16:creationId xmlns:a16="http://schemas.microsoft.com/office/drawing/2014/main" id="{B98DCC26-55F3-4C88-516C-6FDAD93C2D3F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216187" y="4970684"/>
              <a:ext cx="351698" cy="351696"/>
            </a:xfrm>
            <a:prstGeom prst="rect">
              <a:avLst/>
            </a:prstGeom>
          </p:spPr>
        </p:pic>
      </p:grpSp>
      <p:grpSp>
        <p:nvGrpSpPr>
          <p:cNvPr id="242" name="Group 241">
            <a:extLst>
              <a:ext uri="{FF2B5EF4-FFF2-40B4-BE49-F238E27FC236}">
                <a16:creationId xmlns:a16="http://schemas.microsoft.com/office/drawing/2014/main" id="{5BC74E2B-660C-960A-5698-2DED9AAFC633}"/>
              </a:ext>
            </a:extLst>
          </p:cNvPr>
          <p:cNvGrpSpPr/>
          <p:nvPr/>
        </p:nvGrpSpPr>
        <p:grpSpPr>
          <a:xfrm>
            <a:off x="349454" y="4869695"/>
            <a:ext cx="466050" cy="669682"/>
            <a:chOff x="1159011" y="4934512"/>
            <a:chExt cx="466050" cy="669682"/>
          </a:xfrm>
        </p:grpSpPr>
        <p:sp>
          <p:nvSpPr>
            <p:cNvPr id="243" name="Rectangle: Rounded Corners 242">
              <a:extLst>
                <a:ext uri="{FF2B5EF4-FFF2-40B4-BE49-F238E27FC236}">
                  <a16:creationId xmlns:a16="http://schemas.microsoft.com/office/drawing/2014/main" id="{2902FCFD-8C58-D00C-5519-249CEAFB3CBE}"/>
                </a:ext>
              </a:extLst>
            </p:cNvPr>
            <p:cNvSpPr/>
            <p:nvPr/>
          </p:nvSpPr>
          <p:spPr>
            <a:xfrm>
              <a:off x="1159011" y="4934512"/>
              <a:ext cx="466050" cy="669682"/>
            </a:xfrm>
            <a:prstGeom prst="roundRect">
              <a:avLst>
                <a:gd name="adj" fmla="val 8535"/>
              </a:avLst>
            </a:prstGeom>
            <a:solidFill>
              <a:schemeClr val="bg1"/>
            </a:solidFill>
            <a:ln w="12700">
              <a:prstDash val="sys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244" name="Rectangle 243">
              <a:extLst>
                <a:ext uri="{FF2B5EF4-FFF2-40B4-BE49-F238E27FC236}">
                  <a16:creationId xmlns:a16="http://schemas.microsoft.com/office/drawing/2014/main" id="{4FBA3139-F813-5D95-1647-CE099A43DF60}"/>
                </a:ext>
              </a:extLst>
            </p:cNvPr>
            <p:cNvSpPr/>
            <p:nvPr/>
          </p:nvSpPr>
          <p:spPr>
            <a:xfrm>
              <a:off x="1307134" y="5356687"/>
              <a:ext cx="169804" cy="169804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C</a:t>
              </a:r>
            </a:p>
          </p:txBody>
        </p:sp>
        <p:pic>
          <p:nvPicPr>
            <p:cNvPr id="245" name="Picture 244" descr="A black and white symbol&#10;&#10;Description automatically generated">
              <a:extLst>
                <a:ext uri="{FF2B5EF4-FFF2-40B4-BE49-F238E27FC236}">
                  <a16:creationId xmlns:a16="http://schemas.microsoft.com/office/drawing/2014/main" id="{A00C91DA-B0CD-E5DB-977B-A85BFC6F1B69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216187" y="4970684"/>
              <a:ext cx="351698" cy="351696"/>
            </a:xfrm>
            <a:prstGeom prst="rect">
              <a:avLst/>
            </a:prstGeom>
          </p:spPr>
        </p:pic>
      </p:grpSp>
      <p:grpSp>
        <p:nvGrpSpPr>
          <p:cNvPr id="249" name="Group 248">
            <a:extLst>
              <a:ext uri="{FF2B5EF4-FFF2-40B4-BE49-F238E27FC236}">
                <a16:creationId xmlns:a16="http://schemas.microsoft.com/office/drawing/2014/main" id="{1A962104-CDD8-A0BA-A8CD-0F405F88C3D8}"/>
              </a:ext>
            </a:extLst>
          </p:cNvPr>
          <p:cNvGrpSpPr/>
          <p:nvPr/>
        </p:nvGrpSpPr>
        <p:grpSpPr>
          <a:xfrm>
            <a:off x="1633202" y="1621248"/>
            <a:ext cx="1960897" cy="3158269"/>
            <a:chOff x="1633202" y="1621248"/>
            <a:chExt cx="1960897" cy="3158269"/>
          </a:xfrm>
        </p:grpSpPr>
        <p:sp>
          <p:nvSpPr>
            <p:cNvPr id="247" name="Rectangle: Rounded Corners 246">
              <a:extLst>
                <a:ext uri="{FF2B5EF4-FFF2-40B4-BE49-F238E27FC236}">
                  <a16:creationId xmlns:a16="http://schemas.microsoft.com/office/drawing/2014/main" id="{90BB7009-B86B-79A5-A144-F27434B04921}"/>
                </a:ext>
              </a:extLst>
            </p:cNvPr>
            <p:cNvSpPr/>
            <p:nvPr/>
          </p:nvSpPr>
          <p:spPr>
            <a:xfrm>
              <a:off x="1633202" y="1858519"/>
              <a:ext cx="1960897" cy="2920998"/>
            </a:xfrm>
            <a:prstGeom prst="roundRect">
              <a:avLst>
                <a:gd name="adj" fmla="val 3624"/>
              </a:avLst>
            </a:prstGeom>
            <a:solidFill>
              <a:schemeClr val="bg1">
                <a:lumMod val="95000"/>
                <a:alpha val="50196"/>
              </a:schemeClr>
            </a:solidFill>
            <a:ln w="12700">
              <a:solidFill>
                <a:schemeClr val="tx1">
                  <a:lumMod val="50000"/>
                  <a:lumOff val="50000"/>
                </a:schemeClr>
              </a:solidFill>
              <a:prstDash val="sysDot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248" name="TextBox 247">
              <a:extLst>
                <a:ext uri="{FF2B5EF4-FFF2-40B4-BE49-F238E27FC236}">
                  <a16:creationId xmlns:a16="http://schemas.microsoft.com/office/drawing/2014/main" id="{0DFC4046-BC4D-1A3A-C360-FB2C2E28AA3D}"/>
                </a:ext>
              </a:extLst>
            </p:cNvPr>
            <p:cNvSpPr txBox="1"/>
            <p:nvPr/>
          </p:nvSpPr>
          <p:spPr>
            <a:xfrm>
              <a:off x="2059127" y="1621248"/>
              <a:ext cx="1179193" cy="2539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5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WIS Centre</a:t>
              </a:r>
              <a:endParaRPr kumimoji="0" lang="en-GB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246" name="Group 245">
            <a:extLst>
              <a:ext uri="{FF2B5EF4-FFF2-40B4-BE49-F238E27FC236}">
                <a16:creationId xmlns:a16="http://schemas.microsoft.com/office/drawing/2014/main" id="{1E5E81E6-A750-AA4E-B992-670270AACB47}"/>
              </a:ext>
            </a:extLst>
          </p:cNvPr>
          <p:cNvGrpSpPr/>
          <p:nvPr/>
        </p:nvGrpSpPr>
        <p:grpSpPr>
          <a:xfrm>
            <a:off x="238558" y="2004858"/>
            <a:ext cx="2724621" cy="2574854"/>
            <a:chOff x="238558" y="2004858"/>
            <a:chExt cx="2724621" cy="2574854"/>
          </a:xfrm>
        </p:grpSpPr>
        <p:pic>
          <p:nvPicPr>
            <p:cNvPr id="52" name="Picture 51">
              <a:extLst>
                <a:ext uri="{FF2B5EF4-FFF2-40B4-BE49-F238E27FC236}">
                  <a16:creationId xmlns:a16="http://schemas.microsoft.com/office/drawing/2014/main" id="{8E8B3C2D-3CF8-AA3F-5776-B4F3C893AE19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256121" y="3053461"/>
              <a:ext cx="1338982" cy="751078"/>
            </a:xfrm>
            <a:prstGeom prst="rect">
              <a:avLst/>
            </a:prstGeom>
          </p:spPr>
        </p:pic>
        <p:grpSp>
          <p:nvGrpSpPr>
            <p:cNvPr id="53" name="Group 52">
              <a:extLst>
                <a:ext uri="{FF2B5EF4-FFF2-40B4-BE49-F238E27FC236}">
                  <a16:creationId xmlns:a16="http://schemas.microsoft.com/office/drawing/2014/main" id="{0F7071BC-A120-BA6A-1E39-97425A48BA14}"/>
                </a:ext>
              </a:extLst>
            </p:cNvPr>
            <p:cNvGrpSpPr/>
            <p:nvPr/>
          </p:nvGrpSpPr>
          <p:grpSpPr>
            <a:xfrm>
              <a:off x="2334271" y="2004858"/>
              <a:ext cx="628907" cy="910662"/>
              <a:chOff x="6648193" y="889820"/>
              <a:chExt cx="628907" cy="910662"/>
            </a:xfrm>
          </p:grpSpPr>
          <p:sp>
            <p:nvSpPr>
              <p:cNvPr id="54" name="Rectangle: Rounded Corners 53">
                <a:extLst>
                  <a:ext uri="{FF2B5EF4-FFF2-40B4-BE49-F238E27FC236}">
                    <a16:creationId xmlns:a16="http://schemas.microsoft.com/office/drawing/2014/main" id="{9B3D1576-05F0-BF59-578B-AF5BC97701B6}"/>
                  </a:ext>
                </a:extLst>
              </p:cNvPr>
              <p:cNvSpPr/>
              <p:nvPr/>
            </p:nvSpPr>
            <p:spPr>
              <a:xfrm>
                <a:off x="6648193" y="1171575"/>
                <a:ext cx="628907" cy="628907"/>
              </a:xfrm>
              <a:prstGeom prst="roundRect">
                <a:avLst>
                  <a:gd name="adj" fmla="val 8678"/>
                </a:avLst>
              </a:prstGeom>
              <a:solidFill>
                <a:schemeClr val="bg1"/>
              </a:solidFill>
              <a:ln w="28575">
                <a:solidFill>
                  <a:srgbClr val="3963DA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3963DA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3963DA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WIS2 Node</a:t>
                </a:r>
              </a:p>
            </p:txBody>
          </p:sp>
          <p:pic>
            <p:nvPicPr>
              <p:cNvPr id="55" name="Picture 54">
                <a:extLst>
                  <a:ext uri="{FF2B5EF4-FFF2-40B4-BE49-F238E27FC236}">
                    <a16:creationId xmlns:a16="http://schemas.microsoft.com/office/drawing/2014/main" id="{B08604D2-3EDE-3841-F7B4-F7501A5D143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6701185" y="889820"/>
                <a:ext cx="522922" cy="532516"/>
              </a:xfrm>
              <a:prstGeom prst="rect">
                <a:avLst/>
              </a:prstGeom>
            </p:spPr>
          </p:pic>
        </p:grpSp>
        <p:sp>
          <p:nvSpPr>
            <p:cNvPr id="56" name="Rectangle: Rounded Corners 55">
              <a:extLst>
                <a:ext uri="{FF2B5EF4-FFF2-40B4-BE49-F238E27FC236}">
                  <a16:creationId xmlns:a16="http://schemas.microsoft.com/office/drawing/2014/main" id="{0C6D9395-C0F0-8D62-9538-5A57AAF929D7}"/>
                </a:ext>
              </a:extLst>
            </p:cNvPr>
            <p:cNvSpPr/>
            <p:nvPr/>
          </p:nvSpPr>
          <p:spPr>
            <a:xfrm>
              <a:off x="2334272" y="3950805"/>
              <a:ext cx="628907" cy="628907"/>
            </a:xfrm>
            <a:prstGeom prst="roundRect">
              <a:avLst>
                <a:gd name="adj" fmla="val 8678"/>
              </a:avLst>
            </a:pr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MSS</a:t>
              </a:r>
            </a:p>
          </p:txBody>
        </p:sp>
        <p:cxnSp>
          <p:nvCxnSpPr>
            <p:cNvPr id="58" name="Straight Arrow Connector 57">
              <a:extLst>
                <a:ext uri="{FF2B5EF4-FFF2-40B4-BE49-F238E27FC236}">
                  <a16:creationId xmlns:a16="http://schemas.microsoft.com/office/drawing/2014/main" id="{74E01306-724D-780E-5AD2-CBBF111BA39C}"/>
                </a:ext>
              </a:extLst>
            </p:cNvPr>
            <p:cNvCxnSpPr/>
            <p:nvPr/>
          </p:nvCxnSpPr>
          <p:spPr>
            <a:xfrm flipV="1">
              <a:off x="1476375" y="2733675"/>
              <a:ext cx="751592" cy="419100"/>
            </a:xfrm>
            <a:prstGeom prst="straightConnector1">
              <a:avLst/>
            </a:prstGeom>
            <a:ln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Straight Arrow Connector 60">
              <a:extLst>
                <a:ext uri="{FF2B5EF4-FFF2-40B4-BE49-F238E27FC236}">
                  <a16:creationId xmlns:a16="http://schemas.microsoft.com/office/drawing/2014/main" id="{DF6276FF-56C6-F406-7AA9-1FB3374BA83D}"/>
                </a:ext>
              </a:extLst>
            </p:cNvPr>
            <p:cNvCxnSpPr>
              <a:cxnSpLocks/>
            </p:cNvCxnSpPr>
            <p:nvPr/>
          </p:nvCxnSpPr>
          <p:spPr>
            <a:xfrm>
              <a:off x="1476375" y="3741255"/>
              <a:ext cx="751592" cy="419100"/>
            </a:xfrm>
            <a:prstGeom prst="straightConnector1">
              <a:avLst/>
            </a:prstGeom>
            <a:ln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62" name="TextBox 61">
              <a:extLst>
                <a:ext uri="{FF2B5EF4-FFF2-40B4-BE49-F238E27FC236}">
                  <a16:creationId xmlns:a16="http://schemas.microsoft.com/office/drawing/2014/main" id="{C56EF73C-24E2-5658-5712-E5CA4ACAD770}"/>
                </a:ext>
              </a:extLst>
            </p:cNvPr>
            <p:cNvSpPr txBox="1"/>
            <p:nvPr/>
          </p:nvSpPr>
          <p:spPr>
            <a:xfrm>
              <a:off x="238558" y="3676872"/>
              <a:ext cx="1179193" cy="43858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5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data management system</a:t>
              </a: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</a:t>
              </a:r>
            </a:p>
          </p:txBody>
        </p:sp>
      </p:grpSp>
      <p:sp>
        <p:nvSpPr>
          <p:cNvPr id="250" name="TextBox 249">
            <a:extLst>
              <a:ext uri="{FF2B5EF4-FFF2-40B4-BE49-F238E27FC236}">
                <a16:creationId xmlns:a16="http://schemas.microsoft.com/office/drawing/2014/main" id="{A53E39E3-0D78-409E-527D-BFE0027C7D5E}"/>
              </a:ext>
            </a:extLst>
          </p:cNvPr>
          <p:cNvSpPr txBox="1"/>
          <p:nvPr/>
        </p:nvSpPr>
        <p:spPr>
          <a:xfrm>
            <a:off x="6619182" y="6359331"/>
            <a:ext cx="818636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GTS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1BDD34A-1237-CE0E-80D8-F3A5D273BD37}"/>
              </a:ext>
            </a:extLst>
          </p:cNvPr>
          <p:cNvSpPr txBox="1"/>
          <p:nvPr/>
        </p:nvSpPr>
        <p:spPr>
          <a:xfrm>
            <a:off x="2074853" y="3688682"/>
            <a:ext cx="117919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CCCC = </a:t>
            </a:r>
            <a:r>
              <a:rPr kumimoji="0" lang="en-GB" sz="12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TEST</a:t>
            </a:r>
            <a:endParaRPr kumimoji="0" lang="en-GB" sz="16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+mn-cs"/>
            </a:endParaRPr>
          </a:p>
        </p:txBody>
      </p:sp>
      <p:grpSp>
        <p:nvGrpSpPr>
          <p:cNvPr id="209" name="Group 208">
            <a:extLst>
              <a:ext uri="{FF2B5EF4-FFF2-40B4-BE49-F238E27FC236}">
                <a16:creationId xmlns:a16="http://schemas.microsoft.com/office/drawing/2014/main" id="{F9DDF270-8303-ABE1-F562-B72F9C0493B4}"/>
              </a:ext>
            </a:extLst>
          </p:cNvPr>
          <p:cNvGrpSpPr/>
          <p:nvPr/>
        </p:nvGrpSpPr>
        <p:grpSpPr>
          <a:xfrm>
            <a:off x="1430655" y="808440"/>
            <a:ext cx="2456202" cy="855395"/>
            <a:chOff x="1430655" y="770340"/>
            <a:chExt cx="2456202" cy="855395"/>
          </a:xfrm>
        </p:grpSpPr>
        <p:grpSp>
          <p:nvGrpSpPr>
            <p:cNvPr id="49" name="Group 48">
              <a:extLst>
                <a:ext uri="{FF2B5EF4-FFF2-40B4-BE49-F238E27FC236}">
                  <a16:creationId xmlns:a16="http://schemas.microsoft.com/office/drawing/2014/main" id="{71938DC5-46CA-97A9-396D-5ACF2B44693E}"/>
                </a:ext>
              </a:extLst>
            </p:cNvPr>
            <p:cNvGrpSpPr/>
            <p:nvPr/>
          </p:nvGrpSpPr>
          <p:grpSpPr>
            <a:xfrm>
              <a:off x="1430655" y="770340"/>
              <a:ext cx="612283" cy="855395"/>
              <a:chOff x="2425679" y="690821"/>
              <a:chExt cx="612283" cy="855395"/>
            </a:xfrm>
          </p:grpSpPr>
          <p:pic>
            <p:nvPicPr>
              <p:cNvPr id="43" name="Picture 42">
                <a:extLst>
                  <a:ext uri="{FF2B5EF4-FFF2-40B4-BE49-F238E27FC236}">
                    <a16:creationId xmlns:a16="http://schemas.microsoft.com/office/drawing/2014/main" id="{CEF587A7-9997-CE07-9553-312C5C9765A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2425679" y="690821"/>
                <a:ext cx="612283" cy="855395"/>
              </a:xfrm>
              <a:prstGeom prst="rect">
                <a:avLst/>
              </a:prstGeom>
            </p:spPr>
          </p:pic>
          <p:sp>
            <p:nvSpPr>
              <p:cNvPr id="45" name="Rectangle 44">
                <a:extLst>
                  <a:ext uri="{FF2B5EF4-FFF2-40B4-BE49-F238E27FC236}">
                    <a16:creationId xmlns:a16="http://schemas.microsoft.com/office/drawing/2014/main" id="{4C850086-E9AF-F4E9-D257-AE97F53BCAD1}"/>
                  </a:ext>
                </a:extLst>
              </p:cNvPr>
              <p:cNvSpPr/>
              <p:nvPr/>
            </p:nvSpPr>
            <p:spPr>
              <a:xfrm>
                <a:off x="2631993" y="1000455"/>
                <a:ext cx="169804" cy="169804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A</a:t>
                </a:r>
              </a:p>
            </p:txBody>
          </p:sp>
        </p:grpSp>
        <p:grpSp>
          <p:nvGrpSpPr>
            <p:cNvPr id="50" name="Group 49">
              <a:extLst>
                <a:ext uri="{FF2B5EF4-FFF2-40B4-BE49-F238E27FC236}">
                  <a16:creationId xmlns:a16="http://schemas.microsoft.com/office/drawing/2014/main" id="{068886A7-84D1-A873-B000-B2D92AA6CBA9}"/>
                </a:ext>
              </a:extLst>
            </p:cNvPr>
            <p:cNvGrpSpPr/>
            <p:nvPr/>
          </p:nvGrpSpPr>
          <p:grpSpPr>
            <a:xfrm>
              <a:off x="2045295" y="770340"/>
              <a:ext cx="612283" cy="855395"/>
              <a:chOff x="2425679" y="690821"/>
              <a:chExt cx="612283" cy="855395"/>
            </a:xfrm>
          </p:grpSpPr>
          <p:pic>
            <p:nvPicPr>
              <p:cNvPr id="57" name="Picture 56">
                <a:extLst>
                  <a:ext uri="{FF2B5EF4-FFF2-40B4-BE49-F238E27FC236}">
                    <a16:creationId xmlns:a16="http://schemas.microsoft.com/office/drawing/2014/main" id="{85E82015-6755-707C-D644-BDB11469DF1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2425679" y="690821"/>
                <a:ext cx="612283" cy="855395"/>
              </a:xfrm>
              <a:prstGeom prst="rect">
                <a:avLst/>
              </a:prstGeom>
            </p:spPr>
          </p:pic>
          <p:sp>
            <p:nvSpPr>
              <p:cNvPr id="59" name="Rectangle 58">
                <a:extLst>
                  <a:ext uri="{FF2B5EF4-FFF2-40B4-BE49-F238E27FC236}">
                    <a16:creationId xmlns:a16="http://schemas.microsoft.com/office/drawing/2014/main" id="{7C7C195C-1000-F024-8AC1-CA7F07F9F7CD}"/>
                  </a:ext>
                </a:extLst>
              </p:cNvPr>
              <p:cNvSpPr/>
              <p:nvPr/>
            </p:nvSpPr>
            <p:spPr>
              <a:xfrm>
                <a:off x="2631993" y="1000455"/>
                <a:ext cx="169804" cy="169804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B</a:t>
                </a:r>
              </a:p>
            </p:txBody>
          </p:sp>
        </p:grpSp>
        <p:grpSp>
          <p:nvGrpSpPr>
            <p:cNvPr id="60" name="Group 59">
              <a:extLst>
                <a:ext uri="{FF2B5EF4-FFF2-40B4-BE49-F238E27FC236}">
                  <a16:creationId xmlns:a16="http://schemas.microsoft.com/office/drawing/2014/main" id="{59133937-A934-07EB-12A0-6AF046ECB573}"/>
                </a:ext>
              </a:extLst>
            </p:cNvPr>
            <p:cNvGrpSpPr/>
            <p:nvPr/>
          </p:nvGrpSpPr>
          <p:grpSpPr>
            <a:xfrm>
              <a:off x="2659935" y="770340"/>
              <a:ext cx="612283" cy="855395"/>
              <a:chOff x="2425679" y="690821"/>
              <a:chExt cx="612283" cy="855395"/>
            </a:xfrm>
          </p:grpSpPr>
          <p:pic>
            <p:nvPicPr>
              <p:cNvPr id="63" name="Picture 62">
                <a:extLst>
                  <a:ext uri="{FF2B5EF4-FFF2-40B4-BE49-F238E27FC236}">
                    <a16:creationId xmlns:a16="http://schemas.microsoft.com/office/drawing/2014/main" id="{CE2EB737-C747-BB3F-6355-EA6BE9A1771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2425679" y="690821"/>
                <a:ext cx="612283" cy="855395"/>
              </a:xfrm>
              <a:prstGeom prst="rect">
                <a:avLst/>
              </a:prstGeom>
            </p:spPr>
          </p:pic>
          <p:sp>
            <p:nvSpPr>
              <p:cNvPr id="192" name="Rectangle 191">
                <a:extLst>
                  <a:ext uri="{FF2B5EF4-FFF2-40B4-BE49-F238E27FC236}">
                    <a16:creationId xmlns:a16="http://schemas.microsoft.com/office/drawing/2014/main" id="{B99A527B-F971-FBDA-2D48-D1988026B83E}"/>
                  </a:ext>
                </a:extLst>
              </p:cNvPr>
              <p:cNvSpPr/>
              <p:nvPr/>
            </p:nvSpPr>
            <p:spPr>
              <a:xfrm>
                <a:off x="2631993" y="1000455"/>
                <a:ext cx="169804" cy="169804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C</a:t>
                </a:r>
              </a:p>
            </p:txBody>
          </p:sp>
        </p:grpSp>
        <p:grpSp>
          <p:nvGrpSpPr>
            <p:cNvPr id="193" name="Group 192">
              <a:extLst>
                <a:ext uri="{FF2B5EF4-FFF2-40B4-BE49-F238E27FC236}">
                  <a16:creationId xmlns:a16="http://schemas.microsoft.com/office/drawing/2014/main" id="{CEB5AF1B-05C9-7E28-826B-84ABC1185950}"/>
                </a:ext>
              </a:extLst>
            </p:cNvPr>
            <p:cNvGrpSpPr/>
            <p:nvPr/>
          </p:nvGrpSpPr>
          <p:grpSpPr>
            <a:xfrm>
              <a:off x="3274574" y="770340"/>
              <a:ext cx="612283" cy="855395"/>
              <a:chOff x="2425679" y="690821"/>
              <a:chExt cx="612283" cy="855395"/>
            </a:xfrm>
          </p:grpSpPr>
          <p:pic>
            <p:nvPicPr>
              <p:cNvPr id="194" name="Picture 193">
                <a:extLst>
                  <a:ext uri="{FF2B5EF4-FFF2-40B4-BE49-F238E27FC236}">
                    <a16:creationId xmlns:a16="http://schemas.microsoft.com/office/drawing/2014/main" id="{CE567B82-B66F-B0BF-CE1F-ECE286FD4B9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2425679" y="690821"/>
                <a:ext cx="612283" cy="855395"/>
              </a:xfrm>
              <a:prstGeom prst="rect">
                <a:avLst/>
              </a:prstGeom>
            </p:spPr>
          </p:pic>
          <p:sp>
            <p:nvSpPr>
              <p:cNvPr id="201" name="Rectangle 200">
                <a:extLst>
                  <a:ext uri="{FF2B5EF4-FFF2-40B4-BE49-F238E27FC236}">
                    <a16:creationId xmlns:a16="http://schemas.microsoft.com/office/drawing/2014/main" id="{2686E547-76D6-B54E-3671-E9A3484ABB06}"/>
                  </a:ext>
                </a:extLst>
              </p:cNvPr>
              <p:cNvSpPr/>
              <p:nvPr/>
            </p:nvSpPr>
            <p:spPr>
              <a:xfrm>
                <a:off x="2631993" y="1000455"/>
                <a:ext cx="169804" cy="169804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D</a:t>
                </a:r>
              </a:p>
            </p:txBody>
          </p:sp>
        </p:grpSp>
      </p:grpSp>
      <p:grpSp>
        <p:nvGrpSpPr>
          <p:cNvPr id="214" name="Group 213">
            <a:extLst>
              <a:ext uri="{FF2B5EF4-FFF2-40B4-BE49-F238E27FC236}">
                <a16:creationId xmlns:a16="http://schemas.microsoft.com/office/drawing/2014/main" id="{FB4DF008-70F9-3277-763E-77A78A31CD02}"/>
              </a:ext>
            </a:extLst>
          </p:cNvPr>
          <p:cNvGrpSpPr/>
          <p:nvPr/>
        </p:nvGrpSpPr>
        <p:grpSpPr>
          <a:xfrm>
            <a:off x="2963924" y="2367446"/>
            <a:ext cx="716753" cy="326665"/>
            <a:chOff x="2963924" y="2367446"/>
            <a:chExt cx="716753" cy="326665"/>
          </a:xfrm>
        </p:grpSpPr>
        <p:grpSp>
          <p:nvGrpSpPr>
            <p:cNvPr id="210" name="Group 209">
              <a:extLst>
                <a:ext uri="{FF2B5EF4-FFF2-40B4-BE49-F238E27FC236}">
                  <a16:creationId xmlns:a16="http://schemas.microsoft.com/office/drawing/2014/main" id="{9E29F697-A2CE-31BC-B1E1-6769AB45423E}"/>
                </a:ext>
              </a:extLst>
            </p:cNvPr>
            <p:cNvGrpSpPr/>
            <p:nvPr/>
          </p:nvGrpSpPr>
          <p:grpSpPr>
            <a:xfrm>
              <a:off x="2963924" y="2367446"/>
              <a:ext cx="534458" cy="127000"/>
              <a:chOff x="2963178" y="2725764"/>
              <a:chExt cx="534458" cy="127000"/>
            </a:xfrm>
          </p:grpSpPr>
          <p:cxnSp>
            <p:nvCxnSpPr>
              <p:cNvPr id="211" name="Straight Connector 210">
                <a:extLst>
                  <a:ext uri="{FF2B5EF4-FFF2-40B4-BE49-F238E27FC236}">
                    <a16:creationId xmlns:a16="http://schemas.microsoft.com/office/drawing/2014/main" id="{7A038626-2D04-D8DF-DD1D-45DAEC450053}"/>
                  </a:ext>
                </a:extLst>
              </p:cNvPr>
              <p:cNvCxnSpPr/>
              <p:nvPr/>
            </p:nvCxnSpPr>
            <p:spPr>
              <a:xfrm flipV="1">
                <a:off x="2963178" y="2789264"/>
                <a:ext cx="400050" cy="1"/>
              </a:xfrm>
              <a:prstGeom prst="line">
                <a:avLst/>
              </a:prstGeom>
              <a:noFill/>
              <a:ln w="19050" cap="flat" cmpd="sng" algn="ctr">
                <a:solidFill>
                  <a:schemeClr val="accent2">
                    <a:lumMod val="75000"/>
                  </a:schemeClr>
                </a:solidFill>
                <a:prstDash val="solid"/>
                <a:miter lim="800000"/>
              </a:ln>
              <a:effectLst/>
            </p:spPr>
          </p:cxnSp>
          <p:sp>
            <p:nvSpPr>
              <p:cNvPr id="212" name="Oval 211">
                <a:extLst>
                  <a:ext uri="{FF2B5EF4-FFF2-40B4-BE49-F238E27FC236}">
                    <a16:creationId xmlns:a16="http://schemas.microsoft.com/office/drawing/2014/main" id="{48CCA885-62E1-F7C5-39AD-FBD9A3FC04C4}"/>
                  </a:ext>
                </a:extLst>
              </p:cNvPr>
              <p:cNvSpPr/>
              <p:nvPr/>
            </p:nvSpPr>
            <p:spPr>
              <a:xfrm>
                <a:off x="3370636" y="2725764"/>
                <a:ext cx="127000" cy="127000"/>
              </a:xfrm>
              <a:prstGeom prst="ellipse">
                <a:avLst/>
              </a:prstGeom>
              <a:solidFill>
                <a:sysClr val="window" lastClr="FFFFFF"/>
              </a:solidFill>
              <a:ln w="19050" cap="flat" cmpd="sng" algn="ctr">
                <a:solidFill>
                  <a:schemeClr val="accent2">
                    <a:lumMod val="75000"/>
                  </a:schemeClr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sp>
          <p:nvSpPr>
            <p:cNvPr id="213" name="TextBox 212">
              <a:extLst>
                <a:ext uri="{FF2B5EF4-FFF2-40B4-BE49-F238E27FC236}">
                  <a16:creationId xmlns:a16="http://schemas.microsoft.com/office/drawing/2014/main" id="{A1ADE823-9B69-1A78-B9EB-007045597796}"/>
                </a:ext>
              </a:extLst>
            </p:cNvPr>
            <p:cNvSpPr txBox="1"/>
            <p:nvPr/>
          </p:nvSpPr>
          <p:spPr>
            <a:xfrm>
              <a:off x="3194968" y="2440195"/>
              <a:ext cx="485709" cy="2539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50" b="0" i="0" u="none" strike="noStrike" kern="0" cap="none" spc="0" normalizeH="0" baseline="0" noProof="0" dirty="0">
                  <a:ln>
                    <a:noFill/>
                  </a:ln>
                  <a:solidFill>
                    <a:srgbClr val="E97132">
                      <a:lumMod val="75000"/>
                    </a:srgbClr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https</a:t>
              </a:r>
              <a:endParaRPr kumimoji="0" lang="en-GB" sz="1200" b="0" i="0" u="none" strike="noStrike" kern="0" cap="none" spc="0" normalizeH="0" baseline="0" noProof="0" dirty="0">
                <a:ln>
                  <a:noFill/>
                </a:ln>
                <a:solidFill>
                  <a:srgbClr val="E97132">
                    <a:lumMod val="75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pic>
        <p:nvPicPr>
          <p:cNvPr id="47" name="Picture 46">
            <a:extLst>
              <a:ext uri="{FF2B5EF4-FFF2-40B4-BE49-F238E27FC236}">
                <a16:creationId xmlns:a16="http://schemas.microsoft.com/office/drawing/2014/main" id="{CFAC5EE7-973F-10C3-F30F-06732F613911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504409" y="107790"/>
            <a:ext cx="444034" cy="620341"/>
          </a:xfrm>
          <a:prstGeom prst="rect">
            <a:avLst/>
          </a:prstGeom>
        </p:spPr>
      </p:pic>
      <p:pic>
        <p:nvPicPr>
          <p:cNvPr id="205" name="Picture 204">
            <a:extLst>
              <a:ext uri="{FF2B5EF4-FFF2-40B4-BE49-F238E27FC236}">
                <a16:creationId xmlns:a16="http://schemas.microsoft.com/office/drawing/2014/main" id="{4C452E76-F727-2774-FBA8-DE373B774295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122688" y="107539"/>
            <a:ext cx="444034" cy="620341"/>
          </a:xfrm>
          <a:prstGeom prst="rect">
            <a:avLst/>
          </a:prstGeom>
        </p:spPr>
      </p:pic>
      <p:pic>
        <p:nvPicPr>
          <p:cNvPr id="206" name="Picture 205">
            <a:extLst>
              <a:ext uri="{FF2B5EF4-FFF2-40B4-BE49-F238E27FC236}">
                <a16:creationId xmlns:a16="http://schemas.microsoft.com/office/drawing/2014/main" id="{92A58425-3347-E5BC-F210-76FD3BD9379D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738968" y="107539"/>
            <a:ext cx="444034" cy="620341"/>
          </a:xfrm>
          <a:prstGeom prst="rect">
            <a:avLst/>
          </a:prstGeom>
        </p:spPr>
      </p:pic>
      <p:pic>
        <p:nvPicPr>
          <p:cNvPr id="207" name="Picture 206">
            <a:extLst>
              <a:ext uri="{FF2B5EF4-FFF2-40B4-BE49-F238E27FC236}">
                <a16:creationId xmlns:a16="http://schemas.microsoft.com/office/drawing/2014/main" id="{640836DD-A58F-B0DD-A4A7-7D05FB666E17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353933" y="108876"/>
            <a:ext cx="444034" cy="620341"/>
          </a:xfrm>
          <a:prstGeom prst="rect">
            <a:avLst/>
          </a:prstGeom>
        </p:spPr>
      </p:pic>
      <p:grpSp>
        <p:nvGrpSpPr>
          <p:cNvPr id="228" name="Group 227">
            <a:extLst>
              <a:ext uri="{FF2B5EF4-FFF2-40B4-BE49-F238E27FC236}">
                <a16:creationId xmlns:a16="http://schemas.microsoft.com/office/drawing/2014/main" id="{28B629A2-7E38-753E-FDE0-E5E74A224570}"/>
              </a:ext>
            </a:extLst>
          </p:cNvPr>
          <p:cNvGrpSpPr/>
          <p:nvPr/>
        </p:nvGrpSpPr>
        <p:grpSpPr>
          <a:xfrm>
            <a:off x="2963178" y="2725764"/>
            <a:ext cx="786853" cy="316693"/>
            <a:chOff x="2963178" y="2725764"/>
            <a:chExt cx="786853" cy="316693"/>
          </a:xfrm>
        </p:grpSpPr>
        <p:grpSp>
          <p:nvGrpSpPr>
            <p:cNvPr id="220" name="Group 219">
              <a:extLst>
                <a:ext uri="{FF2B5EF4-FFF2-40B4-BE49-F238E27FC236}">
                  <a16:creationId xmlns:a16="http://schemas.microsoft.com/office/drawing/2014/main" id="{31B96509-06E3-9D68-AB88-C4E2B7299B0E}"/>
                </a:ext>
              </a:extLst>
            </p:cNvPr>
            <p:cNvGrpSpPr/>
            <p:nvPr/>
          </p:nvGrpSpPr>
          <p:grpSpPr>
            <a:xfrm>
              <a:off x="2963178" y="2725764"/>
              <a:ext cx="534458" cy="127000"/>
              <a:chOff x="2963178" y="2725764"/>
              <a:chExt cx="534458" cy="127000"/>
            </a:xfrm>
          </p:grpSpPr>
          <p:cxnSp>
            <p:nvCxnSpPr>
              <p:cNvPr id="221" name="Straight Connector 220">
                <a:extLst>
                  <a:ext uri="{FF2B5EF4-FFF2-40B4-BE49-F238E27FC236}">
                    <a16:creationId xmlns:a16="http://schemas.microsoft.com/office/drawing/2014/main" id="{0DF079B6-076D-BE7A-0F89-F756B6B876B8}"/>
                  </a:ext>
                </a:extLst>
              </p:cNvPr>
              <p:cNvCxnSpPr/>
              <p:nvPr/>
            </p:nvCxnSpPr>
            <p:spPr>
              <a:xfrm flipV="1">
                <a:off x="2963178" y="2789264"/>
                <a:ext cx="400050" cy="1"/>
              </a:xfrm>
              <a:prstGeom prst="line">
                <a:avLst/>
              </a:prstGeom>
              <a:noFill/>
              <a:ln w="19050" cap="flat" cmpd="sng" algn="ctr">
                <a:solidFill>
                  <a:schemeClr val="accent6">
                    <a:lumMod val="75000"/>
                  </a:schemeClr>
                </a:solidFill>
                <a:prstDash val="solid"/>
                <a:miter lim="800000"/>
              </a:ln>
              <a:effectLst/>
            </p:spPr>
          </p:cxnSp>
          <p:sp>
            <p:nvSpPr>
              <p:cNvPr id="226" name="Oval 225">
                <a:extLst>
                  <a:ext uri="{FF2B5EF4-FFF2-40B4-BE49-F238E27FC236}">
                    <a16:creationId xmlns:a16="http://schemas.microsoft.com/office/drawing/2014/main" id="{8FA4AE84-8094-1E63-9B9E-14A824379E86}"/>
                  </a:ext>
                </a:extLst>
              </p:cNvPr>
              <p:cNvSpPr/>
              <p:nvPr/>
            </p:nvSpPr>
            <p:spPr>
              <a:xfrm>
                <a:off x="3370636" y="2725764"/>
                <a:ext cx="127000" cy="127000"/>
              </a:xfrm>
              <a:prstGeom prst="ellipse">
                <a:avLst/>
              </a:prstGeom>
              <a:solidFill>
                <a:sysClr val="window" lastClr="FFFFFF"/>
              </a:solidFill>
              <a:ln w="19050" cap="flat" cmpd="sng" algn="ctr">
                <a:solidFill>
                  <a:schemeClr val="accent6">
                    <a:lumMod val="75000"/>
                  </a:schemeClr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sp>
          <p:nvSpPr>
            <p:cNvPr id="227" name="TextBox 226">
              <a:extLst>
                <a:ext uri="{FF2B5EF4-FFF2-40B4-BE49-F238E27FC236}">
                  <a16:creationId xmlns:a16="http://schemas.microsoft.com/office/drawing/2014/main" id="{E61A8560-BC93-05F2-6811-5E50438A9ACB}"/>
                </a:ext>
              </a:extLst>
            </p:cNvPr>
            <p:cNvSpPr txBox="1"/>
            <p:nvPr/>
          </p:nvSpPr>
          <p:spPr>
            <a:xfrm>
              <a:off x="3118241" y="2788541"/>
              <a:ext cx="631790" cy="2539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50" b="0" i="0" u="none" strike="noStrike" kern="0" cap="none" spc="0" normalizeH="0" baseline="0" noProof="0" dirty="0" err="1">
                  <a:ln>
                    <a:noFill/>
                  </a:ln>
                  <a:solidFill>
                    <a:srgbClr val="4EA72E">
                      <a:lumMod val="75000"/>
                    </a:srgbClr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mqtts</a:t>
              </a:r>
              <a:endParaRPr kumimoji="0" lang="en-GB" sz="1200" b="0" i="0" u="none" strike="noStrike" kern="0" cap="none" spc="0" normalizeH="0" baseline="0" noProof="0" dirty="0">
                <a:ln>
                  <a:noFill/>
                </a:ln>
                <a:solidFill>
                  <a:srgbClr val="4EA72E">
                    <a:lumMod val="75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44" name="Freeform: Shape 43">
            <a:extLst>
              <a:ext uri="{FF2B5EF4-FFF2-40B4-BE49-F238E27FC236}">
                <a16:creationId xmlns:a16="http://schemas.microsoft.com/office/drawing/2014/main" id="{3FD1644B-552D-1C36-E631-F94DE289E610}"/>
              </a:ext>
            </a:extLst>
          </p:cNvPr>
          <p:cNvSpPr/>
          <p:nvPr/>
        </p:nvSpPr>
        <p:spPr>
          <a:xfrm>
            <a:off x="3581400" y="2114550"/>
            <a:ext cx="1809750" cy="685800"/>
          </a:xfrm>
          <a:custGeom>
            <a:avLst/>
            <a:gdLst>
              <a:gd name="connsiteX0" fmla="*/ 0 w 1809750"/>
              <a:gd name="connsiteY0" fmla="*/ 685800 h 685800"/>
              <a:gd name="connsiteX1" fmla="*/ 742950 w 1809750"/>
              <a:gd name="connsiteY1" fmla="*/ 628650 h 685800"/>
              <a:gd name="connsiteX2" fmla="*/ 1419225 w 1809750"/>
              <a:gd name="connsiteY2" fmla="*/ 438150 h 685800"/>
              <a:gd name="connsiteX3" fmla="*/ 1809750 w 1809750"/>
              <a:gd name="connsiteY3" fmla="*/ 0 h 685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809750" h="685800">
                <a:moveTo>
                  <a:pt x="0" y="685800"/>
                </a:moveTo>
                <a:cubicBezTo>
                  <a:pt x="253206" y="677862"/>
                  <a:pt x="506413" y="669925"/>
                  <a:pt x="742950" y="628650"/>
                </a:cubicBezTo>
                <a:cubicBezTo>
                  <a:pt x="979487" y="587375"/>
                  <a:pt x="1241425" y="542925"/>
                  <a:pt x="1419225" y="438150"/>
                </a:cubicBezTo>
                <a:cubicBezTo>
                  <a:pt x="1597025" y="333375"/>
                  <a:pt x="1703387" y="166687"/>
                  <a:pt x="1809750" y="0"/>
                </a:cubicBezTo>
              </a:path>
            </a:pathLst>
          </a:custGeom>
          <a:noFill/>
          <a:ln>
            <a:solidFill>
              <a:schemeClr val="accent6">
                <a:lumMod val="75000"/>
              </a:schemeClr>
            </a:solidFill>
            <a:headEnd type="triangl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pic>
        <p:nvPicPr>
          <p:cNvPr id="197" name="Picture 196">
            <a:extLst>
              <a:ext uri="{FF2B5EF4-FFF2-40B4-BE49-F238E27FC236}">
                <a16:creationId xmlns:a16="http://schemas.microsoft.com/office/drawing/2014/main" id="{F5FCD29E-25E4-07EA-D09B-14C28C793330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590807" y="1385810"/>
            <a:ext cx="432460" cy="569026"/>
          </a:xfrm>
          <a:prstGeom prst="rect">
            <a:avLst/>
          </a:prstGeom>
        </p:spPr>
      </p:pic>
      <p:grpSp>
        <p:nvGrpSpPr>
          <p:cNvPr id="46" name="Group 45">
            <a:extLst>
              <a:ext uri="{FF2B5EF4-FFF2-40B4-BE49-F238E27FC236}">
                <a16:creationId xmlns:a16="http://schemas.microsoft.com/office/drawing/2014/main" id="{4D8D1977-4793-0663-6335-23716C9DF700}"/>
              </a:ext>
            </a:extLst>
          </p:cNvPr>
          <p:cNvGrpSpPr/>
          <p:nvPr/>
        </p:nvGrpSpPr>
        <p:grpSpPr>
          <a:xfrm>
            <a:off x="7809040" y="580845"/>
            <a:ext cx="821464" cy="919480"/>
            <a:chOff x="7894810" y="1381253"/>
            <a:chExt cx="821464" cy="919480"/>
          </a:xfrm>
        </p:grpSpPr>
        <p:sp>
          <p:nvSpPr>
            <p:cNvPr id="48" name="Rectangle: Rounded Corners 47">
              <a:extLst>
                <a:ext uri="{FF2B5EF4-FFF2-40B4-BE49-F238E27FC236}">
                  <a16:creationId xmlns:a16="http://schemas.microsoft.com/office/drawing/2014/main" id="{304FF41C-178F-DEE7-834E-B8D584E7B550}"/>
                </a:ext>
              </a:extLst>
            </p:cNvPr>
            <p:cNvSpPr/>
            <p:nvPr/>
          </p:nvSpPr>
          <p:spPr>
            <a:xfrm>
              <a:off x="7991089" y="1649591"/>
              <a:ext cx="628907" cy="628907"/>
            </a:xfrm>
            <a:prstGeom prst="roundRect">
              <a:avLst>
                <a:gd name="adj" fmla="val 8678"/>
              </a:avLst>
            </a:prstGeom>
            <a:solidFill>
              <a:schemeClr val="bg1"/>
            </a:solidFill>
            <a:ln w="28575">
              <a:solidFill>
                <a:srgbClr val="3963DA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srgbClr val="3963DA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0E2FEB35-1484-9212-5037-24E95BA4FA6A}"/>
                </a:ext>
              </a:extLst>
            </p:cNvPr>
            <p:cNvSpPr txBox="1"/>
            <p:nvPr/>
          </p:nvSpPr>
          <p:spPr>
            <a:xfrm>
              <a:off x="7894810" y="1839068"/>
              <a:ext cx="821464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3963DA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Global Cache</a:t>
              </a:r>
            </a:p>
          </p:txBody>
        </p:sp>
        <p:grpSp>
          <p:nvGrpSpPr>
            <p:cNvPr id="195" name="Group 194">
              <a:extLst>
                <a:ext uri="{FF2B5EF4-FFF2-40B4-BE49-F238E27FC236}">
                  <a16:creationId xmlns:a16="http://schemas.microsoft.com/office/drawing/2014/main" id="{10119E35-2B0A-834A-D4D7-7E3E6889F78B}"/>
                </a:ext>
              </a:extLst>
            </p:cNvPr>
            <p:cNvGrpSpPr/>
            <p:nvPr/>
          </p:nvGrpSpPr>
          <p:grpSpPr>
            <a:xfrm>
              <a:off x="8036660" y="1381253"/>
              <a:ext cx="537764" cy="547628"/>
              <a:chOff x="6976094" y="2574516"/>
              <a:chExt cx="664523" cy="676715"/>
            </a:xfrm>
          </p:grpSpPr>
          <p:pic>
            <p:nvPicPr>
              <p:cNvPr id="196" name="Picture 195">
                <a:extLst>
                  <a:ext uri="{FF2B5EF4-FFF2-40B4-BE49-F238E27FC236}">
                    <a16:creationId xmlns:a16="http://schemas.microsoft.com/office/drawing/2014/main" id="{B0384163-9C44-EA0F-5767-F3F69B285BA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6976094" y="2574516"/>
                <a:ext cx="664522" cy="676715"/>
              </a:xfrm>
              <a:prstGeom prst="rect">
                <a:avLst/>
              </a:prstGeom>
            </p:spPr>
          </p:pic>
          <p:pic>
            <p:nvPicPr>
              <p:cNvPr id="198" name="Picture 197">
                <a:extLst>
                  <a:ext uri="{FF2B5EF4-FFF2-40B4-BE49-F238E27FC236}">
                    <a16:creationId xmlns:a16="http://schemas.microsoft.com/office/drawing/2014/main" id="{7C69C7CF-BD21-5776-FB8C-91C99F12A29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>
                <a:extLst>
                  <a:ext uri="{BEBA8EAE-BF5A-486C-A8C5-ECC9F3942E4B}">
                    <a14:imgProps xmlns:a14="http://schemas.microsoft.com/office/drawing/2010/main">
                      <a14:imgLayer r:embed="rId11">
                        <a14:imgEffect>
                          <a14:colorTemperature colorTemp="4700"/>
                        </a14:imgEffect>
                        <a14:imgEffect>
                          <a14:brightnessContrast bright="-20000" contrast="40000"/>
                        </a14:imgEffect>
                      </a14:imgLayer>
                    </a14:imgProps>
                  </a:ext>
                </a:extLst>
              </a:blip>
              <a:stretch>
                <a:fillRect/>
              </a:stretch>
            </p:blipFill>
            <p:spPr>
              <a:xfrm>
                <a:off x="7044932" y="2644373"/>
                <a:ext cx="526845" cy="528534"/>
              </a:xfrm>
              <a:prstGeom prst="ellipse">
                <a:avLst/>
              </a:prstGeom>
              <a:solidFill>
                <a:schemeClr val="bg1"/>
              </a:solidFill>
            </p:spPr>
          </p:pic>
          <p:pic>
            <p:nvPicPr>
              <p:cNvPr id="199" name="Picture 198">
                <a:extLst>
                  <a:ext uri="{FF2B5EF4-FFF2-40B4-BE49-F238E27FC236}">
                    <a16:creationId xmlns:a16="http://schemas.microsoft.com/office/drawing/2014/main" id="{AF7E9811-A440-1E92-649F-0E29A2E0CB0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6976095" y="2574516"/>
                <a:ext cx="664522" cy="676715"/>
              </a:xfrm>
              <a:prstGeom prst="rect">
                <a:avLst/>
              </a:prstGeom>
            </p:spPr>
          </p:pic>
          <p:pic>
            <p:nvPicPr>
              <p:cNvPr id="200" name="Picture 199">
                <a:extLst>
                  <a:ext uri="{FF2B5EF4-FFF2-40B4-BE49-F238E27FC236}">
                    <a16:creationId xmlns:a16="http://schemas.microsoft.com/office/drawing/2014/main" id="{B1E2E6CF-EA9C-E1D6-0A95-640CB7724D8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>
                <a:extLst>
                  <a:ext uri="{BEBA8EAE-BF5A-486C-A8C5-ECC9F3942E4B}">
                    <a14:imgProps xmlns:a14="http://schemas.microsoft.com/office/drawing/2010/main">
                      <a14:imgLayer r:embed="rId11">
                        <a14:imgEffect>
                          <a14:colorTemperature colorTemp="4700"/>
                        </a14:imgEffect>
                        <a14:imgEffect>
                          <a14:brightnessContrast bright="-20000" contrast="40000"/>
                        </a14:imgEffect>
                      </a14:imgLayer>
                    </a14:imgProps>
                  </a:ext>
                </a:extLst>
              </a:blip>
              <a:stretch>
                <a:fillRect/>
              </a:stretch>
            </p:blipFill>
            <p:spPr>
              <a:xfrm>
                <a:off x="7064641" y="2664144"/>
                <a:ext cx="487430" cy="488992"/>
              </a:xfrm>
              <a:prstGeom prst="ellipse">
                <a:avLst/>
              </a:prstGeom>
              <a:solidFill>
                <a:schemeClr val="bg1"/>
              </a:solidFill>
            </p:spPr>
          </p:pic>
        </p:grpSp>
      </p:grpSp>
      <p:pic>
        <p:nvPicPr>
          <p:cNvPr id="204" name="Picture 203">
            <a:extLst>
              <a:ext uri="{FF2B5EF4-FFF2-40B4-BE49-F238E27FC236}">
                <a16:creationId xmlns:a16="http://schemas.microsoft.com/office/drawing/2014/main" id="{02394D5C-50E2-B7B5-0318-8A3C71AA48E3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587713" y="863597"/>
            <a:ext cx="475706" cy="625929"/>
          </a:xfrm>
          <a:prstGeom prst="rect">
            <a:avLst/>
          </a:prstGeom>
        </p:spPr>
      </p:pic>
      <p:sp>
        <p:nvSpPr>
          <p:cNvPr id="208" name="Freeform: Shape 207">
            <a:extLst>
              <a:ext uri="{FF2B5EF4-FFF2-40B4-BE49-F238E27FC236}">
                <a16:creationId xmlns:a16="http://schemas.microsoft.com/office/drawing/2014/main" id="{1446195D-AC01-80A3-D9D1-7AD5A893FA76}"/>
              </a:ext>
            </a:extLst>
          </p:cNvPr>
          <p:cNvSpPr/>
          <p:nvPr/>
        </p:nvSpPr>
        <p:spPr>
          <a:xfrm>
            <a:off x="5819775" y="1181100"/>
            <a:ext cx="2009775" cy="647700"/>
          </a:xfrm>
          <a:custGeom>
            <a:avLst/>
            <a:gdLst>
              <a:gd name="connsiteX0" fmla="*/ 2009775 w 2009775"/>
              <a:gd name="connsiteY0" fmla="*/ 0 h 647700"/>
              <a:gd name="connsiteX1" fmla="*/ 1266825 w 2009775"/>
              <a:gd name="connsiteY1" fmla="*/ 133350 h 647700"/>
              <a:gd name="connsiteX2" fmla="*/ 609600 w 2009775"/>
              <a:gd name="connsiteY2" fmla="*/ 542925 h 647700"/>
              <a:gd name="connsiteX3" fmla="*/ 0 w 2009775"/>
              <a:gd name="connsiteY3" fmla="*/ 647700 h 6477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009775" h="647700">
                <a:moveTo>
                  <a:pt x="2009775" y="0"/>
                </a:moveTo>
                <a:cubicBezTo>
                  <a:pt x="1754981" y="21431"/>
                  <a:pt x="1500187" y="42863"/>
                  <a:pt x="1266825" y="133350"/>
                </a:cubicBezTo>
                <a:cubicBezTo>
                  <a:pt x="1033463" y="223837"/>
                  <a:pt x="820737" y="457200"/>
                  <a:pt x="609600" y="542925"/>
                </a:cubicBezTo>
                <a:cubicBezTo>
                  <a:pt x="398462" y="628650"/>
                  <a:pt x="199231" y="638175"/>
                  <a:pt x="0" y="647700"/>
                </a:cubicBezTo>
              </a:path>
            </a:pathLst>
          </a:custGeom>
          <a:noFill/>
          <a:ln>
            <a:solidFill>
              <a:schemeClr val="accent6">
                <a:lumMod val="75000"/>
              </a:schemeClr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30" name="Freeform: Shape 229">
            <a:extLst>
              <a:ext uri="{FF2B5EF4-FFF2-40B4-BE49-F238E27FC236}">
                <a16:creationId xmlns:a16="http://schemas.microsoft.com/office/drawing/2014/main" id="{59032DC5-49B3-33AA-D021-7B1B6805C58D}"/>
              </a:ext>
            </a:extLst>
          </p:cNvPr>
          <p:cNvSpPr/>
          <p:nvPr/>
        </p:nvSpPr>
        <p:spPr>
          <a:xfrm>
            <a:off x="3533775" y="851552"/>
            <a:ext cx="4238625" cy="1472548"/>
          </a:xfrm>
          <a:custGeom>
            <a:avLst/>
            <a:gdLst>
              <a:gd name="connsiteX0" fmla="*/ 4238625 w 4238625"/>
              <a:gd name="connsiteY0" fmla="*/ 72373 h 1472548"/>
              <a:gd name="connsiteX1" fmla="*/ 1657350 w 4238625"/>
              <a:gd name="connsiteY1" fmla="*/ 158098 h 1472548"/>
              <a:gd name="connsiteX2" fmla="*/ 0 w 4238625"/>
              <a:gd name="connsiteY2" fmla="*/ 1472548 h 14725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4238625" h="1472548">
                <a:moveTo>
                  <a:pt x="4238625" y="72373"/>
                </a:moveTo>
                <a:cubicBezTo>
                  <a:pt x="3301206" y="-1446"/>
                  <a:pt x="2363787" y="-75264"/>
                  <a:pt x="1657350" y="158098"/>
                </a:cubicBezTo>
                <a:cubicBezTo>
                  <a:pt x="950913" y="391460"/>
                  <a:pt x="475456" y="932004"/>
                  <a:pt x="0" y="1472548"/>
                </a:cubicBezTo>
              </a:path>
            </a:pathLst>
          </a:custGeom>
          <a:noFill/>
          <a:ln>
            <a:solidFill>
              <a:schemeClr val="accent2">
                <a:lumMod val="75000"/>
              </a:schemeClr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grpSp>
        <p:nvGrpSpPr>
          <p:cNvPr id="266" name="Group 265">
            <a:extLst>
              <a:ext uri="{FF2B5EF4-FFF2-40B4-BE49-F238E27FC236}">
                <a16:creationId xmlns:a16="http://schemas.microsoft.com/office/drawing/2014/main" id="{2CCD3E33-9537-A5BA-2D3F-40F75A0E2853}"/>
              </a:ext>
            </a:extLst>
          </p:cNvPr>
          <p:cNvGrpSpPr/>
          <p:nvPr/>
        </p:nvGrpSpPr>
        <p:grpSpPr>
          <a:xfrm>
            <a:off x="9106083" y="884873"/>
            <a:ext cx="1745352" cy="583376"/>
            <a:chOff x="9538950" y="2402423"/>
            <a:chExt cx="1745352" cy="583376"/>
          </a:xfrm>
        </p:grpSpPr>
        <p:pic>
          <p:nvPicPr>
            <p:cNvPr id="262" name="Picture 261">
              <a:extLst>
                <a:ext uri="{FF2B5EF4-FFF2-40B4-BE49-F238E27FC236}">
                  <a16:creationId xmlns:a16="http://schemas.microsoft.com/office/drawing/2014/main" id="{942A1A19-8226-2DFE-469E-00ACC632F007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10866423" y="2402423"/>
              <a:ext cx="417879" cy="583376"/>
            </a:xfrm>
            <a:prstGeom prst="rect">
              <a:avLst/>
            </a:prstGeom>
          </p:spPr>
        </p:pic>
        <p:pic>
          <p:nvPicPr>
            <p:cNvPr id="263" name="Picture 262">
              <a:extLst>
                <a:ext uri="{FF2B5EF4-FFF2-40B4-BE49-F238E27FC236}">
                  <a16:creationId xmlns:a16="http://schemas.microsoft.com/office/drawing/2014/main" id="{657C586E-081F-6435-3DC0-C640F12D31CD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/>
            <a:stretch>
              <a:fillRect/>
            </a:stretch>
          </p:blipFill>
          <p:spPr>
            <a:xfrm>
              <a:off x="10423932" y="2402423"/>
              <a:ext cx="413742" cy="583376"/>
            </a:xfrm>
            <a:prstGeom prst="rect">
              <a:avLst/>
            </a:prstGeom>
          </p:spPr>
        </p:pic>
        <p:pic>
          <p:nvPicPr>
            <p:cNvPr id="264" name="Picture 263">
              <a:extLst>
                <a:ext uri="{FF2B5EF4-FFF2-40B4-BE49-F238E27FC236}">
                  <a16:creationId xmlns:a16="http://schemas.microsoft.com/office/drawing/2014/main" id="{1662C41C-A0CC-30C2-067D-8BFBA0308E6A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/>
            <a:stretch>
              <a:fillRect/>
            </a:stretch>
          </p:blipFill>
          <p:spPr>
            <a:xfrm>
              <a:off x="9981441" y="2402423"/>
              <a:ext cx="413742" cy="583376"/>
            </a:xfrm>
            <a:prstGeom prst="rect">
              <a:avLst/>
            </a:prstGeom>
          </p:spPr>
        </p:pic>
        <p:pic>
          <p:nvPicPr>
            <p:cNvPr id="265" name="Picture 264">
              <a:extLst>
                <a:ext uri="{FF2B5EF4-FFF2-40B4-BE49-F238E27FC236}">
                  <a16:creationId xmlns:a16="http://schemas.microsoft.com/office/drawing/2014/main" id="{B7AC62A7-F0A6-2B29-2BD2-5E428D620ABE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/>
            <a:stretch>
              <a:fillRect/>
            </a:stretch>
          </p:blipFill>
          <p:spPr>
            <a:xfrm>
              <a:off x="9538950" y="2402423"/>
              <a:ext cx="413742" cy="583376"/>
            </a:xfrm>
            <a:prstGeom prst="rect">
              <a:avLst/>
            </a:prstGeom>
          </p:spPr>
        </p:pic>
      </p:grpSp>
      <p:pic>
        <p:nvPicPr>
          <p:cNvPr id="267" name="Picture 266">
            <a:extLst>
              <a:ext uri="{FF2B5EF4-FFF2-40B4-BE49-F238E27FC236}">
                <a16:creationId xmlns:a16="http://schemas.microsoft.com/office/drawing/2014/main" id="{909F0401-D8D1-BF15-09FF-1E728E7F4D98}"/>
              </a:ext>
            </a:extLst>
          </p:cNvPr>
          <p:cNvPicPr>
            <a:picLocks noChangeAspect="1"/>
          </p:cNvPicPr>
          <p:nvPr/>
        </p:nvPicPr>
        <p:blipFill>
          <a:blip r:embed="rId9">
            <a:duotone>
              <a:prstClr val="black"/>
              <a:schemeClr val="accent4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8588284" y="863596"/>
            <a:ext cx="475706" cy="625929"/>
          </a:xfrm>
          <a:prstGeom prst="rect">
            <a:avLst/>
          </a:prstGeom>
        </p:spPr>
      </p:pic>
      <p:sp>
        <p:nvSpPr>
          <p:cNvPr id="270" name="Freeform: Shape 269">
            <a:extLst>
              <a:ext uri="{FF2B5EF4-FFF2-40B4-BE49-F238E27FC236}">
                <a16:creationId xmlns:a16="http://schemas.microsoft.com/office/drawing/2014/main" id="{E3A343A6-AAA3-3686-3EBF-84B62479A7F4}"/>
              </a:ext>
            </a:extLst>
          </p:cNvPr>
          <p:cNvSpPr/>
          <p:nvPr/>
        </p:nvSpPr>
        <p:spPr>
          <a:xfrm>
            <a:off x="8793957" y="858269"/>
            <a:ext cx="274934" cy="287724"/>
          </a:xfrm>
          <a:custGeom>
            <a:avLst/>
            <a:gdLst>
              <a:gd name="connsiteX0" fmla="*/ 0 w 267789"/>
              <a:gd name="connsiteY0" fmla="*/ 0 h 277586"/>
              <a:gd name="connsiteX1" fmla="*/ 267789 w 267789"/>
              <a:gd name="connsiteY1" fmla="*/ 277586 h 277586"/>
              <a:gd name="connsiteX2" fmla="*/ 267789 w 267789"/>
              <a:gd name="connsiteY2" fmla="*/ 117566 h 277586"/>
              <a:gd name="connsiteX3" fmla="*/ 146957 w 267789"/>
              <a:gd name="connsiteY3" fmla="*/ 6531 h 277586"/>
              <a:gd name="connsiteX4" fmla="*/ 0 w 267789"/>
              <a:gd name="connsiteY4" fmla="*/ 0 h 277586"/>
              <a:gd name="connsiteX0" fmla="*/ 0 w 267789"/>
              <a:gd name="connsiteY0" fmla="*/ 613 h 278199"/>
              <a:gd name="connsiteX1" fmla="*/ 267789 w 267789"/>
              <a:gd name="connsiteY1" fmla="*/ 278199 h 278199"/>
              <a:gd name="connsiteX2" fmla="*/ 267789 w 267789"/>
              <a:gd name="connsiteY2" fmla="*/ 118179 h 278199"/>
              <a:gd name="connsiteX3" fmla="*/ 156482 w 267789"/>
              <a:gd name="connsiteY3" fmla="*/ 0 h 278199"/>
              <a:gd name="connsiteX4" fmla="*/ 0 w 267789"/>
              <a:gd name="connsiteY4" fmla="*/ 613 h 278199"/>
              <a:gd name="connsiteX0" fmla="*/ 0 w 270171"/>
              <a:gd name="connsiteY0" fmla="*/ 5375 h 278199"/>
              <a:gd name="connsiteX1" fmla="*/ 270171 w 270171"/>
              <a:gd name="connsiteY1" fmla="*/ 278199 h 278199"/>
              <a:gd name="connsiteX2" fmla="*/ 270171 w 270171"/>
              <a:gd name="connsiteY2" fmla="*/ 118179 h 278199"/>
              <a:gd name="connsiteX3" fmla="*/ 158864 w 270171"/>
              <a:gd name="connsiteY3" fmla="*/ 0 h 278199"/>
              <a:gd name="connsiteX4" fmla="*/ 0 w 270171"/>
              <a:gd name="connsiteY4" fmla="*/ 5375 h 278199"/>
              <a:gd name="connsiteX0" fmla="*/ 0 w 270171"/>
              <a:gd name="connsiteY0" fmla="*/ 5375 h 266292"/>
              <a:gd name="connsiteX1" fmla="*/ 263028 w 270171"/>
              <a:gd name="connsiteY1" fmla="*/ 266292 h 266292"/>
              <a:gd name="connsiteX2" fmla="*/ 270171 w 270171"/>
              <a:gd name="connsiteY2" fmla="*/ 118179 h 266292"/>
              <a:gd name="connsiteX3" fmla="*/ 158864 w 270171"/>
              <a:gd name="connsiteY3" fmla="*/ 0 h 266292"/>
              <a:gd name="connsiteX4" fmla="*/ 0 w 270171"/>
              <a:gd name="connsiteY4" fmla="*/ 5375 h 266292"/>
              <a:gd name="connsiteX0" fmla="*/ 0 w 274934"/>
              <a:gd name="connsiteY0" fmla="*/ 5375 h 287724"/>
              <a:gd name="connsiteX1" fmla="*/ 274934 w 274934"/>
              <a:gd name="connsiteY1" fmla="*/ 287724 h 287724"/>
              <a:gd name="connsiteX2" fmla="*/ 270171 w 274934"/>
              <a:gd name="connsiteY2" fmla="*/ 118179 h 287724"/>
              <a:gd name="connsiteX3" fmla="*/ 158864 w 274934"/>
              <a:gd name="connsiteY3" fmla="*/ 0 h 287724"/>
              <a:gd name="connsiteX4" fmla="*/ 0 w 274934"/>
              <a:gd name="connsiteY4" fmla="*/ 5375 h 2877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4934" h="287724">
                <a:moveTo>
                  <a:pt x="0" y="5375"/>
                </a:moveTo>
                <a:lnTo>
                  <a:pt x="274934" y="287724"/>
                </a:lnTo>
                <a:lnTo>
                  <a:pt x="270171" y="118179"/>
                </a:lnTo>
                <a:lnTo>
                  <a:pt x="158864" y="0"/>
                </a:lnTo>
                <a:lnTo>
                  <a:pt x="0" y="5375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31" name="Freeform: Shape 230">
            <a:extLst>
              <a:ext uri="{FF2B5EF4-FFF2-40B4-BE49-F238E27FC236}">
                <a16:creationId xmlns:a16="http://schemas.microsoft.com/office/drawing/2014/main" id="{3BB1DA25-80BA-DF6D-0F63-B6C17B821B6D}"/>
              </a:ext>
            </a:extLst>
          </p:cNvPr>
          <p:cNvSpPr/>
          <p:nvPr/>
        </p:nvSpPr>
        <p:spPr>
          <a:xfrm>
            <a:off x="5799995" y="1077850"/>
            <a:ext cx="2009775" cy="647700"/>
          </a:xfrm>
          <a:custGeom>
            <a:avLst/>
            <a:gdLst>
              <a:gd name="connsiteX0" fmla="*/ 2009775 w 2009775"/>
              <a:gd name="connsiteY0" fmla="*/ 0 h 647700"/>
              <a:gd name="connsiteX1" fmla="*/ 1266825 w 2009775"/>
              <a:gd name="connsiteY1" fmla="*/ 133350 h 647700"/>
              <a:gd name="connsiteX2" fmla="*/ 609600 w 2009775"/>
              <a:gd name="connsiteY2" fmla="*/ 542925 h 647700"/>
              <a:gd name="connsiteX3" fmla="*/ 0 w 2009775"/>
              <a:gd name="connsiteY3" fmla="*/ 647700 h 6477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009775" h="647700">
                <a:moveTo>
                  <a:pt x="2009775" y="0"/>
                </a:moveTo>
                <a:cubicBezTo>
                  <a:pt x="1754981" y="21431"/>
                  <a:pt x="1500187" y="42863"/>
                  <a:pt x="1266825" y="133350"/>
                </a:cubicBezTo>
                <a:cubicBezTo>
                  <a:pt x="1033463" y="223837"/>
                  <a:pt x="820737" y="457200"/>
                  <a:pt x="609600" y="542925"/>
                </a:cubicBezTo>
                <a:cubicBezTo>
                  <a:pt x="398462" y="628650"/>
                  <a:pt x="199231" y="638175"/>
                  <a:pt x="0" y="647700"/>
                </a:cubicBezTo>
              </a:path>
            </a:pathLst>
          </a:custGeom>
          <a:noFill/>
          <a:ln>
            <a:solidFill>
              <a:schemeClr val="accent6">
                <a:lumMod val="75000"/>
              </a:schemeClr>
            </a:solidFill>
            <a:headEnd type="triangl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grpSp>
        <p:nvGrpSpPr>
          <p:cNvPr id="252" name="Group 251">
            <a:extLst>
              <a:ext uri="{FF2B5EF4-FFF2-40B4-BE49-F238E27FC236}">
                <a16:creationId xmlns:a16="http://schemas.microsoft.com/office/drawing/2014/main" id="{D86C49E5-A61B-E114-0B48-F3240304544F}"/>
              </a:ext>
            </a:extLst>
          </p:cNvPr>
          <p:cNvGrpSpPr/>
          <p:nvPr/>
        </p:nvGrpSpPr>
        <p:grpSpPr>
          <a:xfrm>
            <a:off x="4589288" y="1373398"/>
            <a:ext cx="480439" cy="635200"/>
            <a:chOff x="6238875" y="2481185"/>
            <a:chExt cx="480439" cy="635200"/>
          </a:xfrm>
        </p:grpSpPr>
        <p:pic>
          <p:nvPicPr>
            <p:cNvPr id="232" name="Picture 231">
              <a:extLst>
                <a:ext uri="{FF2B5EF4-FFF2-40B4-BE49-F238E27FC236}">
                  <a16:creationId xmlns:a16="http://schemas.microsoft.com/office/drawing/2014/main" id="{A85CCD8F-54FA-D8AC-A4F5-D7DAD612300E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duotone>
                <a:prstClr val="black"/>
                <a:schemeClr val="accent4">
                  <a:tint val="45000"/>
                  <a:satMod val="400000"/>
                </a:schemeClr>
              </a:duotone>
            </a:blip>
            <a:stretch>
              <a:fillRect/>
            </a:stretch>
          </p:blipFill>
          <p:spPr>
            <a:xfrm>
              <a:off x="6238875" y="2490456"/>
              <a:ext cx="475706" cy="625929"/>
            </a:xfrm>
            <a:prstGeom prst="rect">
              <a:avLst/>
            </a:prstGeom>
          </p:spPr>
        </p:pic>
        <p:sp>
          <p:nvSpPr>
            <p:cNvPr id="233" name="Freeform: Shape 232">
              <a:extLst>
                <a:ext uri="{FF2B5EF4-FFF2-40B4-BE49-F238E27FC236}">
                  <a16:creationId xmlns:a16="http://schemas.microsoft.com/office/drawing/2014/main" id="{D233B52A-1847-8C72-EA81-CF485C316B62}"/>
                </a:ext>
              </a:extLst>
            </p:cNvPr>
            <p:cNvSpPr/>
            <p:nvPr/>
          </p:nvSpPr>
          <p:spPr>
            <a:xfrm>
              <a:off x="6444380" y="2481185"/>
              <a:ext cx="274934" cy="287724"/>
            </a:xfrm>
            <a:custGeom>
              <a:avLst/>
              <a:gdLst>
                <a:gd name="connsiteX0" fmla="*/ 0 w 267789"/>
                <a:gd name="connsiteY0" fmla="*/ 0 h 277586"/>
                <a:gd name="connsiteX1" fmla="*/ 267789 w 267789"/>
                <a:gd name="connsiteY1" fmla="*/ 277586 h 277586"/>
                <a:gd name="connsiteX2" fmla="*/ 267789 w 267789"/>
                <a:gd name="connsiteY2" fmla="*/ 117566 h 277586"/>
                <a:gd name="connsiteX3" fmla="*/ 146957 w 267789"/>
                <a:gd name="connsiteY3" fmla="*/ 6531 h 277586"/>
                <a:gd name="connsiteX4" fmla="*/ 0 w 267789"/>
                <a:gd name="connsiteY4" fmla="*/ 0 h 277586"/>
                <a:gd name="connsiteX0" fmla="*/ 0 w 267789"/>
                <a:gd name="connsiteY0" fmla="*/ 613 h 278199"/>
                <a:gd name="connsiteX1" fmla="*/ 267789 w 267789"/>
                <a:gd name="connsiteY1" fmla="*/ 278199 h 278199"/>
                <a:gd name="connsiteX2" fmla="*/ 267789 w 267789"/>
                <a:gd name="connsiteY2" fmla="*/ 118179 h 278199"/>
                <a:gd name="connsiteX3" fmla="*/ 156482 w 267789"/>
                <a:gd name="connsiteY3" fmla="*/ 0 h 278199"/>
                <a:gd name="connsiteX4" fmla="*/ 0 w 267789"/>
                <a:gd name="connsiteY4" fmla="*/ 613 h 278199"/>
                <a:gd name="connsiteX0" fmla="*/ 0 w 270171"/>
                <a:gd name="connsiteY0" fmla="*/ 5375 h 278199"/>
                <a:gd name="connsiteX1" fmla="*/ 270171 w 270171"/>
                <a:gd name="connsiteY1" fmla="*/ 278199 h 278199"/>
                <a:gd name="connsiteX2" fmla="*/ 270171 w 270171"/>
                <a:gd name="connsiteY2" fmla="*/ 118179 h 278199"/>
                <a:gd name="connsiteX3" fmla="*/ 158864 w 270171"/>
                <a:gd name="connsiteY3" fmla="*/ 0 h 278199"/>
                <a:gd name="connsiteX4" fmla="*/ 0 w 270171"/>
                <a:gd name="connsiteY4" fmla="*/ 5375 h 278199"/>
                <a:gd name="connsiteX0" fmla="*/ 0 w 270171"/>
                <a:gd name="connsiteY0" fmla="*/ 5375 h 266292"/>
                <a:gd name="connsiteX1" fmla="*/ 263028 w 270171"/>
                <a:gd name="connsiteY1" fmla="*/ 266292 h 266292"/>
                <a:gd name="connsiteX2" fmla="*/ 270171 w 270171"/>
                <a:gd name="connsiteY2" fmla="*/ 118179 h 266292"/>
                <a:gd name="connsiteX3" fmla="*/ 158864 w 270171"/>
                <a:gd name="connsiteY3" fmla="*/ 0 h 266292"/>
                <a:gd name="connsiteX4" fmla="*/ 0 w 270171"/>
                <a:gd name="connsiteY4" fmla="*/ 5375 h 266292"/>
                <a:gd name="connsiteX0" fmla="*/ 0 w 274934"/>
                <a:gd name="connsiteY0" fmla="*/ 5375 h 287724"/>
                <a:gd name="connsiteX1" fmla="*/ 274934 w 274934"/>
                <a:gd name="connsiteY1" fmla="*/ 287724 h 287724"/>
                <a:gd name="connsiteX2" fmla="*/ 270171 w 274934"/>
                <a:gd name="connsiteY2" fmla="*/ 118179 h 287724"/>
                <a:gd name="connsiteX3" fmla="*/ 158864 w 274934"/>
                <a:gd name="connsiteY3" fmla="*/ 0 h 287724"/>
                <a:gd name="connsiteX4" fmla="*/ 0 w 274934"/>
                <a:gd name="connsiteY4" fmla="*/ 5375 h 2877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74934" h="287724">
                  <a:moveTo>
                    <a:pt x="0" y="5375"/>
                  </a:moveTo>
                  <a:lnTo>
                    <a:pt x="274934" y="287724"/>
                  </a:lnTo>
                  <a:lnTo>
                    <a:pt x="270171" y="118179"/>
                  </a:lnTo>
                  <a:lnTo>
                    <a:pt x="158864" y="0"/>
                  </a:lnTo>
                  <a:lnTo>
                    <a:pt x="0" y="5375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D7C8108F-B7BE-97BF-4B29-75276F27FF06}"/>
              </a:ext>
            </a:extLst>
          </p:cNvPr>
          <p:cNvGrpSpPr/>
          <p:nvPr/>
        </p:nvGrpSpPr>
        <p:grpSpPr>
          <a:xfrm>
            <a:off x="4975127" y="1161045"/>
            <a:ext cx="821464" cy="913071"/>
            <a:chOff x="8941274" y="4193447"/>
            <a:chExt cx="821464" cy="913071"/>
          </a:xfrm>
        </p:grpSpPr>
        <p:sp>
          <p:nvSpPr>
            <p:cNvPr id="18" name="Rectangle: Rounded Corners 17">
              <a:extLst>
                <a:ext uri="{FF2B5EF4-FFF2-40B4-BE49-F238E27FC236}">
                  <a16:creationId xmlns:a16="http://schemas.microsoft.com/office/drawing/2014/main" id="{0940EE09-C65D-8FEF-2FE5-6A05991E42A9}"/>
                </a:ext>
              </a:extLst>
            </p:cNvPr>
            <p:cNvSpPr/>
            <p:nvPr/>
          </p:nvSpPr>
          <p:spPr>
            <a:xfrm>
              <a:off x="9037553" y="4455376"/>
              <a:ext cx="628907" cy="628907"/>
            </a:xfrm>
            <a:prstGeom prst="roundRect">
              <a:avLst>
                <a:gd name="adj" fmla="val 8678"/>
              </a:avLst>
            </a:prstGeom>
            <a:solidFill>
              <a:schemeClr val="bg1"/>
            </a:solidFill>
            <a:ln w="28575">
              <a:solidFill>
                <a:srgbClr val="3963DA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srgbClr val="3963DA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EDD35EFE-5169-13F1-0342-90DDF07C7F08}"/>
                </a:ext>
              </a:extLst>
            </p:cNvPr>
            <p:cNvSpPr txBox="1"/>
            <p:nvPr/>
          </p:nvSpPr>
          <p:spPr>
            <a:xfrm>
              <a:off x="8941274" y="4644853"/>
              <a:ext cx="821464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3963DA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Global Broker</a:t>
              </a:r>
            </a:p>
          </p:txBody>
        </p:sp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1D3643A8-90D9-D763-4896-8C6E654FEA3F}"/>
                </a:ext>
              </a:extLst>
            </p:cNvPr>
            <p:cNvGrpSpPr/>
            <p:nvPr/>
          </p:nvGrpSpPr>
          <p:grpSpPr>
            <a:xfrm>
              <a:off x="9094796" y="4193447"/>
              <a:ext cx="514420" cy="523858"/>
              <a:chOff x="6520709" y="4021299"/>
              <a:chExt cx="664522" cy="676715"/>
            </a:xfrm>
          </p:grpSpPr>
          <p:pic>
            <p:nvPicPr>
              <p:cNvPr id="21" name="Picture 20">
                <a:extLst>
                  <a:ext uri="{FF2B5EF4-FFF2-40B4-BE49-F238E27FC236}">
                    <a16:creationId xmlns:a16="http://schemas.microsoft.com/office/drawing/2014/main" id="{80DFC3FA-EB61-6B31-FAA6-6F8D4F638C9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6520709" y="4021299"/>
                <a:ext cx="664522" cy="676715"/>
              </a:xfrm>
              <a:prstGeom prst="rect">
                <a:avLst/>
              </a:prstGeom>
            </p:spPr>
          </p:pic>
          <p:sp>
            <p:nvSpPr>
              <p:cNvPr id="22" name="Oval 21">
                <a:extLst>
                  <a:ext uri="{FF2B5EF4-FFF2-40B4-BE49-F238E27FC236}">
                    <a16:creationId xmlns:a16="http://schemas.microsoft.com/office/drawing/2014/main" id="{524C8226-9B6F-4D30-4B92-4E4B899BA5F8}"/>
                  </a:ext>
                </a:extLst>
              </p:cNvPr>
              <p:cNvSpPr/>
              <p:nvPr/>
            </p:nvSpPr>
            <p:spPr>
              <a:xfrm>
                <a:off x="6610176" y="4113239"/>
                <a:ext cx="485588" cy="485586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pic>
            <p:nvPicPr>
              <p:cNvPr id="25" name="Picture 24">
                <a:extLst>
                  <a:ext uri="{FF2B5EF4-FFF2-40B4-BE49-F238E27FC236}">
                    <a16:creationId xmlns:a16="http://schemas.microsoft.com/office/drawing/2014/main" id="{5A1A8E19-FCC6-EA9F-DAC3-0E85E0EFF90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6647343" y="4147676"/>
                <a:ext cx="424360" cy="387637"/>
              </a:xfrm>
              <a:prstGeom prst="rect">
                <a:avLst/>
              </a:prstGeom>
            </p:spPr>
          </p:pic>
        </p:grpSp>
      </p:grpSp>
      <p:grpSp>
        <p:nvGrpSpPr>
          <p:cNvPr id="253" name="Group 252">
            <a:extLst>
              <a:ext uri="{FF2B5EF4-FFF2-40B4-BE49-F238E27FC236}">
                <a16:creationId xmlns:a16="http://schemas.microsoft.com/office/drawing/2014/main" id="{D7BC2B17-B487-4DB0-A3E0-A8F0B31AB89A}"/>
              </a:ext>
            </a:extLst>
          </p:cNvPr>
          <p:cNvGrpSpPr/>
          <p:nvPr/>
        </p:nvGrpSpPr>
        <p:grpSpPr>
          <a:xfrm>
            <a:off x="11164420" y="3622704"/>
            <a:ext cx="970364" cy="1164438"/>
            <a:chOff x="10835927" y="2405227"/>
            <a:chExt cx="970364" cy="1164438"/>
          </a:xfrm>
        </p:grpSpPr>
        <p:pic>
          <p:nvPicPr>
            <p:cNvPr id="254" name="Picture 253">
              <a:extLst>
                <a:ext uri="{FF2B5EF4-FFF2-40B4-BE49-F238E27FC236}">
                  <a16:creationId xmlns:a16="http://schemas.microsoft.com/office/drawing/2014/main" id="{327727D1-904B-251B-579B-3D3220804E2E}"/>
                </a:ext>
              </a:extLst>
            </p:cNvPr>
            <p:cNvPicPr>
              <a:picLocks noChangeAspect="1"/>
            </p:cNvPicPr>
            <p:nvPr/>
          </p:nvPicPr>
          <p:blipFill>
            <a:blip r:embed="rId17"/>
            <a:stretch>
              <a:fillRect/>
            </a:stretch>
          </p:blipFill>
          <p:spPr>
            <a:xfrm>
              <a:off x="10835927" y="2405227"/>
              <a:ext cx="970364" cy="1164438"/>
            </a:xfrm>
            <a:prstGeom prst="rect">
              <a:avLst/>
            </a:prstGeom>
          </p:spPr>
        </p:pic>
        <p:pic>
          <p:nvPicPr>
            <p:cNvPr id="255" name="Picture 254" descr="Space4Water Portal">
              <a:extLst>
                <a:ext uri="{FF2B5EF4-FFF2-40B4-BE49-F238E27FC236}">
                  <a16:creationId xmlns:a16="http://schemas.microsoft.com/office/drawing/2014/main" id="{0D3F37E2-96CC-2836-82BC-382E61F2CA95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1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555" t="31422" r="63711" b="36133"/>
            <a:stretch/>
          </p:blipFill>
          <p:spPr bwMode="auto">
            <a:xfrm rot="21430420">
              <a:off x="11363402" y="3178637"/>
              <a:ext cx="143756" cy="15176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268" name="Group 267">
            <a:extLst>
              <a:ext uri="{FF2B5EF4-FFF2-40B4-BE49-F238E27FC236}">
                <a16:creationId xmlns:a16="http://schemas.microsoft.com/office/drawing/2014/main" id="{CEBC7F5E-1366-E850-3E8D-6B9888E3B41F}"/>
              </a:ext>
            </a:extLst>
          </p:cNvPr>
          <p:cNvGrpSpPr/>
          <p:nvPr/>
        </p:nvGrpSpPr>
        <p:grpSpPr>
          <a:xfrm>
            <a:off x="3037962" y="3568446"/>
            <a:ext cx="8224599" cy="2603109"/>
            <a:chOff x="3037962" y="3577971"/>
            <a:chExt cx="8224599" cy="2603109"/>
          </a:xfrm>
        </p:grpSpPr>
        <p:grpSp>
          <p:nvGrpSpPr>
            <p:cNvPr id="269" name="Group 268">
              <a:extLst>
                <a:ext uri="{FF2B5EF4-FFF2-40B4-BE49-F238E27FC236}">
                  <a16:creationId xmlns:a16="http://schemas.microsoft.com/office/drawing/2014/main" id="{4ACA9981-86D5-60E3-89E1-E749266E0EDE}"/>
                </a:ext>
              </a:extLst>
            </p:cNvPr>
            <p:cNvGrpSpPr/>
            <p:nvPr/>
          </p:nvGrpSpPr>
          <p:grpSpPr>
            <a:xfrm>
              <a:off x="4281843" y="4427055"/>
              <a:ext cx="628907" cy="628907"/>
              <a:chOff x="2867802" y="3950805"/>
              <a:chExt cx="628907" cy="628907"/>
            </a:xfrm>
          </p:grpSpPr>
          <p:sp>
            <p:nvSpPr>
              <p:cNvPr id="296" name="Oval 295">
                <a:extLst>
                  <a:ext uri="{FF2B5EF4-FFF2-40B4-BE49-F238E27FC236}">
                    <a16:creationId xmlns:a16="http://schemas.microsoft.com/office/drawing/2014/main" id="{820CCD96-0CBC-E3F8-959B-51947A93B8FA}"/>
                  </a:ext>
                </a:extLst>
              </p:cNvPr>
              <p:cNvSpPr/>
              <p:nvPr/>
            </p:nvSpPr>
            <p:spPr>
              <a:xfrm>
                <a:off x="2867802" y="3950805"/>
                <a:ext cx="628907" cy="628907"/>
              </a:xfrm>
              <a:prstGeom prst="ellipse">
                <a:avLst/>
              </a:prstGeom>
              <a:solidFill>
                <a:schemeClr val="bg1"/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297" name="TextBox 296">
                <a:extLst>
                  <a:ext uri="{FF2B5EF4-FFF2-40B4-BE49-F238E27FC236}">
                    <a16:creationId xmlns:a16="http://schemas.microsoft.com/office/drawing/2014/main" id="{E7F96D1C-5346-84C9-A8DD-486E096B6C31}"/>
                  </a:ext>
                </a:extLst>
              </p:cNvPr>
              <p:cNvSpPr txBox="1"/>
              <p:nvPr/>
            </p:nvSpPr>
            <p:spPr>
              <a:xfrm>
                <a:off x="2949594" y="4126758"/>
                <a:ext cx="465322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2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ptos" panose="020B0004020202020204" pitchFamily="34" charset="0"/>
                    <a:ea typeface="+mn-ea"/>
                    <a:cs typeface="Arial" panose="020B0604020202020204" pitchFamily="34" charset="0"/>
                  </a:rPr>
                  <a:t>RTH</a:t>
                </a:r>
              </a:p>
            </p:txBody>
          </p:sp>
        </p:grpSp>
        <p:cxnSp>
          <p:nvCxnSpPr>
            <p:cNvPr id="271" name="Straight Arrow Connector 270">
              <a:extLst>
                <a:ext uri="{FF2B5EF4-FFF2-40B4-BE49-F238E27FC236}">
                  <a16:creationId xmlns:a16="http://schemas.microsoft.com/office/drawing/2014/main" id="{72285AA0-5579-FEA9-6E2C-591DFAC95CD1}"/>
                </a:ext>
              </a:extLst>
            </p:cNvPr>
            <p:cNvCxnSpPr>
              <a:cxnSpLocks/>
            </p:cNvCxnSpPr>
            <p:nvPr/>
          </p:nvCxnSpPr>
          <p:spPr>
            <a:xfrm>
              <a:off x="3037962" y="4315266"/>
              <a:ext cx="1175587" cy="306792"/>
            </a:xfrm>
            <a:prstGeom prst="straightConnector1">
              <a:avLst/>
            </a:prstGeom>
            <a:ln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72" name="Group 271">
              <a:extLst>
                <a:ext uri="{FF2B5EF4-FFF2-40B4-BE49-F238E27FC236}">
                  <a16:creationId xmlns:a16="http://schemas.microsoft.com/office/drawing/2014/main" id="{ACDE048D-962C-AF49-2874-470C5FD44F68}"/>
                </a:ext>
              </a:extLst>
            </p:cNvPr>
            <p:cNvGrpSpPr/>
            <p:nvPr/>
          </p:nvGrpSpPr>
          <p:grpSpPr>
            <a:xfrm>
              <a:off x="6188224" y="3577971"/>
              <a:ext cx="628907" cy="628907"/>
              <a:chOff x="2867802" y="3950805"/>
              <a:chExt cx="628907" cy="628907"/>
            </a:xfrm>
          </p:grpSpPr>
          <p:sp>
            <p:nvSpPr>
              <p:cNvPr id="294" name="Oval 293">
                <a:extLst>
                  <a:ext uri="{FF2B5EF4-FFF2-40B4-BE49-F238E27FC236}">
                    <a16:creationId xmlns:a16="http://schemas.microsoft.com/office/drawing/2014/main" id="{B8F44CDB-EACF-BD2E-274D-EAE507BEF6BF}"/>
                  </a:ext>
                </a:extLst>
              </p:cNvPr>
              <p:cNvSpPr/>
              <p:nvPr/>
            </p:nvSpPr>
            <p:spPr>
              <a:xfrm>
                <a:off x="2867802" y="3950805"/>
                <a:ext cx="628907" cy="628907"/>
              </a:xfrm>
              <a:prstGeom prst="ellipse">
                <a:avLst/>
              </a:prstGeom>
              <a:solidFill>
                <a:schemeClr val="bg1"/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295" name="TextBox 294">
                <a:extLst>
                  <a:ext uri="{FF2B5EF4-FFF2-40B4-BE49-F238E27FC236}">
                    <a16:creationId xmlns:a16="http://schemas.microsoft.com/office/drawing/2014/main" id="{4AA3C0F4-9983-0C0D-DD24-BEE6E2ABFD77}"/>
                  </a:ext>
                </a:extLst>
              </p:cNvPr>
              <p:cNvSpPr txBox="1"/>
              <p:nvPr/>
            </p:nvSpPr>
            <p:spPr>
              <a:xfrm>
                <a:off x="2949594" y="4068702"/>
                <a:ext cx="465322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2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ptos" panose="020B0004020202020204" pitchFamily="34" charset="0"/>
                    <a:ea typeface="+mn-ea"/>
                    <a:cs typeface="Arial" panose="020B0604020202020204" pitchFamily="34" charset="0"/>
                  </a:rPr>
                  <a:t>RTH</a:t>
                </a:r>
              </a:p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8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ptos" panose="020B0004020202020204" pitchFamily="34" charset="0"/>
                    <a:ea typeface="+mn-ea"/>
                    <a:cs typeface="Arial" panose="020B0604020202020204" pitchFamily="34" charset="0"/>
                  </a:rPr>
                  <a:t>Exeter</a:t>
                </a:r>
              </a:p>
            </p:txBody>
          </p:sp>
        </p:grpSp>
        <p:grpSp>
          <p:nvGrpSpPr>
            <p:cNvPr id="273" name="Group 272">
              <a:extLst>
                <a:ext uri="{FF2B5EF4-FFF2-40B4-BE49-F238E27FC236}">
                  <a16:creationId xmlns:a16="http://schemas.microsoft.com/office/drawing/2014/main" id="{00FFEFD8-8EF5-CD3C-D27A-AB86619E5666}"/>
                </a:ext>
              </a:extLst>
            </p:cNvPr>
            <p:cNvGrpSpPr/>
            <p:nvPr/>
          </p:nvGrpSpPr>
          <p:grpSpPr>
            <a:xfrm>
              <a:off x="9293175" y="3577971"/>
              <a:ext cx="628907" cy="628907"/>
              <a:chOff x="2867802" y="3950805"/>
              <a:chExt cx="628907" cy="628907"/>
            </a:xfrm>
          </p:grpSpPr>
          <p:sp>
            <p:nvSpPr>
              <p:cNvPr id="292" name="Oval 291">
                <a:extLst>
                  <a:ext uri="{FF2B5EF4-FFF2-40B4-BE49-F238E27FC236}">
                    <a16:creationId xmlns:a16="http://schemas.microsoft.com/office/drawing/2014/main" id="{E53748BF-9B64-77AB-0A89-4A61459524F7}"/>
                  </a:ext>
                </a:extLst>
              </p:cNvPr>
              <p:cNvSpPr/>
              <p:nvPr/>
            </p:nvSpPr>
            <p:spPr>
              <a:xfrm>
                <a:off x="2867802" y="3950805"/>
                <a:ext cx="628907" cy="628907"/>
              </a:xfrm>
              <a:prstGeom prst="ellipse">
                <a:avLst/>
              </a:prstGeom>
              <a:solidFill>
                <a:schemeClr val="bg1"/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293" name="TextBox 292">
                <a:extLst>
                  <a:ext uri="{FF2B5EF4-FFF2-40B4-BE49-F238E27FC236}">
                    <a16:creationId xmlns:a16="http://schemas.microsoft.com/office/drawing/2014/main" id="{F05FAB9B-F6D4-866B-828D-B3BC8EB46CF0}"/>
                  </a:ext>
                </a:extLst>
              </p:cNvPr>
              <p:cNvSpPr txBox="1"/>
              <p:nvPr/>
            </p:nvSpPr>
            <p:spPr>
              <a:xfrm>
                <a:off x="2932200" y="4068702"/>
                <a:ext cx="500110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2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ptos" panose="020B0004020202020204" pitchFamily="34" charset="0"/>
                    <a:ea typeface="+mn-ea"/>
                    <a:cs typeface="Arial" panose="020B0604020202020204" pitchFamily="34" charset="0"/>
                  </a:rPr>
                  <a:t>RTH</a:t>
                </a:r>
              </a:p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8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ptos" panose="020B0004020202020204" pitchFamily="34" charset="0"/>
                    <a:ea typeface="+mn-ea"/>
                    <a:cs typeface="Arial" panose="020B0604020202020204" pitchFamily="34" charset="0"/>
                  </a:rPr>
                  <a:t>Beijing</a:t>
                </a:r>
                <a:endParaRPr kumimoji="0" lang="en-GB" sz="7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0B0004020202020204" pitchFamily="34" charset="0"/>
                  <a:ea typeface="+mn-ea"/>
                  <a:cs typeface="Arial" panose="020B0604020202020204" pitchFamily="34" charset="0"/>
                </a:endParaRPr>
              </a:p>
            </p:txBody>
          </p:sp>
        </p:grpSp>
        <p:grpSp>
          <p:nvGrpSpPr>
            <p:cNvPr id="274" name="Group 273">
              <a:extLst>
                <a:ext uri="{FF2B5EF4-FFF2-40B4-BE49-F238E27FC236}">
                  <a16:creationId xmlns:a16="http://schemas.microsoft.com/office/drawing/2014/main" id="{682B5330-1188-DAE4-2693-6904A1D876F6}"/>
                </a:ext>
              </a:extLst>
            </p:cNvPr>
            <p:cNvGrpSpPr/>
            <p:nvPr/>
          </p:nvGrpSpPr>
          <p:grpSpPr>
            <a:xfrm>
              <a:off x="6521485" y="5413675"/>
              <a:ext cx="628907" cy="628907"/>
              <a:chOff x="2867802" y="3950805"/>
              <a:chExt cx="628907" cy="628907"/>
            </a:xfrm>
          </p:grpSpPr>
          <p:sp>
            <p:nvSpPr>
              <p:cNvPr id="290" name="Oval 289">
                <a:extLst>
                  <a:ext uri="{FF2B5EF4-FFF2-40B4-BE49-F238E27FC236}">
                    <a16:creationId xmlns:a16="http://schemas.microsoft.com/office/drawing/2014/main" id="{521E3EB1-A5F9-B432-C6B7-154707240B5B}"/>
                  </a:ext>
                </a:extLst>
              </p:cNvPr>
              <p:cNvSpPr/>
              <p:nvPr/>
            </p:nvSpPr>
            <p:spPr>
              <a:xfrm>
                <a:off x="2867802" y="3950805"/>
                <a:ext cx="628907" cy="628907"/>
              </a:xfrm>
              <a:prstGeom prst="ellipse">
                <a:avLst/>
              </a:prstGeom>
              <a:solidFill>
                <a:schemeClr val="bg1"/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>
                      <a:lumMod val="65000"/>
                    </a:prstClr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291" name="TextBox 290">
                <a:extLst>
                  <a:ext uri="{FF2B5EF4-FFF2-40B4-BE49-F238E27FC236}">
                    <a16:creationId xmlns:a16="http://schemas.microsoft.com/office/drawing/2014/main" id="{81F002C0-C216-F006-F2FC-FDC3736CBF5D}"/>
                  </a:ext>
                </a:extLst>
              </p:cNvPr>
              <p:cNvSpPr txBox="1"/>
              <p:nvPr/>
            </p:nvSpPr>
            <p:spPr>
              <a:xfrm>
                <a:off x="2949594" y="4126758"/>
                <a:ext cx="465322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2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ptos" panose="020B0004020202020204" pitchFamily="34" charset="0"/>
                    <a:ea typeface="+mn-ea"/>
                    <a:cs typeface="Arial" panose="020B0604020202020204" pitchFamily="34" charset="0"/>
                  </a:rPr>
                  <a:t>RTH</a:t>
                </a:r>
              </a:p>
            </p:txBody>
          </p:sp>
        </p:grpSp>
        <p:grpSp>
          <p:nvGrpSpPr>
            <p:cNvPr id="275" name="Group 274">
              <a:extLst>
                <a:ext uri="{FF2B5EF4-FFF2-40B4-BE49-F238E27FC236}">
                  <a16:creationId xmlns:a16="http://schemas.microsoft.com/office/drawing/2014/main" id="{DFD35837-8D11-0B6E-E85B-8482DB62C0AD}"/>
                </a:ext>
              </a:extLst>
            </p:cNvPr>
            <p:cNvGrpSpPr/>
            <p:nvPr/>
          </p:nvGrpSpPr>
          <p:grpSpPr>
            <a:xfrm>
              <a:off x="8862418" y="5165872"/>
              <a:ext cx="628907" cy="628907"/>
              <a:chOff x="2867802" y="3950805"/>
              <a:chExt cx="628907" cy="628907"/>
            </a:xfrm>
          </p:grpSpPr>
          <p:sp>
            <p:nvSpPr>
              <p:cNvPr id="288" name="Oval 287">
                <a:extLst>
                  <a:ext uri="{FF2B5EF4-FFF2-40B4-BE49-F238E27FC236}">
                    <a16:creationId xmlns:a16="http://schemas.microsoft.com/office/drawing/2014/main" id="{5B2E54D4-5DD9-5EBF-3CF4-5567663484CD}"/>
                  </a:ext>
                </a:extLst>
              </p:cNvPr>
              <p:cNvSpPr/>
              <p:nvPr/>
            </p:nvSpPr>
            <p:spPr>
              <a:xfrm>
                <a:off x="2867802" y="3950805"/>
                <a:ext cx="628907" cy="628907"/>
              </a:xfrm>
              <a:prstGeom prst="ellipse">
                <a:avLst/>
              </a:prstGeom>
              <a:solidFill>
                <a:schemeClr val="bg1"/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>
                      <a:lumMod val="65000"/>
                    </a:prstClr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289" name="TextBox 288">
                <a:extLst>
                  <a:ext uri="{FF2B5EF4-FFF2-40B4-BE49-F238E27FC236}">
                    <a16:creationId xmlns:a16="http://schemas.microsoft.com/office/drawing/2014/main" id="{3A41CFA3-DE85-1451-EB74-191C67DFDDA0}"/>
                  </a:ext>
                </a:extLst>
              </p:cNvPr>
              <p:cNvSpPr txBox="1"/>
              <p:nvPr/>
            </p:nvSpPr>
            <p:spPr>
              <a:xfrm>
                <a:off x="2949594" y="4126758"/>
                <a:ext cx="465322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2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ptos" panose="020B0004020202020204" pitchFamily="34" charset="0"/>
                    <a:ea typeface="+mn-ea"/>
                    <a:cs typeface="Arial" panose="020B0604020202020204" pitchFamily="34" charset="0"/>
                  </a:rPr>
                  <a:t>RTH</a:t>
                </a:r>
              </a:p>
            </p:txBody>
          </p:sp>
        </p:grpSp>
        <p:grpSp>
          <p:nvGrpSpPr>
            <p:cNvPr id="276" name="Group 275">
              <a:extLst>
                <a:ext uri="{FF2B5EF4-FFF2-40B4-BE49-F238E27FC236}">
                  <a16:creationId xmlns:a16="http://schemas.microsoft.com/office/drawing/2014/main" id="{AD202D7E-D8DA-C8C7-8AAF-AE37E9D99538}"/>
                </a:ext>
              </a:extLst>
            </p:cNvPr>
            <p:cNvGrpSpPr/>
            <p:nvPr/>
          </p:nvGrpSpPr>
          <p:grpSpPr>
            <a:xfrm>
              <a:off x="7543240" y="4536965"/>
              <a:ext cx="628907" cy="628907"/>
              <a:chOff x="2867802" y="3950805"/>
              <a:chExt cx="628907" cy="628907"/>
            </a:xfrm>
          </p:grpSpPr>
          <p:sp>
            <p:nvSpPr>
              <p:cNvPr id="286" name="Oval 285">
                <a:extLst>
                  <a:ext uri="{FF2B5EF4-FFF2-40B4-BE49-F238E27FC236}">
                    <a16:creationId xmlns:a16="http://schemas.microsoft.com/office/drawing/2014/main" id="{4E8C9399-417C-75D9-AD49-89A321BB17F5}"/>
                  </a:ext>
                </a:extLst>
              </p:cNvPr>
              <p:cNvSpPr/>
              <p:nvPr/>
            </p:nvSpPr>
            <p:spPr>
              <a:xfrm>
                <a:off x="2867802" y="3950805"/>
                <a:ext cx="628907" cy="628907"/>
              </a:xfrm>
              <a:prstGeom prst="ellipse">
                <a:avLst/>
              </a:prstGeom>
              <a:solidFill>
                <a:schemeClr val="bg1"/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>
                      <a:lumMod val="65000"/>
                    </a:prstClr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287" name="TextBox 286">
                <a:extLst>
                  <a:ext uri="{FF2B5EF4-FFF2-40B4-BE49-F238E27FC236}">
                    <a16:creationId xmlns:a16="http://schemas.microsoft.com/office/drawing/2014/main" id="{1A90F8B6-0D02-3EB1-B8A7-4700F71D49A5}"/>
                  </a:ext>
                </a:extLst>
              </p:cNvPr>
              <p:cNvSpPr txBox="1"/>
              <p:nvPr/>
            </p:nvSpPr>
            <p:spPr>
              <a:xfrm>
                <a:off x="2949594" y="4126758"/>
                <a:ext cx="465322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2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ptos" panose="020B0004020202020204" pitchFamily="34" charset="0"/>
                    <a:ea typeface="+mn-ea"/>
                    <a:cs typeface="Arial" panose="020B0604020202020204" pitchFamily="34" charset="0"/>
                  </a:rPr>
                  <a:t>RTH</a:t>
                </a:r>
              </a:p>
            </p:txBody>
          </p:sp>
        </p:grpSp>
        <p:cxnSp>
          <p:nvCxnSpPr>
            <p:cNvPr id="277" name="Straight Arrow Connector 276">
              <a:extLst>
                <a:ext uri="{FF2B5EF4-FFF2-40B4-BE49-F238E27FC236}">
                  <a16:creationId xmlns:a16="http://schemas.microsoft.com/office/drawing/2014/main" id="{B66AB9F1-8E0D-3AF4-330A-487C856B68BB}"/>
                </a:ext>
              </a:extLst>
            </p:cNvPr>
            <p:cNvCxnSpPr>
              <a:cxnSpLocks/>
            </p:cNvCxnSpPr>
            <p:nvPr/>
          </p:nvCxnSpPr>
          <p:spPr>
            <a:xfrm>
              <a:off x="4975127" y="4870482"/>
              <a:ext cx="1508258" cy="709621"/>
            </a:xfrm>
            <a:prstGeom prst="straightConnector1">
              <a:avLst/>
            </a:prstGeom>
            <a:ln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8" name="Straight Arrow Connector 277">
              <a:extLst>
                <a:ext uri="{FF2B5EF4-FFF2-40B4-BE49-F238E27FC236}">
                  <a16:creationId xmlns:a16="http://schemas.microsoft.com/office/drawing/2014/main" id="{2D85842F-77C5-D70F-83DB-C2D21D0FDA5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948850" y="3983610"/>
              <a:ext cx="1143095" cy="575843"/>
            </a:xfrm>
            <a:prstGeom prst="straightConnector1">
              <a:avLst/>
            </a:prstGeom>
            <a:ln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9" name="Straight Arrow Connector 278">
              <a:extLst>
                <a:ext uri="{FF2B5EF4-FFF2-40B4-BE49-F238E27FC236}">
                  <a16:creationId xmlns:a16="http://schemas.microsoft.com/office/drawing/2014/main" id="{FC5503EF-A40A-F4A0-564D-ABE5A5B51D4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123124" y="5120144"/>
              <a:ext cx="428025" cy="331605"/>
            </a:xfrm>
            <a:prstGeom prst="straightConnector1">
              <a:avLst/>
            </a:prstGeom>
            <a:ln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0" name="Straight Arrow Connector 279">
              <a:extLst>
                <a:ext uri="{FF2B5EF4-FFF2-40B4-BE49-F238E27FC236}">
                  <a16:creationId xmlns:a16="http://schemas.microsoft.com/office/drawing/2014/main" id="{2271B73E-0172-A607-90CB-7843D5ACA4D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172147" y="4092067"/>
              <a:ext cx="1121028" cy="549041"/>
            </a:xfrm>
            <a:prstGeom prst="straightConnector1">
              <a:avLst/>
            </a:prstGeom>
            <a:ln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1" name="Straight Arrow Connector 280">
              <a:extLst>
                <a:ext uri="{FF2B5EF4-FFF2-40B4-BE49-F238E27FC236}">
                  <a16:creationId xmlns:a16="http://schemas.microsoft.com/office/drawing/2014/main" id="{F955C852-10C7-AA19-BD63-C4A836A0205B}"/>
                </a:ext>
              </a:extLst>
            </p:cNvPr>
            <p:cNvCxnSpPr>
              <a:cxnSpLocks/>
            </p:cNvCxnSpPr>
            <p:nvPr/>
          </p:nvCxnSpPr>
          <p:spPr>
            <a:xfrm>
              <a:off x="8191197" y="5026609"/>
              <a:ext cx="652171" cy="305691"/>
            </a:xfrm>
            <a:prstGeom prst="straightConnector1">
              <a:avLst/>
            </a:prstGeom>
            <a:ln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2" name="Straight Arrow Connector 281">
              <a:extLst>
                <a:ext uri="{FF2B5EF4-FFF2-40B4-BE49-F238E27FC236}">
                  <a16:creationId xmlns:a16="http://schemas.microsoft.com/office/drawing/2014/main" id="{E4C78441-06AF-67D0-2E79-E39A3EDC4C32}"/>
                </a:ext>
              </a:extLst>
            </p:cNvPr>
            <p:cNvCxnSpPr>
              <a:cxnSpLocks/>
            </p:cNvCxnSpPr>
            <p:nvPr/>
          </p:nvCxnSpPr>
          <p:spPr>
            <a:xfrm>
              <a:off x="9538950" y="5570578"/>
              <a:ext cx="981544" cy="276999"/>
            </a:xfrm>
            <a:prstGeom prst="straightConnector1">
              <a:avLst/>
            </a:prstGeom>
            <a:ln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83" name="Group 282">
              <a:extLst>
                <a:ext uri="{FF2B5EF4-FFF2-40B4-BE49-F238E27FC236}">
                  <a16:creationId xmlns:a16="http://schemas.microsoft.com/office/drawing/2014/main" id="{8C807ABC-30EA-395E-4857-79E724E7A974}"/>
                </a:ext>
              </a:extLst>
            </p:cNvPr>
            <p:cNvGrpSpPr/>
            <p:nvPr/>
          </p:nvGrpSpPr>
          <p:grpSpPr>
            <a:xfrm>
              <a:off x="10510969" y="5552173"/>
              <a:ext cx="751592" cy="628907"/>
              <a:chOff x="10510969" y="5552173"/>
              <a:chExt cx="751592" cy="628907"/>
            </a:xfrm>
          </p:grpSpPr>
          <p:sp>
            <p:nvSpPr>
              <p:cNvPr id="284" name="Rectangle: Rounded Corners 283">
                <a:extLst>
                  <a:ext uri="{FF2B5EF4-FFF2-40B4-BE49-F238E27FC236}">
                    <a16:creationId xmlns:a16="http://schemas.microsoft.com/office/drawing/2014/main" id="{B8DC8AE2-5B26-4E54-CA8C-7B403D57F1AA}"/>
                  </a:ext>
                </a:extLst>
              </p:cNvPr>
              <p:cNvSpPr/>
              <p:nvPr/>
            </p:nvSpPr>
            <p:spPr>
              <a:xfrm>
                <a:off x="10572312" y="5552173"/>
                <a:ext cx="628907" cy="628907"/>
              </a:xfrm>
              <a:prstGeom prst="roundRect">
                <a:avLst>
                  <a:gd name="adj" fmla="val 8678"/>
                </a:avLst>
              </a:prstGeom>
              <a:solidFill>
                <a:schemeClr val="bg1"/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285" name="TextBox 284">
                <a:extLst>
                  <a:ext uri="{FF2B5EF4-FFF2-40B4-BE49-F238E27FC236}">
                    <a16:creationId xmlns:a16="http://schemas.microsoft.com/office/drawing/2014/main" id="{4FEF7EFF-C2D4-ACF2-76D7-0E69092CABFB}"/>
                  </a:ext>
                </a:extLst>
              </p:cNvPr>
              <p:cNvSpPr txBox="1"/>
              <p:nvPr/>
            </p:nvSpPr>
            <p:spPr>
              <a:xfrm>
                <a:off x="10510969" y="5728127"/>
                <a:ext cx="751592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2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ptos" panose="020B0004020202020204" pitchFamily="34" charset="0"/>
                    <a:ea typeface="+mn-ea"/>
                    <a:cs typeface="Arial" panose="020B0604020202020204" pitchFamily="34" charset="0"/>
                  </a:rPr>
                  <a:t>WDQMS</a:t>
                </a:r>
              </a:p>
            </p:txBody>
          </p:sp>
        </p:grpSp>
      </p:grpSp>
      <p:grpSp>
        <p:nvGrpSpPr>
          <p:cNvPr id="329" name="Group 328">
            <a:extLst>
              <a:ext uri="{FF2B5EF4-FFF2-40B4-BE49-F238E27FC236}">
                <a16:creationId xmlns:a16="http://schemas.microsoft.com/office/drawing/2014/main" id="{48635E0A-4FB9-FFD0-D05B-3FCE6A6D93CF}"/>
              </a:ext>
            </a:extLst>
          </p:cNvPr>
          <p:cNvGrpSpPr/>
          <p:nvPr/>
        </p:nvGrpSpPr>
        <p:grpSpPr>
          <a:xfrm>
            <a:off x="6091945" y="2291271"/>
            <a:ext cx="3910790" cy="1002588"/>
            <a:chOff x="6091945" y="2291271"/>
            <a:chExt cx="3910790" cy="1002588"/>
          </a:xfrm>
        </p:grpSpPr>
        <p:grpSp>
          <p:nvGrpSpPr>
            <p:cNvPr id="306" name="Group 305">
              <a:extLst>
                <a:ext uri="{FF2B5EF4-FFF2-40B4-BE49-F238E27FC236}">
                  <a16:creationId xmlns:a16="http://schemas.microsoft.com/office/drawing/2014/main" id="{BED93337-B06F-3A73-725E-2564C4D5DF6F}"/>
                </a:ext>
              </a:extLst>
            </p:cNvPr>
            <p:cNvGrpSpPr/>
            <p:nvPr/>
          </p:nvGrpSpPr>
          <p:grpSpPr>
            <a:xfrm>
              <a:off x="6091945" y="2291271"/>
              <a:ext cx="821464" cy="995698"/>
              <a:chOff x="9666460" y="941309"/>
              <a:chExt cx="821464" cy="995698"/>
            </a:xfrm>
          </p:grpSpPr>
          <p:sp>
            <p:nvSpPr>
              <p:cNvPr id="307" name="Rectangle: Rounded Corners 306">
                <a:extLst>
                  <a:ext uri="{FF2B5EF4-FFF2-40B4-BE49-F238E27FC236}">
                    <a16:creationId xmlns:a16="http://schemas.microsoft.com/office/drawing/2014/main" id="{59F2368A-036C-F6D3-2EC5-C005543D8D71}"/>
                  </a:ext>
                </a:extLst>
              </p:cNvPr>
              <p:cNvSpPr/>
              <p:nvPr/>
            </p:nvSpPr>
            <p:spPr>
              <a:xfrm>
                <a:off x="9762739" y="1285865"/>
                <a:ext cx="628907" cy="628907"/>
              </a:xfrm>
              <a:prstGeom prst="roundRect">
                <a:avLst>
                  <a:gd name="adj" fmla="val 8678"/>
                </a:avLst>
              </a:prstGeom>
              <a:solidFill>
                <a:schemeClr val="bg1"/>
              </a:solidFill>
              <a:ln w="28575">
                <a:solidFill>
                  <a:srgbClr val="3963DA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3963DA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308" name="TextBox 307">
                <a:extLst>
                  <a:ext uri="{FF2B5EF4-FFF2-40B4-BE49-F238E27FC236}">
                    <a16:creationId xmlns:a16="http://schemas.microsoft.com/office/drawing/2014/main" id="{B0AB9EB4-C380-DCBD-3BE4-DAFA75DB98B7}"/>
                  </a:ext>
                </a:extLst>
              </p:cNvPr>
              <p:cNvSpPr txBox="1"/>
              <p:nvPr/>
            </p:nvSpPr>
            <p:spPr>
              <a:xfrm>
                <a:off x="9666460" y="1475342"/>
                <a:ext cx="821464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3963DA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W2-GTS Gateway</a:t>
                </a:r>
              </a:p>
            </p:txBody>
          </p:sp>
          <p:grpSp>
            <p:nvGrpSpPr>
              <p:cNvPr id="309" name="Group 308">
                <a:extLst>
                  <a:ext uri="{FF2B5EF4-FFF2-40B4-BE49-F238E27FC236}">
                    <a16:creationId xmlns:a16="http://schemas.microsoft.com/office/drawing/2014/main" id="{F068B33C-C537-A2B4-E165-AAE6FD65F787}"/>
                  </a:ext>
                </a:extLst>
              </p:cNvPr>
              <p:cNvGrpSpPr/>
              <p:nvPr/>
            </p:nvGrpSpPr>
            <p:grpSpPr>
              <a:xfrm>
                <a:off x="9815731" y="1019607"/>
                <a:ext cx="522922" cy="532516"/>
                <a:chOff x="9610100" y="3519705"/>
                <a:chExt cx="498392" cy="507536"/>
              </a:xfrm>
            </p:grpSpPr>
            <p:pic>
              <p:nvPicPr>
                <p:cNvPr id="311" name="Picture 310">
                  <a:extLst>
                    <a:ext uri="{FF2B5EF4-FFF2-40B4-BE49-F238E27FC236}">
                      <a16:creationId xmlns:a16="http://schemas.microsoft.com/office/drawing/2014/main" id="{46B85266-6253-3F86-7210-D36FB5E694B4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9610100" y="3519705"/>
                  <a:ext cx="498392" cy="507536"/>
                </a:xfrm>
                <a:prstGeom prst="rect">
                  <a:avLst/>
                </a:prstGeom>
              </p:spPr>
            </p:pic>
            <p:pic>
              <p:nvPicPr>
                <p:cNvPr id="312" name="Picture 311">
                  <a:extLst>
                    <a:ext uri="{FF2B5EF4-FFF2-40B4-BE49-F238E27FC236}">
                      <a16:creationId xmlns:a16="http://schemas.microsoft.com/office/drawing/2014/main" id="{2AA664A8-7C8B-5C6B-DC1B-FD76095C45CA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9"/>
                <a:srcRect l="6381" t="6381" r="6381" b="6381"/>
                <a:stretch/>
              </p:blipFill>
              <p:spPr>
                <a:xfrm>
                  <a:off x="9680900" y="3595077"/>
                  <a:ext cx="356792" cy="356792"/>
                </a:xfrm>
                <a:prstGeom prst="ellipse">
                  <a:avLst/>
                </a:prstGeom>
                <a:solidFill>
                  <a:schemeClr val="bg1"/>
                </a:solidFill>
              </p:spPr>
            </p:pic>
          </p:grpSp>
          <p:pic>
            <p:nvPicPr>
              <p:cNvPr id="310" name="Picture 309">
                <a:extLst>
                  <a:ext uri="{FF2B5EF4-FFF2-40B4-BE49-F238E27FC236}">
                    <a16:creationId xmlns:a16="http://schemas.microsoft.com/office/drawing/2014/main" id="{6BCF97B5-EDF9-5555-0F3F-20E70FAC251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0"/>
              <a:srcRect l="70600" t="4796" r="541" b="37615"/>
              <a:stretch/>
            </p:blipFill>
            <p:spPr>
              <a:xfrm>
                <a:off x="10136699" y="941309"/>
                <a:ext cx="255340" cy="266096"/>
              </a:xfrm>
              <a:prstGeom prst="ellipse">
                <a:avLst/>
              </a:prstGeom>
            </p:spPr>
          </p:pic>
        </p:grpSp>
        <p:grpSp>
          <p:nvGrpSpPr>
            <p:cNvPr id="313" name="Group 312">
              <a:extLst>
                <a:ext uri="{FF2B5EF4-FFF2-40B4-BE49-F238E27FC236}">
                  <a16:creationId xmlns:a16="http://schemas.microsoft.com/office/drawing/2014/main" id="{3FEADD19-B5F6-F05C-3F8F-EE8FAAAC6071}"/>
                </a:ext>
              </a:extLst>
            </p:cNvPr>
            <p:cNvGrpSpPr/>
            <p:nvPr/>
          </p:nvGrpSpPr>
          <p:grpSpPr>
            <a:xfrm>
              <a:off x="9181271" y="2300144"/>
              <a:ext cx="821464" cy="993715"/>
              <a:chOff x="10807402" y="1038680"/>
              <a:chExt cx="821464" cy="993715"/>
            </a:xfrm>
          </p:grpSpPr>
          <p:sp>
            <p:nvSpPr>
              <p:cNvPr id="314" name="Rectangle: Rounded Corners 313">
                <a:extLst>
                  <a:ext uri="{FF2B5EF4-FFF2-40B4-BE49-F238E27FC236}">
                    <a16:creationId xmlns:a16="http://schemas.microsoft.com/office/drawing/2014/main" id="{260BC063-DD6F-DB76-E25A-E81AB00EBAAB}"/>
                  </a:ext>
                </a:extLst>
              </p:cNvPr>
              <p:cNvSpPr/>
              <p:nvPr/>
            </p:nvSpPr>
            <p:spPr>
              <a:xfrm>
                <a:off x="10903681" y="1381253"/>
                <a:ext cx="628907" cy="628907"/>
              </a:xfrm>
              <a:prstGeom prst="roundRect">
                <a:avLst>
                  <a:gd name="adj" fmla="val 8678"/>
                </a:avLst>
              </a:prstGeom>
              <a:solidFill>
                <a:schemeClr val="bg1"/>
              </a:solidFill>
              <a:ln w="28575">
                <a:solidFill>
                  <a:srgbClr val="3963DA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3963DA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315" name="TextBox 314">
                <a:extLst>
                  <a:ext uri="{FF2B5EF4-FFF2-40B4-BE49-F238E27FC236}">
                    <a16:creationId xmlns:a16="http://schemas.microsoft.com/office/drawing/2014/main" id="{4287BE8E-0CC7-9765-5526-A11336413E8F}"/>
                  </a:ext>
                </a:extLst>
              </p:cNvPr>
              <p:cNvSpPr txBox="1"/>
              <p:nvPr/>
            </p:nvSpPr>
            <p:spPr>
              <a:xfrm>
                <a:off x="10807402" y="1570730"/>
                <a:ext cx="821464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3963DA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W2-GTS Gateway</a:t>
                </a:r>
              </a:p>
            </p:txBody>
          </p:sp>
          <p:grpSp>
            <p:nvGrpSpPr>
              <p:cNvPr id="316" name="Group 315">
                <a:extLst>
                  <a:ext uri="{FF2B5EF4-FFF2-40B4-BE49-F238E27FC236}">
                    <a16:creationId xmlns:a16="http://schemas.microsoft.com/office/drawing/2014/main" id="{6B5D8100-F87D-CC22-E61D-4834C14EF3A9}"/>
                  </a:ext>
                </a:extLst>
              </p:cNvPr>
              <p:cNvGrpSpPr/>
              <p:nvPr/>
            </p:nvGrpSpPr>
            <p:grpSpPr>
              <a:xfrm>
                <a:off x="10956673" y="1114995"/>
                <a:ext cx="522922" cy="532516"/>
                <a:chOff x="9610100" y="3519705"/>
                <a:chExt cx="498392" cy="507536"/>
              </a:xfrm>
            </p:grpSpPr>
            <p:pic>
              <p:nvPicPr>
                <p:cNvPr id="318" name="Picture 317">
                  <a:extLst>
                    <a:ext uri="{FF2B5EF4-FFF2-40B4-BE49-F238E27FC236}">
                      <a16:creationId xmlns:a16="http://schemas.microsoft.com/office/drawing/2014/main" id="{3F14B48B-AB6E-5C67-DBA4-8BBA64DB0270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9610100" y="3519705"/>
                  <a:ext cx="498392" cy="507536"/>
                </a:xfrm>
                <a:prstGeom prst="rect">
                  <a:avLst/>
                </a:prstGeom>
              </p:spPr>
            </p:pic>
            <p:pic>
              <p:nvPicPr>
                <p:cNvPr id="319" name="Picture 318">
                  <a:extLst>
                    <a:ext uri="{FF2B5EF4-FFF2-40B4-BE49-F238E27FC236}">
                      <a16:creationId xmlns:a16="http://schemas.microsoft.com/office/drawing/2014/main" id="{795B123A-29EB-CFA7-C287-53DC7FC9405E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9"/>
                <a:srcRect l="6381" t="6381" r="6381" b="6381"/>
                <a:stretch/>
              </p:blipFill>
              <p:spPr>
                <a:xfrm>
                  <a:off x="9680900" y="3595077"/>
                  <a:ext cx="356792" cy="356792"/>
                </a:xfrm>
                <a:prstGeom prst="ellipse">
                  <a:avLst/>
                </a:prstGeom>
                <a:solidFill>
                  <a:schemeClr val="bg1"/>
                </a:solidFill>
              </p:spPr>
            </p:pic>
          </p:grpSp>
          <p:pic>
            <p:nvPicPr>
              <p:cNvPr id="317" name="Picture 316">
                <a:extLst>
                  <a:ext uri="{FF2B5EF4-FFF2-40B4-BE49-F238E27FC236}">
                    <a16:creationId xmlns:a16="http://schemas.microsoft.com/office/drawing/2014/main" id="{07C75655-AE4B-5423-C160-2E4BA3CF3CC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0"/>
              <a:srcRect l="-953" t="6033" r="72094" b="41106"/>
              <a:stretch/>
            </p:blipFill>
            <p:spPr>
              <a:xfrm>
                <a:off x="11283093" y="1038680"/>
                <a:ext cx="255340" cy="244246"/>
              </a:xfrm>
              <a:prstGeom prst="ellipse">
                <a:avLst/>
              </a:prstGeom>
            </p:spPr>
          </p:pic>
        </p:grpSp>
      </p:grpSp>
      <p:grpSp>
        <p:nvGrpSpPr>
          <p:cNvPr id="330" name="Group 329">
            <a:extLst>
              <a:ext uri="{FF2B5EF4-FFF2-40B4-BE49-F238E27FC236}">
                <a16:creationId xmlns:a16="http://schemas.microsoft.com/office/drawing/2014/main" id="{8640581C-25BB-9054-A122-B3B0CE4E7268}"/>
              </a:ext>
            </a:extLst>
          </p:cNvPr>
          <p:cNvGrpSpPr/>
          <p:nvPr/>
        </p:nvGrpSpPr>
        <p:grpSpPr>
          <a:xfrm>
            <a:off x="5495925" y="1943100"/>
            <a:ext cx="3686175" cy="933450"/>
            <a:chOff x="5495925" y="1943100"/>
            <a:chExt cx="3686175" cy="933450"/>
          </a:xfrm>
        </p:grpSpPr>
        <p:sp>
          <p:nvSpPr>
            <p:cNvPr id="320" name="Freeform: Shape 319">
              <a:extLst>
                <a:ext uri="{FF2B5EF4-FFF2-40B4-BE49-F238E27FC236}">
                  <a16:creationId xmlns:a16="http://schemas.microsoft.com/office/drawing/2014/main" id="{8AC6BC9E-9AEF-EB63-7DEE-117B2C840ACE}"/>
                </a:ext>
              </a:extLst>
            </p:cNvPr>
            <p:cNvSpPr/>
            <p:nvPr/>
          </p:nvSpPr>
          <p:spPr>
            <a:xfrm>
              <a:off x="5495925" y="2105025"/>
              <a:ext cx="609600" cy="504825"/>
            </a:xfrm>
            <a:custGeom>
              <a:avLst/>
              <a:gdLst>
                <a:gd name="connsiteX0" fmla="*/ 609600 w 609600"/>
                <a:gd name="connsiteY0" fmla="*/ 504825 h 504825"/>
                <a:gd name="connsiteX1" fmla="*/ 257175 w 609600"/>
                <a:gd name="connsiteY1" fmla="*/ 381000 h 504825"/>
                <a:gd name="connsiteX2" fmla="*/ 0 w 609600"/>
                <a:gd name="connsiteY2" fmla="*/ 0 h 504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09600" h="504825">
                  <a:moveTo>
                    <a:pt x="609600" y="504825"/>
                  </a:moveTo>
                  <a:cubicBezTo>
                    <a:pt x="484187" y="484981"/>
                    <a:pt x="358775" y="465137"/>
                    <a:pt x="257175" y="381000"/>
                  </a:cubicBezTo>
                  <a:cubicBezTo>
                    <a:pt x="155575" y="296863"/>
                    <a:pt x="77787" y="148431"/>
                    <a:pt x="0" y="0"/>
                  </a:cubicBezTo>
                </a:path>
              </a:pathLst>
            </a:custGeom>
            <a:noFill/>
            <a:ln>
              <a:solidFill>
                <a:schemeClr val="accent6">
                  <a:lumMod val="75000"/>
                </a:schemeClr>
              </a:solidFill>
              <a:headEnd type="none" w="med" len="med"/>
              <a:tailEnd type="triangle" w="med" len="me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321" name="Freeform: Shape 320">
              <a:extLst>
                <a:ext uri="{FF2B5EF4-FFF2-40B4-BE49-F238E27FC236}">
                  <a16:creationId xmlns:a16="http://schemas.microsoft.com/office/drawing/2014/main" id="{279D2CCD-46B8-2960-7176-859D63761B44}"/>
                </a:ext>
              </a:extLst>
            </p:cNvPr>
            <p:cNvSpPr/>
            <p:nvPr/>
          </p:nvSpPr>
          <p:spPr>
            <a:xfrm>
              <a:off x="5810250" y="1943100"/>
              <a:ext cx="3371850" cy="933450"/>
            </a:xfrm>
            <a:custGeom>
              <a:avLst/>
              <a:gdLst>
                <a:gd name="connsiteX0" fmla="*/ 3371850 w 3371850"/>
                <a:gd name="connsiteY0" fmla="*/ 933450 h 933450"/>
                <a:gd name="connsiteX1" fmla="*/ 2419350 w 3371850"/>
                <a:gd name="connsiteY1" fmla="*/ 819150 h 933450"/>
                <a:gd name="connsiteX2" fmla="*/ 1390650 w 3371850"/>
                <a:gd name="connsiteY2" fmla="*/ 276225 h 933450"/>
                <a:gd name="connsiteX3" fmla="*/ 0 w 3371850"/>
                <a:gd name="connsiteY3" fmla="*/ 0 h 9334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371850" h="933450">
                  <a:moveTo>
                    <a:pt x="3371850" y="933450"/>
                  </a:moveTo>
                  <a:cubicBezTo>
                    <a:pt x="3060700" y="931068"/>
                    <a:pt x="2749550" y="928687"/>
                    <a:pt x="2419350" y="819150"/>
                  </a:cubicBezTo>
                  <a:cubicBezTo>
                    <a:pt x="2089150" y="709613"/>
                    <a:pt x="1793875" y="412750"/>
                    <a:pt x="1390650" y="276225"/>
                  </a:cubicBezTo>
                  <a:cubicBezTo>
                    <a:pt x="987425" y="139700"/>
                    <a:pt x="493712" y="69850"/>
                    <a:pt x="0" y="0"/>
                  </a:cubicBezTo>
                </a:path>
              </a:pathLst>
            </a:custGeom>
            <a:noFill/>
            <a:ln>
              <a:solidFill>
                <a:schemeClr val="accent6">
                  <a:lumMod val="75000"/>
                </a:schemeClr>
              </a:solidFill>
              <a:headEnd type="none" w="med" len="med"/>
              <a:tailEnd type="triangle" w="med" len="me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</p:grpSp>
      <p:sp>
        <p:nvSpPr>
          <p:cNvPr id="322" name="TextBox 321">
            <a:extLst>
              <a:ext uri="{FF2B5EF4-FFF2-40B4-BE49-F238E27FC236}">
                <a16:creationId xmlns:a16="http://schemas.microsoft.com/office/drawing/2014/main" id="{61A41BC7-A5A1-971F-A279-5AA162BB0940}"/>
              </a:ext>
            </a:extLst>
          </p:cNvPr>
          <p:cNvSpPr txBox="1"/>
          <p:nvPr/>
        </p:nvSpPr>
        <p:spPr>
          <a:xfrm>
            <a:off x="1558820" y="5629159"/>
            <a:ext cx="4851506" cy="1200329"/>
          </a:xfrm>
          <a:prstGeom prst="rect">
            <a:avLst/>
          </a:prstGeom>
          <a:solidFill>
            <a:srgbClr val="FFFFFF">
              <a:alpha val="69804"/>
            </a:srgbClr>
          </a:solidFill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WIS2-to-GTS gateways</a:t>
            </a: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UK and Chinese gateways </a:t>
            </a: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rgbClr val="4EA72E">
                    <a:lumMod val="75000"/>
                  </a:srgbClr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subscribe</a:t>
            </a: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to Global Brokers and receive WNMs – but nothing else happens yet …</a:t>
            </a:r>
          </a:p>
        </p:txBody>
      </p:sp>
      <p:grpSp>
        <p:nvGrpSpPr>
          <p:cNvPr id="331" name="Group 330">
            <a:extLst>
              <a:ext uri="{FF2B5EF4-FFF2-40B4-BE49-F238E27FC236}">
                <a16:creationId xmlns:a16="http://schemas.microsoft.com/office/drawing/2014/main" id="{F3F714F4-3F54-D88B-91B4-0D154A8A9E21}"/>
              </a:ext>
            </a:extLst>
          </p:cNvPr>
          <p:cNvGrpSpPr/>
          <p:nvPr/>
        </p:nvGrpSpPr>
        <p:grpSpPr>
          <a:xfrm>
            <a:off x="5645909" y="2666385"/>
            <a:ext cx="4824011" cy="638969"/>
            <a:chOff x="5645909" y="2666385"/>
            <a:chExt cx="4824011" cy="638969"/>
          </a:xfrm>
        </p:grpSpPr>
        <p:grpSp>
          <p:nvGrpSpPr>
            <p:cNvPr id="323" name="Group 322">
              <a:extLst>
                <a:ext uri="{FF2B5EF4-FFF2-40B4-BE49-F238E27FC236}">
                  <a16:creationId xmlns:a16="http://schemas.microsoft.com/office/drawing/2014/main" id="{907BBAD0-151F-2FEC-FC64-CA95895D8AA5}"/>
                </a:ext>
              </a:extLst>
            </p:cNvPr>
            <p:cNvGrpSpPr/>
            <p:nvPr/>
          </p:nvGrpSpPr>
          <p:grpSpPr>
            <a:xfrm>
              <a:off x="5645909" y="2670154"/>
              <a:ext cx="480439" cy="635200"/>
              <a:chOff x="6238875" y="2481185"/>
              <a:chExt cx="480439" cy="635200"/>
            </a:xfrm>
          </p:grpSpPr>
          <p:pic>
            <p:nvPicPr>
              <p:cNvPr id="324" name="Picture 323">
                <a:extLst>
                  <a:ext uri="{FF2B5EF4-FFF2-40B4-BE49-F238E27FC236}">
                    <a16:creationId xmlns:a16="http://schemas.microsoft.com/office/drawing/2014/main" id="{A8BF0BEF-892D-05CE-E7D0-74CF145CA9C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9">
                <a:duotone>
                  <a:prstClr val="black"/>
                  <a:schemeClr val="accent4">
                    <a:tint val="45000"/>
                    <a:satMod val="400000"/>
                  </a:schemeClr>
                </a:duotone>
              </a:blip>
              <a:stretch>
                <a:fillRect/>
              </a:stretch>
            </p:blipFill>
            <p:spPr>
              <a:xfrm>
                <a:off x="6238875" y="2490456"/>
                <a:ext cx="475706" cy="625929"/>
              </a:xfrm>
              <a:prstGeom prst="rect">
                <a:avLst/>
              </a:prstGeom>
            </p:spPr>
          </p:pic>
          <p:sp>
            <p:nvSpPr>
              <p:cNvPr id="325" name="Freeform: Shape 324">
                <a:extLst>
                  <a:ext uri="{FF2B5EF4-FFF2-40B4-BE49-F238E27FC236}">
                    <a16:creationId xmlns:a16="http://schemas.microsoft.com/office/drawing/2014/main" id="{1FDD012B-7DDA-88BB-9E28-9ED646BB167D}"/>
                  </a:ext>
                </a:extLst>
              </p:cNvPr>
              <p:cNvSpPr/>
              <p:nvPr/>
            </p:nvSpPr>
            <p:spPr>
              <a:xfrm>
                <a:off x="6444380" y="2481185"/>
                <a:ext cx="274934" cy="287724"/>
              </a:xfrm>
              <a:custGeom>
                <a:avLst/>
                <a:gdLst>
                  <a:gd name="connsiteX0" fmla="*/ 0 w 267789"/>
                  <a:gd name="connsiteY0" fmla="*/ 0 h 277586"/>
                  <a:gd name="connsiteX1" fmla="*/ 267789 w 267789"/>
                  <a:gd name="connsiteY1" fmla="*/ 277586 h 277586"/>
                  <a:gd name="connsiteX2" fmla="*/ 267789 w 267789"/>
                  <a:gd name="connsiteY2" fmla="*/ 117566 h 277586"/>
                  <a:gd name="connsiteX3" fmla="*/ 146957 w 267789"/>
                  <a:gd name="connsiteY3" fmla="*/ 6531 h 277586"/>
                  <a:gd name="connsiteX4" fmla="*/ 0 w 267789"/>
                  <a:gd name="connsiteY4" fmla="*/ 0 h 277586"/>
                  <a:gd name="connsiteX0" fmla="*/ 0 w 267789"/>
                  <a:gd name="connsiteY0" fmla="*/ 613 h 278199"/>
                  <a:gd name="connsiteX1" fmla="*/ 267789 w 267789"/>
                  <a:gd name="connsiteY1" fmla="*/ 278199 h 278199"/>
                  <a:gd name="connsiteX2" fmla="*/ 267789 w 267789"/>
                  <a:gd name="connsiteY2" fmla="*/ 118179 h 278199"/>
                  <a:gd name="connsiteX3" fmla="*/ 156482 w 267789"/>
                  <a:gd name="connsiteY3" fmla="*/ 0 h 278199"/>
                  <a:gd name="connsiteX4" fmla="*/ 0 w 267789"/>
                  <a:gd name="connsiteY4" fmla="*/ 613 h 278199"/>
                  <a:gd name="connsiteX0" fmla="*/ 0 w 270171"/>
                  <a:gd name="connsiteY0" fmla="*/ 5375 h 278199"/>
                  <a:gd name="connsiteX1" fmla="*/ 270171 w 270171"/>
                  <a:gd name="connsiteY1" fmla="*/ 278199 h 278199"/>
                  <a:gd name="connsiteX2" fmla="*/ 270171 w 270171"/>
                  <a:gd name="connsiteY2" fmla="*/ 118179 h 278199"/>
                  <a:gd name="connsiteX3" fmla="*/ 158864 w 270171"/>
                  <a:gd name="connsiteY3" fmla="*/ 0 h 278199"/>
                  <a:gd name="connsiteX4" fmla="*/ 0 w 270171"/>
                  <a:gd name="connsiteY4" fmla="*/ 5375 h 278199"/>
                  <a:gd name="connsiteX0" fmla="*/ 0 w 270171"/>
                  <a:gd name="connsiteY0" fmla="*/ 5375 h 266292"/>
                  <a:gd name="connsiteX1" fmla="*/ 263028 w 270171"/>
                  <a:gd name="connsiteY1" fmla="*/ 266292 h 266292"/>
                  <a:gd name="connsiteX2" fmla="*/ 270171 w 270171"/>
                  <a:gd name="connsiteY2" fmla="*/ 118179 h 266292"/>
                  <a:gd name="connsiteX3" fmla="*/ 158864 w 270171"/>
                  <a:gd name="connsiteY3" fmla="*/ 0 h 266292"/>
                  <a:gd name="connsiteX4" fmla="*/ 0 w 270171"/>
                  <a:gd name="connsiteY4" fmla="*/ 5375 h 266292"/>
                  <a:gd name="connsiteX0" fmla="*/ 0 w 274934"/>
                  <a:gd name="connsiteY0" fmla="*/ 5375 h 287724"/>
                  <a:gd name="connsiteX1" fmla="*/ 274934 w 274934"/>
                  <a:gd name="connsiteY1" fmla="*/ 287724 h 287724"/>
                  <a:gd name="connsiteX2" fmla="*/ 270171 w 274934"/>
                  <a:gd name="connsiteY2" fmla="*/ 118179 h 287724"/>
                  <a:gd name="connsiteX3" fmla="*/ 158864 w 274934"/>
                  <a:gd name="connsiteY3" fmla="*/ 0 h 287724"/>
                  <a:gd name="connsiteX4" fmla="*/ 0 w 274934"/>
                  <a:gd name="connsiteY4" fmla="*/ 5375 h 28772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74934" h="287724">
                    <a:moveTo>
                      <a:pt x="0" y="5375"/>
                    </a:moveTo>
                    <a:lnTo>
                      <a:pt x="274934" y="287724"/>
                    </a:lnTo>
                    <a:lnTo>
                      <a:pt x="270171" y="118179"/>
                    </a:lnTo>
                    <a:lnTo>
                      <a:pt x="158864" y="0"/>
                    </a:lnTo>
                    <a:lnTo>
                      <a:pt x="0" y="5375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</p:grpSp>
        <p:grpSp>
          <p:nvGrpSpPr>
            <p:cNvPr id="326" name="Group 325">
              <a:extLst>
                <a:ext uri="{FF2B5EF4-FFF2-40B4-BE49-F238E27FC236}">
                  <a16:creationId xmlns:a16="http://schemas.microsoft.com/office/drawing/2014/main" id="{5AF176EA-FBFE-919F-AB7B-80AD56B0A5A5}"/>
                </a:ext>
              </a:extLst>
            </p:cNvPr>
            <p:cNvGrpSpPr/>
            <p:nvPr/>
          </p:nvGrpSpPr>
          <p:grpSpPr>
            <a:xfrm>
              <a:off x="9989481" y="2666385"/>
              <a:ext cx="480439" cy="635200"/>
              <a:chOff x="6238875" y="2481185"/>
              <a:chExt cx="480439" cy="635200"/>
            </a:xfrm>
          </p:grpSpPr>
          <p:pic>
            <p:nvPicPr>
              <p:cNvPr id="327" name="Picture 326">
                <a:extLst>
                  <a:ext uri="{FF2B5EF4-FFF2-40B4-BE49-F238E27FC236}">
                    <a16:creationId xmlns:a16="http://schemas.microsoft.com/office/drawing/2014/main" id="{C74F1CD8-ECB6-5D1F-BFF7-A26FB78DA4E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9">
                <a:duotone>
                  <a:prstClr val="black"/>
                  <a:schemeClr val="accent4">
                    <a:tint val="45000"/>
                    <a:satMod val="400000"/>
                  </a:schemeClr>
                </a:duotone>
              </a:blip>
              <a:stretch>
                <a:fillRect/>
              </a:stretch>
            </p:blipFill>
            <p:spPr>
              <a:xfrm>
                <a:off x="6238875" y="2490456"/>
                <a:ext cx="475706" cy="625929"/>
              </a:xfrm>
              <a:prstGeom prst="rect">
                <a:avLst/>
              </a:prstGeom>
            </p:spPr>
          </p:pic>
          <p:sp>
            <p:nvSpPr>
              <p:cNvPr id="328" name="Freeform: Shape 327">
                <a:extLst>
                  <a:ext uri="{FF2B5EF4-FFF2-40B4-BE49-F238E27FC236}">
                    <a16:creationId xmlns:a16="http://schemas.microsoft.com/office/drawing/2014/main" id="{2D69010B-EFD5-0AFC-427F-C168CCEA59E6}"/>
                  </a:ext>
                </a:extLst>
              </p:cNvPr>
              <p:cNvSpPr/>
              <p:nvPr/>
            </p:nvSpPr>
            <p:spPr>
              <a:xfrm>
                <a:off x="6444380" y="2481185"/>
                <a:ext cx="274934" cy="287724"/>
              </a:xfrm>
              <a:custGeom>
                <a:avLst/>
                <a:gdLst>
                  <a:gd name="connsiteX0" fmla="*/ 0 w 267789"/>
                  <a:gd name="connsiteY0" fmla="*/ 0 h 277586"/>
                  <a:gd name="connsiteX1" fmla="*/ 267789 w 267789"/>
                  <a:gd name="connsiteY1" fmla="*/ 277586 h 277586"/>
                  <a:gd name="connsiteX2" fmla="*/ 267789 w 267789"/>
                  <a:gd name="connsiteY2" fmla="*/ 117566 h 277586"/>
                  <a:gd name="connsiteX3" fmla="*/ 146957 w 267789"/>
                  <a:gd name="connsiteY3" fmla="*/ 6531 h 277586"/>
                  <a:gd name="connsiteX4" fmla="*/ 0 w 267789"/>
                  <a:gd name="connsiteY4" fmla="*/ 0 h 277586"/>
                  <a:gd name="connsiteX0" fmla="*/ 0 w 267789"/>
                  <a:gd name="connsiteY0" fmla="*/ 613 h 278199"/>
                  <a:gd name="connsiteX1" fmla="*/ 267789 w 267789"/>
                  <a:gd name="connsiteY1" fmla="*/ 278199 h 278199"/>
                  <a:gd name="connsiteX2" fmla="*/ 267789 w 267789"/>
                  <a:gd name="connsiteY2" fmla="*/ 118179 h 278199"/>
                  <a:gd name="connsiteX3" fmla="*/ 156482 w 267789"/>
                  <a:gd name="connsiteY3" fmla="*/ 0 h 278199"/>
                  <a:gd name="connsiteX4" fmla="*/ 0 w 267789"/>
                  <a:gd name="connsiteY4" fmla="*/ 613 h 278199"/>
                  <a:gd name="connsiteX0" fmla="*/ 0 w 270171"/>
                  <a:gd name="connsiteY0" fmla="*/ 5375 h 278199"/>
                  <a:gd name="connsiteX1" fmla="*/ 270171 w 270171"/>
                  <a:gd name="connsiteY1" fmla="*/ 278199 h 278199"/>
                  <a:gd name="connsiteX2" fmla="*/ 270171 w 270171"/>
                  <a:gd name="connsiteY2" fmla="*/ 118179 h 278199"/>
                  <a:gd name="connsiteX3" fmla="*/ 158864 w 270171"/>
                  <a:gd name="connsiteY3" fmla="*/ 0 h 278199"/>
                  <a:gd name="connsiteX4" fmla="*/ 0 w 270171"/>
                  <a:gd name="connsiteY4" fmla="*/ 5375 h 278199"/>
                  <a:gd name="connsiteX0" fmla="*/ 0 w 270171"/>
                  <a:gd name="connsiteY0" fmla="*/ 5375 h 266292"/>
                  <a:gd name="connsiteX1" fmla="*/ 263028 w 270171"/>
                  <a:gd name="connsiteY1" fmla="*/ 266292 h 266292"/>
                  <a:gd name="connsiteX2" fmla="*/ 270171 w 270171"/>
                  <a:gd name="connsiteY2" fmla="*/ 118179 h 266292"/>
                  <a:gd name="connsiteX3" fmla="*/ 158864 w 270171"/>
                  <a:gd name="connsiteY3" fmla="*/ 0 h 266292"/>
                  <a:gd name="connsiteX4" fmla="*/ 0 w 270171"/>
                  <a:gd name="connsiteY4" fmla="*/ 5375 h 266292"/>
                  <a:gd name="connsiteX0" fmla="*/ 0 w 274934"/>
                  <a:gd name="connsiteY0" fmla="*/ 5375 h 287724"/>
                  <a:gd name="connsiteX1" fmla="*/ 274934 w 274934"/>
                  <a:gd name="connsiteY1" fmla="*/ 287724 h 287724"/>
                  <a:gd name="connsiteX2" fmla="*/ 270171 w 274934"/>
                  <a:gd name="connsiteY2" fmla="*/ 118179 h 287724"/>
                  <a:gd name="connsiteX3" fmla="*/ 158864 w 274934"/>
                  <a:gd name="connsiteY3" fmla="*/ 0 h 287724"/>
                  <a:gd name="connsiteX4" fmla="*/ 0 w 274934"/>
                  <a:gd name="connsiteY4" fmla="*/ 5375 h 28772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74934" h="287724">
                    <a:moveTo>
                      <a:pt x="0" y="5375"/>
                    </a:moveTo>
                    <a:lnTo>
                      <a:pt x="274934" y="287724"/>
                    </a:lnTo>
                    <a:lnTo>
                      <a:pt x="270171" y="118179"/>
                    </a:lnTo>
                    <a:lnTo>
                      <a:pt x="158864" y="0"/>
                    </a:lnTo>
                    <a:lnTo>
                      <a:pt x="0" y="5375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</p:grpSp>
      </p:grpSp>
      <p:cxnSp>
        <p:nvCxnSpPr>
          <p:cNvPr id="333" name="Straight Arrow Connector 332">
            <a:extLst>
              <a:ext uri="{FF2B5EF4-FFF2-40B4-BE49-F238E27FC236}">
                <a16:creationId xmlns:a16="http://schemas.microsoft.com/office/drawing/2014/main" id="{9C5523DB-71B0-15D8-BE32-E81ACF963D16}"/>
              </a:ext>
            </a:extLst>
          </p:cNvPr>
          <p:cNvCxnSpPr>
            <a:cxnSpLocks/>
          </p:cNvCxnSpPr>
          <p:nvPr/>
        </p:nvCxnSpPr>
        <p:spPr>
          <a:xfrm flipV="1">
            <a:off x="9496425" y="4419600"/>
            <a:ext cx="1743075" cy="838200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890342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E66A7E-BA40-A6A0-E970-6C06017814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9" name="Group 228">
            <a:extLst>
              <a:ext uri="{FF2B5EF4-FFF2-40B4-BE49-F238E27FC236}">
                <a16:creationId xmlns:a16="http://schemas.microsoft.com/office/drawing/2014/main" id="{35852403-5F0A-6FFE-EECA-52964791215D}"/>
              </a:ext>
            </a:extLst>
          </p:cNvPr>
          <p:cNvGrpSpPr/>
          <p:nvPr/>
        </p:nvGrpSpPr>
        <p:grpSpPr>
          <a:xfrm>
            <a:off x="1715333" y="622374"/>
            <a:ext cx="1850457" cy="672547"/>
            <a:chOff x="1715333" y="622374"/>
            <a:chExt cx="1850457" cy="672547"/>
          </a:xfrm>
        </p:grpSpPr>
        <p:cxnSp>
          <p:nvCxnSpPr>
            <p:cNvPr id="215" name="Straight Connector 214">
              <a:extLst>
                <a:ext uri="{FF2B5EF4-FFF2-40B4-BE49-F238E27FC236}">
                  <a16:creationId xmlns:a16="http://schemas.microsoft.com/office/drawing/2014/main" id="{9F4B0784-B9A5-D78F-6815-008AEF326E90}"/>
                </a:ext>
              </a:extLst>
            </p:cNvPr>
            <p:cNvCxnSpPr/>
            <p:nvPr/>
          </p:nvCxnSpPr>
          <p:spPr>
            <a:xfrm>
              <a:off x="1715333" y="622374"/>
              <a:ext cx="0" cy="661357"/>
            </a:xfrm>
            <a:prstGeom prst="line">
              <a:avLst/>
            </a:prstGeom>
            <a:ln w="12700">
              <a:solidFill>
                <a:schemeClr val="tx1"/>
              </a:solidFill>
              <a:prstDash val="sysDot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6" name="Straight Connector 215">
              <a:extLst>
                <a:ext uri="{FF2B5EF4-FFF2-40B4-BE49-F238E27FC236}">
                  <a16:creationId xmlns:a16="http://schemas.microsoft.com/office/drawing/2014/main" id="{B0264811-9222-0B62-F505-A838D7DEE0F0}"/>
                </a:ext>
              </a:extLst>
            </p:cNvPr>
            <p:cNvCxnSpPr/>
            <p:nvPr/>
          </p:nvCxnSpPr>
          <p:spPr>
            <a:xfrm>
              <a:off x="2341276" y="622375"/>
              <a:ext cx="0" cy="661357"/>
            </a:xfrm>
            <a:prstGeom prst="line">
              <a:avLst/>
            </a:prstGeom>
            <a:ln w="12700">
              <a:solidFill>
                <a:schemeClr val="tx1"/>
              </a:solidFill>
              <a:prstDash val="sysDot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7" name="Straight Connector 216">
              <a:extLst>
                <a:ext uri="{FF2B5EF4-FFF2-40B4-BE49-F238E27FC236}">
                  <a16:creationId xmlns:a16="http://schemas.microsoft.com/office/drawing/2014/main" id="{BD021730-5C71-0AC6-534F-1FCC7088CAB8}"/>
                </a:ext>
              </a:extLst>
            </p:cNvPr>
            <p:cNvCxnSpPr/>
            <p:nvPr/>
          </p:nvCxnSpPr>
          <p:spPr>
            <a:xfrm>
              <a:off x="2956921" y="633564"/>
              <a:ext cx="0" cy="661357"/>
            </a:xfrm>
            <a:prstGeom prst="line">
              <a:avLst/>
            </a:prstGeom>
            <a:ln w="12700">
              <a:solidFill>
                <a:schemeClr val="tx1"/>
              </a:solidFill>
              <a:prstDash val="sysDot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9" name="Straight Connector 218">
              <a:extLst>
                <a:ext uri="{FF2B5EF4-FFF2-40B4-BE49-F238E27FC236}">
                  <a16:creationId xmlns:a16="http://schemas.microsoft.com/office/drawing/2014/main" id="{217FA2BF-715D-8055-6E35-0A7BD21B59F2}"/>
                </a:ext>
              </a:extLst>
            </p:cNvPr>
            <p:cNvCxnSpPr/>
            <p:nvPr/>
          </p:nvCxnSpPr>
          <p:spPr>
            <a:xfrm>
              <a:off x="3565790" y="626521"/>
              <a:ext cx="0" cy="661357"/>
            </a:xfrm>
            <a:prstGeom prst="line">
              <a:avLst/>
            </a:prstGeom>
            <a:ln w="12700">
              <a:solidFill>
                <a:schemeClr val="tx1"/>
              </a:solidFill>
              <a:prstDash val="sysDot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222" name="Picture 221">
            <a:extLst>
              <a:ext uri="{FF2B5EF4-FFF2-40B4-BE49-F238E27FC236}">
                <a16:creationId xmlns:a16="http://schemas.microsoft.com/office/drawing/2014/main" id="{9D31AAF8-2414-B7D2-995A-B2CEEFA0605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418180"/>
            <a:ext cx="5197907" cy="1439820"/>
          </a:xfrm>
          <a:prstGeom prst="rect">
            <a:avLst/>
          </a:prstGeom>
        </p:spPr>
      </p:pic>
      <p:grpSp>
        <p:nvGrpSpPr>
          <p:cNvPr id="13" name="Group 12">
            <a:extLst>
              <a:ext uri="{FF2B5EF4-FFF2-40B4-BE49-F238E27FC236}">
                <a16:creationId xmlns:a16="http://schemas.microsoft.com/office/drawing/2014/main" id="{91E97A9D-2F3C-F791-ECB6-E16B3E85BCF2}"/>
              </a:ext>
            </a:extLst>
          </p:cNvPr>
          <p:cNvGrpSpPr/>
          <p:nvPr/>
        </p:nvGrpSpPr>
        <p:grpSpPr>
          <a:xfrm>
            <a:off x="2588900" y="323658"/>
            <a:ext cx="8879200" cy="6210684"/>
            <a:chOff x="1942544" y="1301750"/>
            <a:chExt cx="6082512" cy="4254500"/>
          </a:xfrm>
        </p:grpSpPr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369C2170-231B-D912-2677-AA95662A2F98}"/>
                </a:ext>
              </a:extLst>
            </p:cNvPr>
            <p:cNvGrpSpPr/>
            <p:nvPr/>
          </p:nvGrpSpPr>
          <p:grpSpPr>
            <a:xfrm>
              <a:off x="1942544" y="1301750"/>
              <a:ext cx="6082512" cy="4254500"/>
              <a:chOff x="1942544" y="1301750"/>
              <a:chExt cx="6082512" cy="4254500"/>
            </a:xfrm>
          </p:grpSpPr>
          <p:sp>
            <p:nvSpPr>
              <p:cNvPr id="7" name="Cloud 6">
                <a:extLst>
                  <a:ext uri="{FF2B5EF4-FFF2-40B4-BE49-F238E27FC236}">
                    <a16:creationId xmlns:a16="http://schemas.microsoft.com/office/drawing/2014/main" id="{60E90B65-FACF-723A-0BFC-342263AA3B16}"/>
                  </a:ext>
                </a:extLst>
              </p:cNvPr>
              <p:cNvSpPr/>
              <p:nvPr/>
            </p:nvSpPr>
            <p:spPr>
              <a:xfrm rot="401311">
                <a:off x="1948500" y="1301750"/>
                <a:ext cx="6070600" cy="4254500"/>
              </a:xfrm>
              <a:prstGeom prst="cloud">
                <a:avLst/>
              </a:prstGeom>
              <a:solidFill>
                <a:schemeClr val="bg1"/>
              </a:solidFill>
              <a:ln w="38100">
                <a:solidFill>
                  <a:schemeClr val="bg1">
                    <a:lumMod val="75000"/>
                  </a:schemeClr>
                </a:solidFill>
                <a:prstDash val="sysDash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8" name="Cloud 7">
                <a:extLst>
                  <a:ext uri="{FF2B5EF4-FFF2-40B4-BE49-F238E27FC236}">
                    <a16:creationId xmlns:a16="http://schemas.microsoft.com/office/drawing/2014/main" id="{B03940DF-B16C-24C4-B220-3BB105D48830}"/>
                  </a:ext>
                </a:extLst>
              </p:cNvPr>
              <p:cNvSpPr/>
              <p:nvPr/>
            </p:nvSpPr>
            <p:spPr>
              <a:xfrm rot="401311">
                <a:off x="1942544" y="1382575"/>
                <a:ext cx="6082512" cy="4118248"/>
              </a:xfrm>
              <a:prstGeom prst="cloud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</p:grp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25D71761-0C7B-2753-B112-D75B562BD698}"/>
                </a:ext>
              </a:extLst>
            </p:cNvPr>
            <p:cNvCxnSpPr>
              <a:cxnSpLocks/>
            </p:cNvCxnSpPr>
            <p:nvPr/>
          </p:nvCxnSpPr>
          <p:spPr>
            <a:xfrm>
              <a:off x="2133600" y="3429000"/>
              <a:ext cx="5867400" cy="0"/>
            </a:xfrm>
            <a:prstGeom prst="line">
              <a:avLst/>
            </a:prstGeom>
            <a:solidFill>
              <a:schemeClr val="bg1"/>
            </a:solidFill>
            <a:ln w="38100">
              <a:solidFill>
                <a:schemeClr val="bg1">
                  <a:lumMod val="75000"/>
                </a:schemeClr>
              </a:solidFill>
              <a:prstDash val="sys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sp>
        <p:nvSpPr>
          <p:cNvPr id="14" name="TextBox 13">
            <a:extLst>
              <a:ext uri="{FF2B5EF4-FFF2-40B4-BE49-F238E27FC236}">
                <a16:creationId xmlns:a16="http://schemas.microsoft.com/office/drawing/2014/main" id="{A3D1D457-82F8-1B68-67B2-AAC4E93E658E}"/>
              </a:ext>
            </a:extLst>
          </p:cNvPr>
          <p:cNvSpPr txBox="1"/>
          <p:nvPr/>
        </p:nvSpPr>
        <p:spPr>
          <a:xfrm>
            <a:off x="6238875" y="314003"/>
            <a:ext cx="818636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WIS2</a:t>
            </a:r>
          </a:p>
        </p:txBody>
      </p:sp>
      <p:grpSp>
        <p:nvGrpSpPr>
          <p:cNvPr id="225" name="Group 224">
            <a:extLst>
              <a:ext uri="{FF2B5EF4-FFF2-40B4-BE49-F238E27FC236}">
                <a16:creationId xmlns:a16="http://schemas.microsoft.com/office/drawing/2014/main" id="{584461D1-23E9-E317-00C7-5605E2176669}"/>
              </a:ext>
            </a:extLst>
          </p:cNvPr>
          <p:cNvGrpSpPr/>
          <p:nvPr/>
        </p:nvGrpSpPr>
        <p:grpSpPr>
          <a:xfrm>
            <a:off x="350689" y="4160355"/>
            <a:ext cx="466050" cy="669682"/>
            <a:chOff x="1159011" y="4934512"/>
            <a:chExt cx="466050" cy="669682"/>
          </a:xfrm>
        </p:grpSpPr>
        <p:sp>
          <p:nvSpPr>
            <p:cNvPr id="224" name="Rectangle: Rounded Corners 223">
              <a:extLst>
                <a:ext uri="{FF2B5EF4-FFF2-40B4-BE49-F238E27FC236}">
                  <a16:creationId xmlns:a16="http://schemas.microsoft.com/office/drawing/2014/main" id="{4C91A105-26EC-1EE2-68D6-B0CEF0B34B22}"/>
                </a:ext>
              </a:extLst>
            </p:cNvPr>
            <p:cNvSpPr/>
            <p:nvPr/>
          </p:nvSpPr>
          <p:spPr>
            <a:xfrm>
              <a:off x="1159011" y="4934512"/>
              <a:ext cx="466050" cy="669682"/>
            </a:xfrm>
            <a:prstGeom prst="roundRect">
              <a:avLst>
                <a:gd name="adj" fmla="val 8535"/>
              </a:avLst>
            </a:prstGeom>
            <a:solidFill>
              <a:schemeClr val="bg1"/>
            </a:solidFill>
            <a:ln w="12700">
              <a:prstDash val="sys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218" name="Rectangle 217">
              <a:extLst>
                <a:ext uri="{FF2B5EF4-FFF2-40B4-BE49-F238E27FC236}">
                  <a16:creationId xmlns:a16="http://schemas.microsoft.com/office/drawing/2014/main" id="{3F945A23-DDAF-5CAE-452B-40F2202C300E}"/>
                </a:ext>
              </a:extLst>
            </p:cNvPr>
            <p:cNvSpPr/>
            <p:nvPr/>
          </p:nvSpPr>
          <p:spPr>
            <a:xfrm>
              <a:off x="1307134" y="5356687"/>
              <a:ext cx="169804" cy="169804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A</a:t>
              </a:r>
            </a:p>
          </p:txBody>
        </p:sp>
        <p:pic>
          <p:nvPicPr>
            <p:cNvPr id="223" name="Picture 222" descr="A black and white symbol&#10;&#10;Description automatically generated">
              <a:extLst>
                <a:ext uri="{FF2B5EF4-FFF2-40B4-BE49-F238E27FC236}">
                  <a16:creationId xmlns:a16="http://schemas.microsoft.com/office/drawing/2014/main" id="{39660B63-B8BB-8ADD-C0B0-8B919193211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216187" y="4970684"/>
              <a:ext cx="351698" cy="351696"/>
            </a:xfrm>
            <a:prstGeom prst="rect">
              <a:avLst/>
            </a:prstGeom>
          </p:spPr>
        </p:pic>
      </p:grpSp>
      <p:grpSp>
        <p:nvGrpSpPr>
          <p:cNvPr id="234" name="Group 233">
            <a:extLst>
              <a:ext uri="{FF2B5EF4-FFF2-40B4-BE49-F238E27FC236}">
                <a16:creationId xmlns:a16="http://schemas.microsoft.com/office/drawing/2014/main" id="{3867E01B-4EF0-5A22-B749-4B1AF5B42DF0}"/>
              </a:ext>
            </a:extLst>
          </p:cNvPr>
          <p:cNvGrpSpPr/>
          <p:nvPr/>
        </p:nvGrpSpPr>
        <p:grpSpPr>
          <a:xfrm>
            <a:off x="858066" y="4163562"/>
            <a:ext cx="466050" cy="669682"/>
            <a:chOff x="1159011" y="4934512"/>
            <a:chExt cx="466050" cy="669682"/>
          </a:xfrm>
        </p:grpSpPr>
        <p:sp>
          <p:nvSpPr>
            <p:cNvPr id="235" name="Rectangle: Rounded Corners 234">
              <a:extLst>
                <a:ext uri="{FF2B5EF4-FFF2-40B4-BE49-F238E27FC236}">
                  <a16:creationId xmlns:a16="http://schemas.microsoft.com/office/drawing/2014/main" id="{2CF9A4B2-17D5-3085-5B4C-4790A846B6B5}"/>
                </a:ext>
              </a:extLst>
            </p:cNvPr>
            <p:cNvSpPr/>
            <p:nvPr/>
          </p:nvSpPr>
          <p:spPr>
            <a:xfrm>
              <a:off x="1159011" y="4934512"/>
              <a:ext cx="466050" cy="669682"/>
            </a:xfrm>
            <a:prstGeom prst="roundRect">
              <a:avLst>
                <a:gd name="adj" fmla="val 8535"/>
              </a:avLst>
            </a:prstGeom>
            <a:solidFill>
              <a:schemeClr val="bg1"/>
            </a:solidFill>
            <a:ln w="12700">
              <a:prstDash val="sys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236" name="Rectangle 235">
              <a:extLst>
                <a:ext uri="{FF2B5EF4-FFF2-40B4-BE49-F238E27FC236}">
                  <a16:creationId xmlns:a16="http://schemas.microsoft.com/office/drawing/2014/main" id="{7599F42E-9862-AF84-0301-354A4B0C6160}"/>
                </a:ext>
              </a:extLst>
            </p:cNvPr>
            <p:cNvSpPr/>
            <p:nvPr/>
          </p:nvSpPr>
          <p:spPr>
            <a:xfrm>
              <a:off x="1307134" y="5356687"/>
              <a:ext cx="169804" cy="169804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B</a:t>
              </a:r>
            </a:p>
          </p:txBody>
        </p:sp>
        <p:pic>
          <p:nvPicPr>
            <p:cNvPr id="237" name="Picture 236" descr="A black and white symbol&#10;&#10;Description automatically generated">
              <a:extLst>
                <a:ext uri="{FF2B5EF4-FFF2-40B4-BE49-F238E27FC236}">
                  <a16:creationId xmlns:a16="http://schemas.microsoft.com/office/drawing/2014/main" id="{FD4C0326-CFBE-70EF-4BC9-0C9F7F505FAE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216187" y="4970684"/>
              <a:ext cx="351698" cy="351696"/>
            </a:xfrm>
            <a:prstGeom prst="rect">
              <a:avLst/>
            </a:prstGeom>
          </p:spPr>
        </p:pic>
      </p:grpSp>
      <p:grpSp>
        <p:nvGrpSpPr>
          <p:cNvPr id="238" name="Group 237">
            <a:extLst>
              <a:ext uri="{FF2B5EF4-FFF2-40B4-BE49-F238E27FC236}">
                <a16:creationId xmlns:a16="http://schemas.microsoft.com/office/drawing/2014/main" id="{4212976D-D0D7-7087-FB3A-A876DE21B91F}"/>
              </a:ext>
            </a:extLst>
          </p:cNvPr>
          <p:cNvGrpSpPr/>
          <p:nvPr/>
        </p:nvGrpSpPr>
        <p:grpSpPr>
          <a:xfrm>
            <a:off x="856832" y="4869695"/>
            <a:ext cx="466050" cy="669682"/>
            <a:chOff x="1159011" y="4934512"/>
            <a:chExt cx="466050" cy="669682"/>
          </a:xfrm>
        </p:grpSpPr>
        <p:sp>
          <p:nvSpPr>
            <p:cNvPr id="239" name="Rectangle: Rounded Corners 238">
              <a:extLst>
                <a:ext uri="{FF2B5EF4-FFF2-40B4-BE49-F238E27FC236}">
                  <a16:creationId xmlns:a16="http://schemas.microsoft.com/office/drawing/2014/main" id="{4738C26C-27AD-10E8-E181-988B5565FD6C}"/>
                </a:ext>
              </a:extLst>
            </p:cNvPr>
            <p:cNvSpPr/>
            <p:nvPr/>
          </p:nvSpPr>
          <p:spPr>
            <a:xfrm>
              <a:off x="1159011" y="4934512"/>
              <a:ext cx="466050" cy="669682"/>
            </a:xfrm>
            <a:prstGeom prst="roundRect">
              <a:avLst>
                <a:gd name="adj" fmla="val 8535"/>
              </a:avLst>
            </a:prstGeom>
            <a:solidFill>
              <a:schemeClr val="bg1"/>
            </a:solidFill>
            <a:ln w="12700">
              <a:prstDash val="sys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240" name="Rectangle 239">
              <a:extLst>
                <a:ext uri="{FF2B5EF4-FFF2-40B4-BE49-F238E27FC236}">
                  <a16:creationId xmlns:a16="http://schemas.microsoft.com/office/drawing/2014/main" id="{7DDDAE43-77ED-2786-6621-970F5DE069D3}"/>
                </a:ext>
              </a:extLst>
            </p:cNvPr>
            <p:cNvSpPr/>
            <p:nvPr/>
          </p:nvSpPr>
          <p:spPr>
            <a:xfrm>
              <a:off x="1307134" y="5356687"/>
              <a:ext cx="169804" cy="169804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D</a:t>
              </a:r>
            </a:p>
          </p:txBody>
        </p:sp>
        <p:pic>
          <p:nvPicPr>
            <p:cNvPr id="241" name="Picture 240" descr="A black and white symbol&#10;&#10;Description automatically generated">
              <a:extLst>
                <a:ext uri="{FF2B5EF4-FFF2-40B4-BE49-F238E27FC236}">
                  <a16:creationId xmlns:a16="http://schemas.microsoft.com/office/drawing/2014/main" id="{1F7948BA-68C9-B23E-7593-CFF8A3C1494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216187" y="4970684"/>
              <a:ext cx="351698" cy="351696"/>
            </a:xfrm>
            <a:prstGeom prst="rect">
              <a:avLst/>
            </a:prstGeom>
          </p:spPr>
        </p:pic>
      </p:grpSp>
      <p:grpSp>
        <p:nvGrpSpPr>
          <p:cNvPr id="242" name="Group 241">
            <a:extLst>
              <a:ext uri="{FF2B5EF4-FFF2-40B4-BE49-F238E27FC236}">
                <a16:creationId xmlns:a16="http://schemas.microsoft.com/office/drawing/2014/main" id="{F5F8D348-9974-7C1C-ADCC-5DDC34806B9E}"/>
              </a:ext>
            </a:extLst>
          </p:cNvPr>
          <p:cNvGrpSpPr/>
          <p:nvPr/>
        </p:nvGrpSpPr>
        <p:grpSpPr>
          <a:xfrm>
            <a:off x="349454" y="4869695"/>
            <a:ext cx="466050" cy="669682"/>
            <a:chOff x="1159011" y="4934512"/>
            <a:chExt cx="466050" cy="669682"/>
          </a:xfrm>
        </p:grpSpPr>
        <p:sp>
          <p:nvSpPr>
            <p:cNvPr id="243" name="Rectangle: Rounded Corners 242">
              <a:extLst>
                <a:ext uri="{FF2B5EF4-FFF2-40B4-BE49-F238E27FC236}">
                  <a16:creationId xmlns:a16="http://schemas.microsoft.com/office/drawing/2014/main" id="{E0AAE4E8-1398-4237-B02E-45CFF9446407}"/>
                </a:ext>
              </a:extLst>
            </p:cNvPr>
            <p:cNvSpPr/>
            <p:nvPr/>
          </p:nvSpPr>
          <p:spPr>
            <a:xfrm>
              <a:off x="1159011" y="4934512"/>
              <a:ext cx="466050" cy="669682"/>
            </a:xfrm>
            <a:prstGeom prst="roundRect">
              <a:avLst>
                <a:gd name="adj" fmla="val 8535"/>
              </a:avLst>
            </a:prstGeom>
            <a:solidFill>
              <a:schemeClr val="bg1"/>
            </a:solidFill>
            <a:ln w="12700">
              <a:prstDash val="sys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244" name="Rectangle 243">
              <a:extLst>
                <a:ext uri="{FF2B5EF4-FFF2-40B4-BE49-F238E27FC236}">
                  <a16:creationId xmlns:a16="http://schemas.microsoft.com/office/drawing/2014/main" id="{14683F90-B958-B569-EF2F-0B82234ED07C}"/>
                </a:ext>
              </a:extLst>
            </p:cNvPr>
            <p:cNvSpPr/>
            <p:nvPr/>
          </p:nvSpPr>
          <p:spPr>
            <a:xfrm>
              <a:off x="1307134" y="5356687"/>
              <a:ext cx="169804" cy="169804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C</a:t>
              </a:r>
            </a:p>
          </p:txBody>
        </p:sp>
        <p:pic>
          <p:nvPicPr>
            <p:cNvPr id="245" name="Picture 244" descr="A black and white symbol&#10;&#10;Description automatically generated">
              <a:extLst>
                <a:ext uri="{FF2B5EF4-FFF2-40B4-BE49-F238E27FC236}">
                  <a16:creationId xmlns:a16="http://schemas.microsoft.com/office/drawing/2014/main" id="{4A1B9425-8F29-7B94-5D76-60413E42F94E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216187" y="4970684"/>
              <a:ext cx="351698" cy="351696"/>
            </a:xfrm>
            <a:prstGeom prst="rect">
              <a:avLst/>
            </a:prstGeom>
          </p:spPr>
        </p:pic>
      </p:grpSp>
      <p:grpSp>
        <p:nvGrpSpPr>
          <p:cNvPr id="249" name="Group 248">
            <a:extLst>
              <a:ext uri="{FF2B5EF4-FFF2-40B4-BE49-F238E27FC236}">
                <a16:creationId xmlns:a16="http://schemas.microsoft.com/office/drawing/2014/main" id="{5E0F7588-EDD2-694F-6E84-CD3492A1072F}"/>
              </a:ext>
            </a:extLst>
          </p:cNvPr>
          <p:cNvGrpSpPr/>
          <p:nvPr/>
        </p:nvGrpSpPr>
        <p:grpSpPr>
          <a:xfrm>
            <a:off x="1633202" y="1621248"/>
            <a:ext cx="1960897" cy="3158269"/>
            <a:chOff x="1633202" y="1621248"/>
            <a:chExt cx="1960897" cy="3158269"/>
          </a:xfrm>
        </p:grpSpPr>
        <p:sp>
          <p:nvSpPr>
            <p:cNvPr id="247" name="Rectangle: Rounded Corners 246">
              <a:extLst>
                <a:ext uri="{FF2B5EF4-FFF2-40B4-BE49-F238E27FC236}">
                  <a16:creationId xmlns:a16="http://schemas.microsoft.com/office/drawing/2014/main" id="{73EB4BD7-C2E4-B94C-4331-B75C15134D69}"/>
                </a:ext>
              </a:extLst>
            </p:cNvPr>
            <p:cNvSpPr/>
            <p:nvPr/>
          </p:nvSpPr>
          <p:spPr>
            <a:xfrm>
              <a:off x="1633202" y="1858519"/>
              <a:ext cx="1960897" cy="2920998"/>
            </a:xfrm>
            <a:prstGeom prst="roundRect">
              <a:avLst>
                <a:gd name="adj" fmla="val 3624"/>
              </a:avLst>
            </a:prstGeom>
            <a:solidFill>
              <a:schemeClr val="bg1">
                <a:lumMod val="95000"/>
                <a:alpha val="50196"/>
              </a:schemeClr>
            </a:solidFill>
            <a:ln w="12700">
              <a:solidFill>
                <a:schemeClr val="tx1">
                  <a:lumMod val="50000"/>
                  <a:lumOff val="50000"/>
                </a:schemeClr>
              </a:solidFill>
              <a:prstDash val="sysDot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248" name="TextBox 247">
              <a:extLst>
                <a:ext uri="{FF2B5EF4-FFF2-40B4-BE49-F238E27FC236}">
                  <a16:creationId xmlns:a16="http://schemas.microsoft.com/office/drawing/2014/main" id="{58710CDB-B7CC-040B-5E64-74EAFEFB2F68}"/>
                </a:ext>
              </a:extLst>
            </p:cNvPr>
            <p:cNvSpPr txBox="1"/>
            <p:nvPr/>
          </p:nvSpPr>
          <p:spPr>
            <a:xfrm>
              <a:off x="2059127" y="1621248"/>
              <a:ext cx="1179193" cy="2539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5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WIS Centre</a:t>
              </a:r>
              <a:endParaRPr kumimoji="0" lang="en-GB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246" name="Group 245">
            <a:extLst>
              <a:ext uri="{FF2B5EF4-FFF2-40B4-BE49-F238E27FC236}">
                <a16:creationId xmlns:a16="http://schemas.microsoft.com/office/drawing/2014/main" id="{A6593E32-F1FD-AB8F-F39D-5DAA006A21A7}"/>
              </a:ext>
            </a:extLst>
          </p:cNvPr>
          <p:cNvGrpSpPr/>
          <p:nvPr/>
        </p:nvGrpSpPr>
        <p:grpSpPr>
          <a:xfrm>
            <a:off x="238558" y="2004858"/>
            <a:ext cx="2724621" cy="2574854"/>
            <a:chOff x="238558" y="2004858"/>
            <a:chExt cx="2724621" cy="2574854"/>
          </a:xfrm>
        </p:grpSpPr>
        <p:pic>
          <p:nvPicPr>
            <p:cNvPr id="52" name="Picture 51">
              <a:extLst>
                <a:ext uri="{FF2B5EF4-FFF2-40B4-BE49-F238E27FC236}">
                  <a16:creationId xmlns:a16="http://schemas.microsoft.com/office/drawing/2014/main" id="{9E7BC11F-A032-8FD3-FE51-CB307CB2D4A0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256121" y="3053461"/>
              <a:ext cx="1338982" cy="751078"/>
            </a:xfrm>
            <a:prstGeom prst="rect">
              <a:avLst/>
            </a:prstGeom>
          </p:spPr>
        </p:pic>
        <p:grpSp>
          <p:nvGrpSpPr>
            <p:cNvPr id="53" name="Group 52">
              <a:extLst>
                <a:ext uri="{FF2B5EF4-FFF2-40B4-BE49-F238E27FC236}">
                  <a16:creationId xmlns:a16="http://schemas.microsoft.com/office/drawing/2014/main" id="{4D6CC15E-DDBF-9BB6-CE6B-5830613FD096}"/>
                </a:ext>
              </a:extLst>
            </p:cNvPr>
            <p:cNvGrpSpPr/>
            <p:nvPr/>
          </p:nvGrpSpPr>
          <p:grpSpPr>
            <a:xfrm>
              <a:off x="2334271" y="2004858"/>
              <a:ext cx="628907" cy="910662"/>
              <a:chOff x="6648193" y="889820"/>
              <a:chExt cx="628907" cy="910662"/>
            </a:xfrm>
          </p:grpSpPr>
          <p:sp>
            <p:nvSpPr>
              <p:cNvPr id="54" name="Rectangle: Rounded Corners 53">
                <a:extLst>
                  <a:ext uri="{FF2B5EF4-FFF2-40B4-BE49-F238E27FC236}">
                    <a16:creationId xmlns:a16="http://schemas.microsoft.com/office/drawing/2014/main" id="{E91343CF-26C0-832A-4AEE-932EF3F33E9F}"/>
                  </a:ext>
                </a:extLst>
              </p:cNvPr>
              <p:cNvSpPr/>
              <p:nvPr/>
            </p:nvSpPr>
            <p:spPr>
              <a:xfrm>
                <a:off x="6648193" y="1171575"/>
                <a:ext cx="628907" cy="628907"/>
              </a:xfrm>
              <a:prstGeom prst="roundRect">
                <a:avLst>
                  <a:gd name="adj" fmla="val 8678"/>
                </a:avLst>
              </a:prstGeom>
              <a:solidFill>
                <a:schemeClr val="bg1"/>
              </a:solidFill>
              <a:ln w="28575">
                <a:solidFill>
                  <a:srgbClr val="3963DA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3963DA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3963DA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WIS2 Node</a:t>
                </a:r>
              </a:p>
            </p:txBody>
          </p:sp>
          <p:pic>
            <p:nvPicPr>
              <p:cNvPr id="55" name="Picture 54">
                <a:extLst>
                  <a:ext uri="{FF2B5EF4-FFF2-40B4-BE49-F238E27FC236}">
                    <a16:creationId xmlns:a16="http://schemas.microsoft.com/office/drawing/2014/main" id="{20D3B5DE-F62E-E37D-FB31-55BC2F6263B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6701185" y="889820"/>
                <a:ext cx="522922" cy="532516"/>
              </a:xfrm>
              <a:prstGeom prst="rect">
                <a:avLst/>
              </a:prstGeom>
            </p:spPr>
          </p:pic>
        </p:grpSp>
        <p:sp>
          <p:nvSpPr>
            <p:cNvPr id="56" name="Rectangle: Rounded Corners 55">
              <a:extLst>
                <a:ext uri="{FF2B5EF4-FFF2-40B4-BE49-F238E27FC236}">
                  <a16:creationId xmlns:a16="http://schemas.microsoft.com/office/drawing/2014/main" id="{75C6DEE6-77A5-DAA8-BD53-FAB19EA08806}"/>
                </a:ext>
              </a:extLst>
            </p:cNvPr>
            <p:cNvSpPr/>
            <p:nvPr/>
          </p:nvSpPr>
          <p:spPr>
            <a:xfrm>
              <a:off x="2334272" y="3950805"/>
              <a:ext cx="628907" cy="628907"/>
            </a:xfrm>
            <a:prstGeom prst="roundRect">
              <a:avLst>
                <a:gd name="adj" fmla="val 8678"/>
              </a:avLst>
            </a:pr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MSS</a:t>
              </a:r>
            </a:p>
          </p:txBody>
        </p:sp>
        <p:cxnSp>
          <p:nvCxnSpPr>
            <p:cNvPr id="58" name="Straight Arrow Connector 57">
              <a:extLst>
                <a:ext uri="{FF2B5EF4-FFF2-40B4-BE49-F238E27FC236}">
                  <a16:creationId xmlns:a16="http://schemas.microsoft.com/office/drawing/2014/main" id="{41374832-35A5-DD31-AF82-846593AE1875}"/>
                </a:ext>
              </a:extLst>
            </p:cNvPr>
            <p:cNvCxnSpPr/>
            <p:nvPr/>
          </p:nvCxnSpPr>
          <p:spPr>
            <a:xfrm flipV="1">
              <a:off x="1476375" y="2733675"/>
              <a:ext cx="751592" cy="419100"/>
            </a:xfrm>
            <a:prstGeom prst="straightConnector1">
              <a:avLst/>
            </a:prstGeom>
            <a:ln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Straight Arrow Connector 60">
              <a:extLst>
                <a:ext uri="{FF2B5EF4-FFF2-40B4-BE49-F238E27FC236}">
                  <a16:creationId xmlns:a16="http://schemas.microsoft.com/office/drawing/2014/main" id="{32F96402-7FA9-3BC7-F782-66354EC823DD}"/>
                </a:ext>
              </a:extLst>
            </p:cNvPr>
            <p:cNvCxnSpPr>
              <a:cxnSpLocks/>
            </p:cNvCxnSpPr>
            <p:nvPr/>
          </p:nvCxnSpPr>
          <p:spPr>
            <a:xfrm>
              <a:off x="1476375" y="3741255"/>
              <a:ext cx="751592" cy="419100"/>
            </a:xfrm>
            <a:prstGeom prst="straightConnector1">
              <a:avLst/>
            </a:prstGeom>
            <a:ln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62" name="TextBox 61">
              <a:extLst>
                <a:ext uri="{FF2B5EF4-FFF2-40B4-BE49-F238E27FC236}">
                  <a16:creationId xmlns:a16="http://schemas.microsoft.com/office/drawing/2014/main" id="{6456CD67-916A-F331-2C0E-24B4CF5A0EEE}"/>
                </a:ext>
              </a:extLst>
            </p:cNvPr>
            <p:cNvSpPr txBox="1"/>
            <p:nvPr/>
          </p:nvSpPr>
          <p:spPr>
            <a:xfrm>
              <a:off x="238558" y="3676872"/>
              <a:ext cx="1179193" cy="43858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5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data management system</a:t>
              </a: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</a:t>
              </a:r>
            </a:p>
          </p:txBody>
        </p:sp>
      </p:grpSp>
      <p:sp>
        <p:nvSpPr>
          <p:cNvPr id="250" name="TextBox 249">
            <a:extLst>
              <a:ext uri="{FF2B5EF4-FFF2-40B4-BE49-F238E27FC236}">
                <a16:creationId xmlns:a16="http://schemas.microsoft.com/office/drawing/2014/main" id="{FF816981-6A43-C21B-100E-003C441681E0}"/>
              </a:ext>
            </a:extLst>
          </p:cNvPr>
          <p:cNvSpPr txBox="1"/>
          <p:nvPr/>
        </p:nvSpPr>
        <p:spPr>
          <a:xfrm>
            <a:off x="6619182" y="6359331"/>
            <a:ext cx="818636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GTS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A2E422E-0907-1187-0301-FC10AEC342E0}"/>
              </a:ext>
            </a:extLst>
          </p:cNvPr>
          <p:cNvSpPr txBox="1"/>
          <p:nvPr/>
        </p:nvSpPr>
        <p:spPr>
          <a:xfrm>
            <a:off x="2074853" y="3688682"/>
            <a:ext cx="117919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CCCC = </a:t>
            </a:r>
            <a:r>
              <a:rPr kumimoji="0" lang="en-GB" sz="12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TEST</a:t>
            </a:r>
            <a:endParaRPr kumimoji="0" lang="en-GB" sz="16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+mn-cs"/>
            </a:endParaRPr>
          </a:p>
        </p:txBody>
      </p:sp>
      <p:grpSp>
        <p:nvGrpSpPr>
          <p:cNvPr id="209" name="Group 208">
            <a:extLst>
              <a:ext uri="{FF2B5EF4-FFF2-40B4-BE49-F238E27FC236}">
                <a16:creationId xmlns:a16="http://schemas.microsoft.com/office/drawing/2014/main" id="{86575AF8-8771-72F0-C446-9B65C12CBF98}"/>
              </a:ext>
            </a:extLst>
          </p:cNvPr>
          <p:cNvGrpSpPr/>
          <p:nvPr/>
        </p:nvGrpSpPr>
        <p:grpSpPr>
          <a:xfrm>
            <a:off x="1430655" y="808440"/>
            <a:ext cx="2456202" cy="855395"/>
            <a:chOff x="1430655" y="770340"/>
            <a:chExt cx="2456202" cy="855395"/>
          </a:xfrm>
        </p:grpSpPr>
        <p:grpSp>
          <p:nvGrpSpPr>
            <p:cNvPr id="49" name="Group 48">
              <a:extLst>
                <a:ext uri="{FF2B5EF4-FFF2-40B4-BE49-F238E27FC236}">
                  <a16:creationId xmlns:a16="http://schemas.microsoft.com/office/drawing/2014/main" id="{EAA3A355-5E19-F825-A238-8EDC7EFEF6A5}"/>
                </a:ext>
              </a:extLst>
            </p:cNvPr>
            <p:cNvGrpSpPr/>
            <p:nvPr/>
          </p:nvGrpSpPr>
          <p:grpSpPr>
            <a:xfrm>
              <a:off x="1430655" y="770340"/>
              <a:ext cx="612283" cy="855395"/>
              <a:chOff x="2425679" y="690821"/>
              <a:chExt cx="612283" cy="855395"/>
            </a:xfrm>
          </p:grpSpPr>
          <p:pic>
            <p:nvPicPr>
              <p:cNvPr id="43" name="Picture 42">
                <a:extLst>
                  <a:ext uri="{FF2B5EF4-FFF2-40B4-BE49-F238E27FC236}">
                    <a16:creationId xmlns:a16="http://schemas.microsoft.com/office/drawing/2014/main" id="{8AEFE3B1-9D13-1737-1E21-5781A666715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2425679" y="690821"/>
                <a:ext cx="612283" cy="855395"/>
              </a:xfrm>
              <a:prstGeom prst="rect">
                <a:avLst/>
              </a:prstGeom>
            </p:spPr>
          </p:pic>
          <p:sp>
            <p:nvSpPr>
              <p:cNvPr id="45" name="Rectangle 44">
                <a:extLst>
                  <a:ext uri="{FF2B5EF4-FFF2-40B4-BE49-F238E27FC236}">
                    <a16:creationId xmlns:a16="http://schemas.microsoft.com/office/drawing/2014/main" id="{F09A3FC5-E3C6-BE41-97D6-AF7F1FB62015}"/>
                  </a:ext>
                </a:extLst>
              </p:cNvPr>
              <p:cNvSpPr/>
              <p:nvPr/>
            </p:nvSpPr>
            <p:spPr>
              <a:xfrm>
                <a:off x="2631993" y="1000455"/>
                <a:ext cx="169804" cy="169804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A</a:t>
                </a:r>
              </a:p>
            </p:txBody>
          </p:sp>
        </p:grpSp>
        <p:grpSp>
          <p:nvGrpSpPr>
            <p:cNvPr id="50" name="Group 49">
              <a:extLst>
                <a:ext uri="{FF2B5EF4-FFF2-40B4-BE49-F238E27FC236}">
                  <a16:creationId xmlns:a16="http://schemas.microsoft.com/office/drawing/2014/main" id="{DA717D78-2C01-24DE-4AB0-4CC98950664B}"/>
                </a:ext>
              </a:extLst>
            </p:cNvPr>
            <p:cNvGrpSpPr/>
            <p:nvPr/>
          </p:nvGrpSpPr>
          <p:grpSpPr>
            <a:xfrm>
              <a:off x="2045295" y="770340"/>
              <a:ext cx="612283" cy="855395"/>
              <a:chOff x="2425679" y="690821"/>
              <a:chExt cx="612283" cy="855395"/>
            </a:xfrm>
          </p:grpSpPr>
          <p:pic>
            <p:nvPicPr>
              <p:cNvPr id="57" name="Picture 56">
                <a:extLst>
                  <a:ext uri="{FF2B5EF4-FFF2-40B4-BE49-F238E27FC236}">
                    <a16:creationId xmlns:a16="http://schemas.microsoft.com/office/drawing/2014/main" id="{CE100CD1-EBCB-7503-A181-EFBB4C2E17D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2425679" y="690821"/>
                <a:ext cx="612283" cy="855395"/>
              </a:xfrm>
              <a:prstGeom prst="rect">
                <a:avLst/>
              </a:prstGeom>
            </p:spPr>
          </p:pic>
          <p:sp>
            <p:nvSpPr>
              <p:cNvPr id="59" name="Rectangle 58">
                <a:extLst>
                  <a:ext uri="{FF2B5EF4-FFF2-40B4-BE49-F238E27FC236}">
                    <a16:creationId xmlns:a16="http://schemas.microsoft.com/office/drawing/2014/main" id="{F2044F03-1A8C-A8CD-D549-70DA8E933272}"/>
                  </a:ext>
                </a:extLst>
              </p:cNvPr>
              <p:cNvSpPr/>
              <p:nvPr/>
            </p:nvSpPr>
            <p:spPr>
              <a:xfrm>
                <a:off x="2631993" y="1000455"/>
                <a:ext cx="169804" cy="169804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B</a:t>
                </a:r>
              </a:p>
            </p:txBody>
          </p:sp>
        </p:grpSp>
        <p:grpSp>
          <p:nvGrpSpPr>
            <p:cNvPr id="60" name="Group 59">
              <a:extLst>
                <a:ext uri="{FF2B5EF4-FFF2-40B4-BE49-F238E27FC236}">
                  <a16:creationId xmlns:a16="http://schemas.microsoft.com/office/drawing/2014/main" id="{44688051-C075-A61B-BEDD-6969842E6B64}"/>
                </a:ext>
              </a:extLst>
            </p:cNvPr>
            <p:cNvGrpSpPr/>
            <p:nvPr/>
          </p:nvGrpSpPr>
          <p:grpSpPr>
            <a:xfrm>
              <a:off x="2659935" y="770340"/>
              <a:ext cx="612283" cy="855395"/>
              <a:chOff x="2425679" y="690821"/>
              <a:chExt cx="612283" cy="855395"/>
            </a:xfrm>
          </p:grpSpPr>
          <p:pic>
            <p:nvPicPr>
              <p:cNvPr id="63" name="Picture 62">
                <a:extLst>
                  <a:ext uri="{FF2B5EF4-FFF2-40B4-BE49-F238E27FC236}">
                    <a16:creationId xmlns:a16="http://schemas.microsoft.com/office/drawing/2014/main" id="{9E77F786-2BB1-DEAA-791E-75936B47B6C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2425679" y="690821"/>
                <a:ext cx="612283" cy="855395"/>
              </a:xfrm>
              <a:prstGeom prst="rect">
                <a:avLst/>
              </a:prstGeom>
            </p:spPr>
          </p:pic>
          <p:sp>
            <p:nvSpPr>
              <p:cNvPr id="192" name="Rectangle 191">
                <a:extLst>
                  <a:ext uri="{FF2B5EF4-FFF2-40B4-BE49-F238E27FC236}">
                    <a16:creationId xmlns:a16="http://schemas.microsoft.com/office/drawing/2014/main" id="{09574003-27C5-FAF4-1D8B-BE0859018B0E}"/>
                  </a:ext>
                </a:extLst>
              </p:cNvPr>
              <p:cNvSpPr/>
              <p:nvPr/>
            </p:nvSpPr>
            <p:spPr>
              <a:xfrm>
                <a:off x="2631993" y="1000455"/>
                <a:ext cx="169804" cy="169804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C</a:t>
                </a:r>
              </a:p>
            </p:txBody>
          </p:sp>
        </p:grpSp>
        <p:grpSp>
          <p:nvGrpSpPr>
            <p:cNvPr id="193" name="Group 192">
              <a:extLst>
                <a:ext uri="{FF2B5EF4-FFF2-40B4-BE49-F238E27FC236}">
                  <a16:creationId xmlns:a16="http://schemas.microsoft.com/office/drawing/2014/main" id="{1168AB75-F6AB-FEEF-77C1-5442E178184F}"/>
                </a:ext>
              </a:extLst>
            </p:cNvPr>
            <p:cNvGrpSpPr/>
            <p:nvPr/>
          </p:nvGrpSpPr>
          <p:grpSpPr>
            <a:xfrm>
              <a:off x="3274574" y="770340"/>
              <a:ext cx="612283" cy="855395"/>
              <a:chOff x="2425679" y="690821"/>
              <a:chExt cx="612283" cy="855395"/>
            </a:xfrm>
          </p:grpSpPr>
          <p:pic>
            <p:nvPicPr>
              <p:cNvPr id="194" name="Picture 193">
                <a:extLst>
                  <a:ext uri="{FF2B5EF4-FFF2-40B4-BE49-F238E27FC236}">
                    <a16:creationId xmlns:a16="http://schemas.microsoft.com/office/drawing/2014/main" id="{3DBF1E73-4963-FD78-82DC-B2C4960B8BC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2425679" y="690821"/>
                <a:ext cx="612283" cy="855395"/>
              </a:xfrm>
              <a:prstGeom prst="rect">
                <a:avLst/>
              </a:prstGeom>
            </p:spPr>
          </p:pic>
          <p:sp>
            <p:nvSpPr>
              <p:cNvPr id="201" name="Rectangle 200">
                <a:extLst>
                  <a:ext uri="{FF2B5EF4-FFF2-40B4-BE49-F238E27FC236}">
                    <a16:creationId xmlns:a16="http://schemas.microsoft.com/office/drawing/2014/main" id="{93151AD0-77F0-175C-AA57-98D034D38832}"/>
                  </a:ext>
                </a:extLst>
              </p:cNvPr>
              <p:cNvSpPr/>
              <p:nvPr/>
            </p:nvSpPr>
            <p:spPr>
              <a:xfrm>
                <a:off x="2631993" y="1000455"/>
                <a:ext cx="169804" cy="169804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D</a:t>
                </a:r>
              </a:p>
            </p:txBody>
          </p:sp>
        </p:grpSp>
      </p:grpSp>
      <p:grpSp>
        <p:nvGrpSpPr>
          <p:cNvPr id="214" name="Group 213">
            <a:extLst>
              <a:ext uri="{FF2B5EF4-FFF2-40B4-BE49-F238E27FC236}">
                <a16:creationId xmlns:a16="http://schemas.microsoft.com/office/drawing/2014/main" id="{D02FC6FF-1551-ED73-D241-4228A32A803C}"/>
              </a:ext>
            </a:extLst>
          </p:cNvPr>
          <p:cNvGrpSpPr/>
          <p:nvPr/>
        </p:nvGrpSpPr>
        <p:grpSpPr>
          <a:xfrm>
            <a:off x="2963924" y="2367446"/>
            <a:ext cx="716753" cy="326665"/>
            <a:chOff x="2963924" y="2367446"/>
            <a:chExt cx="716753" cy="326665"/>
          </a:xfrm>
        </p:grpSpPr>
        <p:grpSp>
          <p:nvGrpSpPr>
            <p:cNvPr id="210" name="Group 209">
              <a:extLst>
                <a:ext uri="{FF2B5EF4-FFF2-40B4-BE49-F238E27FC236}">
                  <a16:creationId xmlns:a16="http://schemas.microsoft.com/office/drawing/2014/main" id="{FEA171C8-2DE2-5F9A-021E-6F692326B8D7}"/>
                </a:ext>
              </a:extLst>
            </p:cNvPr>
            <p:cNvGrpSpPr/>
            <p:nvPr/>
          </p:nvGrpSpPr>
          <p:grpSpPr>
            <a:xfrm>
              <a:off x="2963924" y="2367446"/>
              <a:ext cx="534458" cy="127000"/>
              <a:chOff x="2963178" y="2725764"/>
              <a:chExt cx="534458" cy="127000"/>
            </a:xfrm>
          </p:grpSpPr>
          <p:cxnSp>
            <p:nvCxnSpPr>
              <p:cNvPr id="211" name="Straight Connector 210">
                <a:extLst>
                  <a:ext uri="{FF2B5EF4-FFF2-40B4-BE49-F238E27FC236}">
                    <a16:creationId xmlns:a16="http://schemas.microsoft.com/office/drawing/2014/main" id="{2F5D99E1-BFCF-6964-4A97-5960837671D8}"/>
                  </a:ext>
                </a:extLst>
              </p:cNvPr>
              <p:cNvCxnSpPr/>
              <p:nvPr/>
            </p:nvCxnSpPr>
            <p:spPr>
              <a:xfrm flipV="1">
                <a:off x="2963178" y="2789264"/>
                <a:ext cx="400050" cy="1"/>
              </a:xfrm>
              <a:prstGeom prst="line">
                <a:avLst/>
              </a:prstGeom>
              <a:noFill/>
              <a:ln w="19050" cap="flat" cmpd="sng" algn="ctr">
                <a:solidFill>
                  <a:schemeClr val="accent2">
                    <a:lumMod val="75000"/>
                  </a:schemeClr>
                </a:solidFill>
                <a:prstDash val="solid"/>
                <a:miter lim="800000"/>
              </a:ln>
              <a:effectLst/>
            </p:spPr>
          </p:cxnSp>
          <p:sp>
            <p:nvSpPr>
              <p:cNvPr id="212" name="Oval 211">
                <a:extLst>
                  <a:ext uri="{FF2B5EF4-FFF2-40B4-BE49-F238E27FC236}">
                    <a16:creationId xmlns:a16="http://schemas.microsoft.com/office/drawing/2014/main" id="{561A1932-D77B-EF9A-C718-7FD6CE374E54}"/>
                  </a:ext>
                </a:extLst>
              </p:cNvPr>
              <p:cNvSpPr/>
              <p:nvPr/>
            </p:nvSpPr>
            <p:spPr>
              <a:xfrm>
                <a:off x="3370636" y="2725764"/>
                <a:ext cx="127000" cy="127000"/>
              </a:xfrm>
              <a:prstGeom prst="ellipse">
                <a:avLst/>
              </a:prstGeom>
              <a:solidFill>
                <a:sysClr val="window" lastClr="FFFFFF"/>
              </a:solidFill>
              <a:ln w="19050" cap="flat" cmpd="sng" algn="ctr">
                <a:solidFill>
                  <a:schemeClr val="accent2">
                    <a:lumMod val="75000"/>
                  </a:schemeClr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sp>
          <p:nvSpPr>
            <p:cNvPr id="213" name="TextBox 212">
              <a:extLst>
                <a:ext uri="{FF2B5EF4-FFF2-40B4-BE49-F238E27FC236}">
                  <a16:creationId xmlns:a16="http://schemas.microsoft.com/office/drawing/2014/main" id="{D4471076-3560-C720-A395-CB4BE04965DD}"/>
                </a:ext>
              </a:extLst>
            </p:cNvPr>
            <p:cNvSpPr txBox="1"/>
            <p:nvPr/>
          </p:nvSpPr>
          <p:spPr>
            <a:xfrm>
              <a:off x="3194968" y="2440195"/>
              <a:ext cx="485709" cy="2539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50" b="0" i="0" u="none" strike="noStrike" kern="0" cap="none" spc="0" normalizeH="0" baseline="0" noProof="0" dirty="0">
                  <a:ln>
                    <a:noFill/>
                  </a:ln>
                  <a:solidFill>
                    <a:srgbClr val="E97132">
                      <a:lumMod val="75000"/>
                    </a:srgbClr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https</a:t>
              </a:r>
              <a:endParaRPr kumimoji="0" lang="en-GB" sz="1200" b="0" i="0" u="none" strike="noStrike" kern="0" cap="none" spc="0" normalizeH="0" baseline="0" noProof="0" dirty="0">
                <a:ln>
                  <a:noFill/>
                </a:ln>
                <a:solidFill>
                  <a:srgbClr val="E97132">
                    <a:lumMod val="75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pic>
        <p:nvPicPr>
          <p:cNvPr id="47" name="Picture 46">
            <a:extLst>
              <a:ext uri="{FF2B5EF4-FFF2-40B4-BE49-F238E27FC236}">
                <a16:creationId xmlns:a16="http://schemas.microsoft.com/office/drawing/2014/main" id="{99E0AC24-7A7E-981C-B110-0397CEB07021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504409" y="107790"/>
            <a:ext cx="444034" cy="620341"/>
          </a:xfrm>
          <a:prstGeom prst="rect">
            <a:avLst/>
          </a:prstGeom>
        </p:spPr>
      </p:pic>
      <p:pic>
        <p:nvPicPr>
          <p:cNvPr id="205" name="Picture 204">
            <a:extLst>
              <a:ext uri="{FF2B5EF4-FFF2-40B4-BE49-F238E27FC236}">
                <a16:creationId xmlns:a16="http://schemas.microsoft.com/office/drawing/2014/main" id="{70582F83-F05C-5E59-2129-3DAB9A02CC68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122688" y="107539"/>
            <a:ext cx="444034" cy="620341"/>
          </a:xfrm>
          <a:prstGeom prst="rect">
            <a:avLst/>
          </a:prstGeom>
        </p:spPr>
      </p:pic>
      <p:pic>
        <p:nvPicPr>
          <p:cNvPr id="206" name="Picture 205">
            <a:extLst>
              <a:ext uri="{FF2B5EF4-FFF2-40B4-BE49-F238E27FC236}">
                <a16:creationId xmlns:a16="http://schemas.microsoft.com/office/drawing/2014/main" id="{77CEF60F-016C-F6ED-A1A0-90C466E76E9D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738968" y="107539"/>
            <a:ext cx="444034" cy="620341"/>
          </a:xfrm>
          <a:prstGeom prst="rect">
            <a:avLst/>
          </a:prstGeom>
        </p:spPr>
      </p:pic>
      <p:pic>
        <p:nvPicPr>
          <p:cNvPr id="207" name="Picture 206">
            <a:extLst>
              <a:ext uri="{FF2B5EF4-FFF2-40B4-BE49-F238E27FC236}">
                <a16:creationId xmlns:a16="http://schemas.microsoft.com/office/drawing/2014/main" id="{3A68F2A8-56B9-C577-A853-59E328B87D51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353933" y="108876"/>
            <a:ext cx="444034" cy="620341"/>
          </a:xfrm>
          <a:prstGeom prst="rect">
            <a:avLst/>
          </a:prstGeom>
        </p:spPr>
      </p:pic>
      <p:grpSp>
        <p:nvGrpSpPr>
          <p:cNvPr id="228" name="Group 227">
            <a:extLst>
              <a:ext uri="{FF2B5EF4-FFF2-40B4-BE49-F238E27FC236}">
                <a16:creationId xmlns:a16="http://schemas.microsoft.com/office/drawing/2014/main" id="{AADC2DEA-2E2E-7906-8F44-9A8005A49565}"/>
              </a:ext>
            </a:extLst>
          </p:cNvPr>
          <p:cNvGrpSpPr/>
          <p:nvPr/>
        </p:nvGrpSpPr>
        <p:grpSpPr>
          <a:xfrm>
            <a:off x="2963178" y="2725764"/>
            <a:ext cx="786853" cy="316693"/>
            <a:chOff x="2963178" y="2725764"/>
            <a:chExt cx="786853" cy="316693"/>
          </a:xfrm>
        </p:grpSpPr>
        <p:grpSp>
          <p:nvGrpSpPr>
            <p:cNvPr id="220" name="Group 219">
              <a:extLst>
                <a:ext uri="{FF2B5EF4-FFF2-40B4-BE49-F238E27FC236}">
                  <a16:creationId xmlns:a16="http://schemas.microsoft.com/office/drawing/2014/main" id="{9B4E1AFA-46CB-CA77-6EB2-94EE0FAACA2E}"/>
                </a:ext>
              </a:extLst>
            </p:cNvPr>
            <p:cNvGrpSpPr/>
            <p:nvPr/>
          </p:nvGrpSpPr>
          <p:grpSpPr>
            <a:xfrm>
              <a:off x="2963178" y="2725764"/>
              <a:ext cx="534458" cy="127000"/>
              <a:chOff x="2963178" y="2725764"/>
              <a:chExt cx="534458" cy="127000"/>
            </a:xfrm>
          </p:grpSpPr>
          <p:cxnSp>
            <p:nvCxnSpPr>
              <p:cNvPr id="221" name="Straight Connector 220">
                <a:extLst>
                  <a:ext uri="{FF2B5EF4-FFF2-40B4-BE49-F238E27FC236}">
                    <a16:creationId xmlns:a16="http://schemas.microsoft.com/office/drawing/2014/main" id="{4FCA88A4-463E-8ED6-D10F-8FA54676A8E5}"/>
                  </a:ext>
                </a:extLst>
              </p:cNvPr>
              <p:cNvCxnSpPr/>
              <p:nvPr/>
            </p:nvCxnSpPr>
            <p:spPr>
              <a:xfrm flipV="1">
                <a:off x="2963178" y="2789264"/>
                <a:ext cx="400050" cy="1"/>
              </a:xfrm>
              <a:prstGeom prst="line">
                <a:avLst/>
              </a:prstGeom>
              <a:noFill/>
              <a:ln w="19050" cap="flat" cmpd="sng" algn="ctr">
                <a:solidFill>
                  <a:schemeClr val="accent6">
                    <a:lumMod val="75000"/>
                  </a:schemeClr>
                </a:solidFill>
                <a:prstDash val="solid"/>
                <a:miter lim="800000"/>
              </a:ln>
              <a:effectLst/>
            </p:spPr>
          </p:cxnSp>
          <p:sp>
            <p:nvSpPr>
              <p:cNvPr id="226" name="Oval 225">
                <a:extLst>
                  <a:ext uri="{FF2B5EF4-FFF2-40B4-BE49-F238E27FC236}">
                    <a16:creationId xmlns:a16="http://schemas.microsoft.com/office/drawing/2014/main" id="{CF927712-F1BA-F0A2-9FD2-2A8D0BBDCC28}"/>
                  </a:ext>
                </a:extLst>
              </p:cNvPr>
              <p:cNvSpPr/>
              <p:nvPr/>
            </p:nvSpPr>
            <p:spPr>
              <a:xfrm>
                <a:off x="3370636" y="2725764"/>
                <a:ext cx="127000" cy="127000"/>
              </a:xfrm>
              <a:prstGeom prst="ellipse">
                <a:avLst/>
              </a:prstGeom>
              <a:solidFill>
                <a:sysClr val="window" lastClr="FFFFFF"/>
              </a:solidFill>
              <a:ln w="19050" cap="flat" cmpd="sng" algn="ctr">
                <a:solidFill>
                  <a:schemeClr val="accent6">
                    <a:lumMod val="75000"/>
                  </a:schemeClr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sp>
          <p:nvSpPr>
            <p:cNvPr id="227" name="TextBox 226">
              <a:extLst>
                <a:ext uri="{FF2B5EF4-FFF2-40B4-BE49-F238E27FC236}">
                  <a16:creationId xmlns:a16="http://schemas.microsoft.com/office/drawing/2014/main" id="{63EAF21F-A497-FAFB-90DD-0C0E56314FAE}"/>
                </a:ext>
              </a:extLst>
            </p:cNvPr>
            <p:cNvSpPr txBox="1"/>
            <p:nvPr/>
          </p:nvSpPr>
          <p:spPr>
            <a:xfrm>
              <a:off x="3118241" y="2788541"/>
              <a:ext cx="631790" cy="2539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50" b="0" i="0" u="none" strike="noStrike" kern="0" cap="none" spc="0" normalizeH="0" baseline="0" noProof="0" dirty="0" err="1">
                  <a:ln>
                    <a:noFill/>
                  </a:ln>
                  <a:solidFill>
                    <a:srgbClr val="4EA72E">
                      <a:lumMod val="75000"/>
                    </a:srgbClr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mqtts</a:t>
              </a:r>
              <a:endParaRPr kumimoji="0" lang="en-GB" sz="1200" b="0" i="0" u="none" strike="noStrike" kern="0" cap="none" spc="0" normalizeH="0" baseline="0" noProof="0" dirty="0">
                <a:ln>
                  <a:noFill/>
                </a:ln>
                <a:solidFill>
                  <a:srgbClr val="4EA72E">
                    <a:lumMod val="75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44" name="Freeform: Shape 43">
            <a:extLst>
              <a:ext uri="{FF2B5EF4-FFF2-40B4-BE49-F238E27FC236}">
                <a16:creationId xmlns:a16="http://schemas.microsoft.com/office/drawing/2014/main" id="{E0D6959B-4F8B-018C-781C-CE1FE6D76CD5}"/>
              </a:ext>
            </a:extLst>
          </p:cNvPr>
          <p:cNvSpPr/>
          <p:nvPr/>
        </p:nvSpPr>
        <p:spPr>
          <a:xfrm>
            <a:off x="3581400" y="2114550"/>
            <a:ext cx="1809750" cy="685800"/>
          </a:xfrm>
          <a:custGeom>
            <a:avLst/>
            <a:gdLst>
              <a:gd name="connsiteX0" fmla="*/ 0 w 1809750"/>
              <a:gd name="connsiteY0" fmla="*/ 685800 h 685800"/>
              <a:gd name="connsiteX1" fmla="*/ 742950 w 1809750"/>
              <a:gd name="connsiteY1" fmla="*/ 628650 h 685800"/>
              <a:gd name="connsiteX2" fmla="*/ 1419225 w 1809750"/>
              <a:gd name="connsiteY2" fmla="*/ 438150 h 685800"/>
              <a:gd name="connsiteX3" fmla="*/ 1809750 w 1809750"/>
              <a:gd name="connsiteY3" fmla="*/ 0 h 685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809750" h="685800">
                <a:moveTo>
                  <a:pt x="0" y="685800"/>
                </a:moveTo>
                <a:cubicBezTo>
                  <a:pt x="253206" y="677862"/>
                  <a:pt x="506413" y="669925"/>
                  <a:pt x="742950" y="628650"/>
                </a:cubicBezTo>
                <a:cubicBezTo>
                  <a:pt x="979487" y="587375"/>
                  <a:pt x="1241425" y="542925"/>
                  <a:pt x="1419225" y="438150"/>
                </a:cubicBezTo>
                <a:cubicBezTo>
                  <a:pt x="1597025" y="333375"/>
                  <a:pt x="1703387" y="166687"/>
                  <a:pt x="1809750" y="0"/>
                </a:cubicBezTo>
              </a:path>
            </a:pathLst>
          </a:custGeom>
          <a:noFill/>
          <a:ln>
            <a:solidFill>
              <a:schemeClr val="accent6">
                <a:lumMod val="75000"/>
              </a:schemeClr>
            </a:solidFill>
            <a:headEnd type="triangl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pic>
        <p:nvPicPr>
          <p:cNvPr id="197" name="Picture 196">
            <a:extLst>
              <a:ext uri="{FF2B5EF4-FFF2-40B4-BE49-F238E27FC236}">
                <a16:creationId xmlns:a16="http://schemas.microsoft.com/office/drawing/2014/main" id="{BF8C6477-8249-04DD-8B54-88009381F086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590807" y="1385810"/>
            <a:ext cx="432460" cy="569026"/>
          </a:xfrm>
          <a:prstGeom prst="rect">
            <a:avLst/>
          </a:prstGeom>
        </p:spPr>
      </p:pic>
      <p:grpSp>
        <p:nvGrpSpPr>
          <p:cNvPr id="46" name="Group 45">
            <a:extLst>
              <a:ext uri="{FF2B5EF4-FFF2-40B4-BE49-F238E27FC236}">
                <a16:creationId xmlns:a16="http://schemas.microsoft.com/office/drawing/2014/main" id="{54528E78-DFA5-3E99-4C35-45F8EB69D8F3}"/>
              </a:ext>
            </a:extLst>
          </p:cNvPr>
          <p:cNvGrpSpPr/>
          <p:nvPr/>
        </p:nvGrpSpPr>
        <p:grpSpPr>
          <a:xfrm>
            <a:off x="7809040" y="580845"/>
            <a:ext cx="821464" cy="919480"/>
            <a:chOff x="7894810" y="1381253"/>
            <a:chExt cx="821464" cy="919480"/>
          </a:xfrm>
        </p:grpSpPr>
        <p:sp>
          <p:nvSpPr>
            <p:cNvPr id="48" name="Rectangle: Rounded Corners 47">
              <a:extLst>
                <a:ext uri="{FF2B5EF4-FFF2-40B4-BE49-F238E27FC236}">
                  <a16:creationId xmlns:a16="http://schemas.microsoft.com/office/drawing/2014/main" id="{935FCA84-9875-A97C-DFBF-5266633E9CC6}"/>
                </a:ext>
              </a:extLst>
            </p:cNvPr>
            <p:cNvSpPr/>
            <p:nvPr/>
          </p:nvSpPr>
          <p:spPr>
            <a:xfrm>
              <a:off x="7991089" y="1649591"/>
              <a:ext cx="628907" cy="628907"/>
            </a:xfrm>
            <a:prstGeom prst="roundRect">
              <a:avLst>
                <a:gd name="adj" fmla="val 8678"/>
              </a:avLst>
            </a:prstGeom>
            <a:solidFill>
              <a:schemeClr val="bg1"/>
            </a:solidFill>
            <a:ln w="28575">
              <a:solidFill>
                <a:srgbClr val="3963DA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srgbClr val="3963DA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F25A9850-07B7-E2E1-38B9-91B997DA8563}"/>
                </a:ext>
              </a:extLst>
            </p:cNvPr>
            <p:cNvSpPr txBox="1"/>
            <p:nvPr/>
          </p:nvSpPr>
          <p:spPr>
            <a:xfrm>
              <a:off x="7894810" y="1839068"/>
              <a:ext cx="821464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3963DA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Global Cache</a:t>
              </a:r>
            </a:p>
          </p:txBody>
        </p:sp>
        <p:grpSp>
          <p:nvGrpSpPr>
            <p:cNvPr id="195" name="Group 194">
              <a:extLst>
                <a:ext uri="{FF2B5EF4-FFF2-40B4-BE49-F238E27FC236}">
                  <a16:creationId xmlns:a16="http://schemas.microsoft.com/office/drawing/2014/main" id="{262432BC-B464-2737-B42B-5FF69B1111BC}"/>
                </a:ext>
              </a:extLst>
            </p:cNvPr>
            <p:cNvGrpSpPr/>
            <p:nvPr/>
          </p:nvGrpSpPr>
          <p:grpSpPr>
            <a:xfrm>
              <a:off x="8036660" y="1381253"/>
              <a:ext cx="537764" cy="547628"/>
              <a:chOff x="6976094" y="2574516"/>
              <a:chExt cx="664523" cy="676715"/>
            </a:xfrm>
          </p:grpSpPr>
          <p:pic>
            <p:nvPicPr>
              <p:cNvPr id="196" name="Picture 195">
                <a:extLst>
                  <a:ext uri="{FF2B5EF4-FFF2-40B4-BE49-F238E27FC236}">
                    <a16:creationId xmlns:a16="http://schemas.microsoft.com/office/drawing/2014/main" id="{909444E3-FDCA-0F5D-01AE-31DFE6803D8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6976094" y="2574516"/>
                <a:ext cx="664522" cy="676715"/>
              </a:xfrm>
              <a:prstGeom prst="rect">
                <a:avLst/>
              </a:prstGeom>
            </p:spPr>
          </p:pic>
          <p:pic>
            <p:nvPicPr>
              <p:cNvPr id="198" name="Picture 197">
                <a:extLst>
                  <a:ext uri="{FF2B5EF4-FFF2-40B4-BE49-F238E27FC236}">
                    <a16:creationId xmlns:a16="http://schemas.microsoft.com/office/drawing/2014/main" id="{C7530BEE-8FB2-AEF8-7CD0-0AF9B9F48EF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>
                <a:extLst>
                  <a:ext uri="{BEBA8EAE-BF5A-486C-A8C5-ECC9F3942E4B}">
                    <a14:imgProps xmlns:a14="http://schemas.microsoft.com/office/drawing/2010/main">
                      <a14:imgLayer r:embed="rId11">
                        <a14:imgEffect>
                          <a14:colorTemperature colorTemp="4700"/>
                        </a14:imgEffect>
                        <a14:imgEffect>
                          <a14:brightnessContrast bright="-20000" contrast="40000"/>
                        </a14:imgEffect>
                      </a14:imgLayer>
                    </a14:imgProps>
                  </a:ext>
                </a:extLst>
              </a:blip>
              <a:stretch>
                <a:fillRect/>
              </a:stretch>
            </p:blipFill>
            <p:spPr>
              <a:xfrm>
                <a:off x="7044932" y="2644373"/>
                <a:ext cx="526845" cy="528534"/>
              </a:xfrm>
              <a:prstGeom prst="ellipse">
                <a:avLst/>
              </a:prstGeom>
              <a:solidFill>
                <a:schemeClr val="bg1"/>
              </a:solidFill>
            </p:spPr>
          </p:pic>
          <p:pic>
            <p:nvPicPr>
              <p:cNvPr id="199" name="Picture 198">
                <a:extLst>
                  <a:ext uri="{FF2B5EF4-FFF2-40B4-BE49-F238E27FC236}">
                    <a16:creationId xmlns:a16="http://schemas.microsoft.com/office/drawing/2014/main" id="{536B7426-5CCF-8D2E-7E95-7E6611BE1C9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6976095" y="2574516"/>
                <a:ext cx="664522" cy="676715"/>
              </a:xfrm>
              <a:prstGeom prst="rect">
                <a:avLst/>
              </a:prstGeom>
            </p:spPr>
          </p:pic>
          <p:pic>
            <p:nvPicPr>
              <p:cNvPr id="200" name="Picture 199">
                <a:extLst>
                  <a:ext uri="{FF2B5EF4-FFF2-40B4-BE49-F238E27FC236}">
                    <a16:creationId xmlns:a16="http://schemas.microsoft.com/office/drawing/2014/main" id="{9AAE100C-0EDE-F5A8-251F-8D70A8E0FC8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>
                <a:extLst>
                  <a:ext uri="{BEBA8EAE-BF5A-486C-A8C5-ECC9F3942E4B}">
                    <a14:imgProps xmlns:a14="http://schemas.microsoft.com/office/drawing/2010/main">
                      <a14:imgLayer r:embed="rId11">
                        <a14:imgEffect>
                          <a14:colorTemperature colorTemp="4700"/>
                        </a14:imgEffect>
                        <a14:imgEffect>
                          <a14:brightnessContrast bright="-20000" contrast="40000"/>
                        </a14:imgEffect>
                      </a14:imgLayer>
                    </a14:imgProps>
                  </a:ext>
                </a:extLst>
              </a:blip>
              <a:stretch>
                <a:fillRect/>
              </a:stretch>
            </p:blipFill>
            <p:spPr>
              <a:xfrm>
                <a:off x="7064641" y="2664144"/>
                <a:ext cx="487430" cy="488992"/>
              </a:xfrm>
              <a:prstGeom prst="ellipse">
                <a:avLst/>
              </a:prstGeom>
              <a:solidFill>
                <a:schemeClr val="bg1"/>
              </a:solidFill>
            </p:spPr>
          </p:pic>
        </p:grpSp>
      </p:grpSp>
      <p:pic>
        <p:nvPicPr>
          <p:cNvPr id="204" name="Picture 203">
            <a:extLst>
              <a:ext uri="{FF2B5EF4-FFF2-40B4-BE49-F238E27FC236}">
                <a16:creationId xmlns:a16="http://schemas.microsoft.com/office/drawing/2014/main" id="{A76FD651-FC39-8372-AE7B-C47F36B00E3E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587713" y="863597"/>
            <a:ext cx="475706" cy="625929"/>
          </a:xfrm>
          <a:prstGeom prst="rect">
            <a:avLst/>
          </a:prstGeom>
        </p:spPr>
      </p:pic>
      <p:sp>
        <p:nvSpPr>
          <p:cNvPr id="208" name="Freeform: Shape 207">
            <a:extLst>
              <a:ext uri="{FF2B5EF4-FFF2-40B4-BE49-F238E27FC236}">
                <a16:creationId xmlns:a16="http://schemas.microsoft.com/office/drawing/2014/main" id="{5EE34E37-1100-F7CD-E357-5631466E222E}"/>
              </a:ext>
            </a:extLst>
          </p:cNvPr>
          <p:cNvSpPr/>
          <p:nvPr/>
        </p:nvSpPr>
        <p:spPr>
          <a:xfrm>
            <a:off x="5819775" y="1181100"/>
            <a:ext cx="2009775" cy="647700"/>
          </a:xfrm>
          <a:custGeom>
            <a:avLst/>
            <a:gdLst>
              <a:gd name="connsiteX0" fmla="*/ 2009775 w 2009775"/>
              <a:gd name="connsiteY0" fmla="*/ 0 h 647700"/>
              <a:gd name="connsiteX1" fmla="*/ 1266825 w 2009775"/>
              <a:gd name="connsiteY1" fmla="*/ 133350 h 647700"/>
              <a:gd name="connsiteX2" fmla="*/ 609600 w 2009775"/>
              <a:gd name="connsiteY2" fmla="*/ 542925 h 647700"/>
              <a:gd name="connsiteX3" fmla="*/ 0 w 2009775"/>
              <a:gd name="connsiteY3" fmla="*/ 647700 h 6477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009775" h="647700">
                <a:moveTo>
                  <a:pt x="2009775" y="0"/>
                </a:moveTo>
                <a:cubicBezTo>
                  <a:pt x="1754981" y="21431"/>
                  <a:pt x="1500187" y="42863"/>
                  <a:pt x="1266825" y="133350"/>
                </a:cubicBezTo>
                <a:cubicBezTo>
                  <a:pt x="1033463" y="223837"/>
                  <a:pt x="820737" y="457200"/>
                  <a:pt x="609600" y="542925"/>
                </a:cubicBezTo>
                <a:cubicBezTo>
                  <a:pt x="398462" y="628650"/>
                  <a:pt x="199231" y="638175"/>
                  <a:pt x="0" y="647700"/>
                </a:cubicBezTo>
              </a:path>
            </a:pathLst>
          </a:custGeom>
          <a:noFill/>
          <a:ln>
            <a:solidFill>
              <a:schemeClr val="accent6">
                <a:lumMod val="75000"/>
              </a:schemeClr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30" name="Freeform: Shape 229">
            <a:extLst>
              <a:ext uri="{FF2B5EF4-FFF2-40B4-BE49-F238E27FC236}">
                <a16:creationId xmlns:a16="http://schemas.microsoft.com/office/drawing/2014/main" id="{2A07CFDD-4A97-D1CC-923A-E8F1FCDE36CF}"/>
              </a:ext>
            </a:extLst>
          </p:cNvPr>
          <p:cNvSpPr/>
          <p:nvPr/>
        </p:nvSpPr>
        <p:spPr>
          <a:xfrm>
            <a:off x="3533775" y="851552"/>
            <a:ext cx="4238625" cy="1472548"/>
          </a:xfrm>
          <a:custGeom>
            <a:avLst/>
            <a:gdLst>
              <a:gd name="connsiteX0" fmla="*/ 4238625 w 4238625"/>
              <a:gd name="connsiteY0" fmla="*/ 72373 h 1472548"/>
              <a:gd name="connsiteX1" fmla="*/ 1657350 w 4238625"/>
              <a:gd name="connsiteY1" fmla="*/ 158098 h 1472548"/>
              <a:gd name="connsiteX2" fmla="*/ 0 w 4238625"/>
              <a:gd name="connsiteY2" fmla="*/ 1472548 h 14725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4238625" h="1472548">
                <a:moveTo>
                  <a:pt x="4238625" y="72373"/>
                </a:moveTo>
                <a:cubicBezTo>
                  <a:pt x="3301206" y="-1446"/>
                  <a:pt x="2363787" y="-75264"/>
                  <a:pt x="1657350" y="158098"/>
                </a:cubicBezTo>
                <a:cubicBezTo>
                  <a:pt x="950913" y="391460"/>
                  <a:pt x="475456" y="932004"/>
                  <a:pt x="0" y="1472548"/>
                </a:cubicBezTo>
              </a:path>
            </a:pathLst>
          </a:custGeom>
          <a:noFill/>
          <a:ln>
            <a:solidFill>
              <a:schemeClr val="accent2">
                <a:lumMod val="75000"/>
              </a:schemeClr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grpSp>
        <p:nvGrpSpPr>
          <p:cNvPr id="266" name="Group 265">
            <a:extLst>
              <a:ext uri="{FF2B5EF4-FFF2-40B4-BE49-F238E27FC236}">
                <a16:creationId xmlns:a16="http://schemas.microsoft.com/office/drawing/2014/main" id="{1488B364-65B4-15AF-993E-FCC0E84BC465}"/>
              </a:ext>
            </a:extLst>
          </p:cNvPr>
          <p:cNvGrpSpPr/>
          <p:nvPr/>
        </p:nvGrpSpPr>
        <p:grpSpPr>
          <a:xfrm>
            <a:off x="9106083" y="884873"/>
            <a:ext cx="1745352" cy="583376"/>
            <a:chOff x="9538950" y="2402423"/>
            <a:chExt cx="1745352" cy="583376"/>
          </a:xfrm>
        </p:grpSpPr>
        <p:pic>
          <p:nvPicPr>
            <p:cNvPr id="262" name="Picture 261">
              <a:extLst>
                <a:ext uri="{FF2B5EF4-FFF2-40B4-BE49-F238E27FC236}">
                  <a16:creationId xmlns:a16="http://schemas.microsoft.com/office/drawing/2014/main" id="{FA0EFD3B-A67B-286D-8020-E8EFC500B936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10866423" y="2402423"/>
              <a:ext cx="417879" cy="583376"/>
            </a:xfrm>
            <a:prstGeom prst="rect">
              <a:avLst/>
            </a:prstGeom>
          </p:spPr>
        </p:pic>
        <p:pic>
          <p:nvPicPr>
            <p:cNvPr id="263" name="Picture 262">
              <a:extLst>
                <a:ext uri="{FF2B5EF4-FFF2-40B4-BE49-F238E27FC236}">
                  <a16:creationId xmlns:a16="http://schemas.microsoft.com/office/drawing/2014/main" id="{2F58868E-184F-848A-AB5F-D4E58A815706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/>
            <a:stretch>
              <a:fillRect/>
            </a:stretch>
          </p:blipFill>
          <p:spPr>
            <a:xfrm>
              <a:off x="10423932" y="2402423"/>
              <a:ext cx="413742" cy="583376"/>
            </a:xfrm>
            <a:prstGeom prst="rect">
              <a:avLst/>
            </a:prstGeom>
          </p:spPr>
        </p:pic>
        <p:pic>
          <p:nvPicPr>
            <p:cNvPr id="264" name="Picture 263">
              <a:extLst>
                <a:ext uri="{FF2B5EF4-FFF2-40B4-BE49-F238E27FC236}">
                  <a16:creationId xmlns:a16="http://schemas.microsoft.com/office/drawing/2014/main" id="{533902D2-042F-455B-3D80-1D0B417B93FB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/>
            <a:stretch>
              <a:fillRect/>
            </a:stretch>
          </p:blipFill>
          <p:spPr>
            <a:xfrm>
              <a:off x="9981441" y="2402423"/>
              <a:ext cx="413742" cy="583376"/>
            </a:xfrm>
            <a:prstGeom prst="rect">
              <a:avLst/>
            </a:prstGeom>
          </p:spPr>
        </p:pic>
        <p:pic>
          <p:nvPicPr>
            <p:cNvPr id="265" name="Picture 264">
              <a:extLst>
                <a:ext uri="{FF2B5EF4-FFF2-40B4-BE49-F238E27FC236}">
                  <a16:creationId xmlns:a16="http://schemas.microsoft.com/office/drawing/2014/main" id="{E97F7C43-91D0-98A9-3314-E8C2F900B718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/>
            <a:stretch>
              <a:fillRect/>
            </a:stretch>
          </p:blipFill>
          <p:spPr>
            <a:xfrm>
              <a:off x="9538950" y="2402423"/>
              <a:ext cx="413742" cy="583376"/>
            </a:xfrm>
            <a:prstGeom prst="rect">
              <a:avLst/>
            </a:prstGeom>
          </p:spPr>
        </p:pic>
      </p:grpSp>
      <p:pic>
        <p:nvPicPr>
          <p:cNvPr id="267" name="Picture 266">
            <a:extLst>
              <a:ext uri="{FF2B5EF4-FFF2-40B4-BE49-F238E27FC236}">
                <a16:creationId xmlns:a16="http://schemas.microsoft.com/office/drawing/2014/main" id="{4F9957C9-8CEA-136E-9712-7F53CE9F7145}"/>
              </a:ext>
            </a:extLst>
          </p:cNvPr>
          <p:cNvPicPr>
            <a:picLocks noChangeAspect="1"/>
          </p:cNvPicPr>
          <p:nvPr/>
        </p:nvPicPr>
        <p:blipFill>
          <a:blip r:embed="rId9">
            <a:duotone>
              <a:prstClr val="black"/>
              <a:schemeClr val="accent4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8588284" y="863596"/>
            <a:ext cx="475706" cy="625929"/>
          </a:xfrm>
          <a:prstGeom prst="rect">
            <a:avLst/>
          </a:prstGeom>
        </p:spPr>
      </p:pic>
      <p:sp>
        <p:nvSpPr>
          <p:cNvPr id="270" name="Freeform: Shape 269">
            <a:extLst>
              <a:ext uri="{FF2B5EF4-FFF2-40B4-BE49-F238E27FC236}">
                <a16:creationId xmlns:a16="http://schemas.microsoft.com/office/drawing/2014/main" id="{D95472C7-5B16-BB4D-EC4F-CF0302677CFC}"/>
              </a:ext>
            </a:extLst>
          </p:cNvPr>
          <p:cNvSpPr/>
          <p:nvPr/>
        </p:nvSpPr>
        <p:spPr>
          <a:xfrm>
            <a:off x="8793957" y="858269"/>
            <a:ext cx="274934" cy="287724"/>
          </a:xfrm>
          <a:custGeom>
            <a:avLst/>
            <a:gdLst>
              <a:gd name="connsiteX0" fmla="*/ 0 w 267789"/>
              <a:gd name="connsiteY0" fmla="*/ 0 h 277586"/>
              <a:gd name="connsiteX1" fmla="*/ 267789 w 267789"/>
              <a:gd name="connsiteY1" fmla="*/ 277586 h 277586"/>
              <a:gd name="connsiteX2" fmla="*/ 267789 w 267789"/>
              <a:gd name="connsiteY2" fmla="*/ 117566 h 277586"/>
              <a:gd name="connsiteX3" fmla="*/ 146957 w 267789"/>
              <a:gd name="connsiteY3" fmla="*/ 6531 h 277586"/>
              <a:gd name="connsiteX4" fmla="*/ 0 w 267789"/>
              <a:gd name="connsiteY4" fmla="*/ 0 h 277586"/>
              <a:gd name="connsiteX0" fmla="*/ 0 w 267789"/>
              <a:gd name="connsiteY0" fmla="*/ 613 h 278199"/>
              <a:gd name="connsiteX1" fmla="*/ 267789 w 267789"/>
              <a:gd name="connsiteY1" fmla="*/ 278199 h 278199"/>
              <a:gd name="connsiteX2" fmla="*/ 267789 w 267789"/>
              <a:gd name="connsiteY2" fmla="*/ 118179 h 278199"/>
              <a:gd name="connsiteX3" fmla="*/ 156482 w 267789"/>
              <a:gd name="connsiteY3" fmla="*/ 0 h 278199"/>
              <a:gd name="connsiteX4" fmla="*/ 0 w 267789"/>
              <a:gd name="connsiteY4" fmla="*/ 613 h 278199"/>
              <a:gd name="connsiteX0" fmla="*/ 0 w 270171"/>
              <a:gd name="connsiteY0" fmla="*/ 5375 h 278199"/>
              <a:gd name="connsiteX1" fmla="*/ 270171 w 270171"/>
              <a:gd name="connsiteY1" fmla="*/ 278199 h 278199"/>
              <a:gd name="connsiteX2" fmla="*/ 270171 w 270171"/>
              <a:gd name="connsiteY2" fmla="*/ 118179 h 278199"/>
              <a:gd name="connsiteX3" fmla="*/ 158864 w 270171"/>
              <a:gd name="connsiteY3" fmla="*/ 0 h 278199"/>
              <a:gd name="connsiteX4" fmla="*/ 0 w 270171"/>
              <a:gd name="connsiteY4" fmla="*/ 5375 h 278199"/>
              <a:gd name="connsiteX0" fmla="*/ 0 w 270171"/>
              <a:gd name="connsiteY0" fmla="*/ 5375 h 266292"/>
              <a:gd name="connsiteX1" fmla="*/ 263028 w 270171"/>
              <a:gd name="connsiteY1" fmla="*/ 266292 h 266292"/>
              <a:gd name="connsiteX2" fmla="*/ 270171 w 270171"/>
              <a:gd name="connsiteY2" fmla="*/ 118179 h 266292"/>
              <a:gd name="connsiteX3" fmla="*/ 158864 w 270171"/>
              <a:gd name="connsiteY3" fmla="*/ 0 h 266292"/>
              <a:gd name="connsiteX4" fmla="*/ 0 w 270171"/>
              <a:gd name="connsiteY4" fmla="*/ 5375 h 266292"/>
              <a:gd name="connsiteX0" fmla="*/ 0 w 274934"/>
              <a:gd name="connsiteY0" fmla="*/ 5375 h 287724"/>
              <a:gd name="connsiteX1" fmla="*/ 274934 w 274934"/>
              <a:gd name="connsiteY1" fmla="*/ 287724 h 287724"/>
              <a:gd name="connsiteX2" fmla="*/ 270171 w 274934"/>
              <a:gd name="connsiteY2" fmla="*/ 118179 h 287724"/>
              <a:gd name="connsiteX3" fmla="*/ 158864 w 274934"/>
              <a:gd name="connsiteY3" fmla="*/ 0 h 287724"/>
              <a:gd name="connsiteX4" fmla="*/ 0 w 274934"/>
              <a:gd name="connsiteY4" fmla="*/ 5375 h 2877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4934" h="287724">
                <a:moveTo>
                  <a:pt x="0" y="5375"/>
                </a:moveTo>
                <a:lnTo>
                  <a:pt x="274934" y="287724"/>
                </a:lnTo>
                <a:lnTo>
                  <a:pt x="270171" y="118179"/>
                </a:lnTo>
                <a:lnTo>
                  <a:pt x="158864" y="0"/>
                </a:lnTo>
                <a:lnTo>
                  <a:pt x="0" y="5375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31" name="Freeform: Shape 230">
            <a:extLst>
              <a:ext uri="{FF2B5EF4-FFF2-40B4-BE49-F238E27FC236}">
                <a16:creationId xmlns:a16="http://schemas.microsoft.com/office/drawing/2014/main" id="{05675516-968D-44D5-A1B2-CBDE5BEB8BDF}"/>
              </a:ext>
            </a:extLst>
          </p:cNvPr>
          <p:cNvSpPr/>
          <p:nvPr/>
        </p:nvSpPr>
        <p:spPr>
          <a:xfrm>
            <a:off x="5799995" y="1077850"/>
            <a:ext cx="2009775" cy="647700"/>
          </a:xfrm>
          <a:custGeom>
            <a:avLst/>
            <a:gdLst>
              <a:gd name="connsiteX0" fmla="*/ 2009775 w 2009775"/>
              <a:gd name="connsiteY0" fmla="*/ 0 h 647700"/>
              <a:gd name="connsiteX1" fmla="*/ 1266825 w 2009775"/>
              <a:gd name="connsiteY1" fmla="*/ 133350 h 647700"/>
              <a:gd name="connsiteX2" fmla="*/ 609600 w 2009775"/>
              <a:gd name="connsiteY2" fmla="*/ 542925 h 647700"/>
              <a:gd name="connsiteX3" fmla="*/ 0 w 2009775"/>
              <a:gd name="connsiteY3" fmla="*/ 647700 h 6477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009775" h="647700">
                <a:moveTo>
                  <a:pt x="2009775" y="0"/>
                </a:moveTo>
                <a:cubicBezTo>
                  <a:pt x="1754981" y="21431"/>
                  <a:pt x="1500187" y="42863"/>
                  <a:pt x="1266825" y="133350"/>
                </a:cubicBezTo>
                <a:cubicBezTo>
                  <a:pt x="1033463" y="223837"/>
                  <a:pt x="820737" y="457200"/>
                  <a:pt x="609600" y="542925"/>
                </a:cubicBezTo>
                <a:cubicBezTo>
                  <a:pt x="398462" y="628650"/>
                  <a:pt x="199231" y="638175"/>
                  <a:pt x="0" y="647700"/>
                </a:cubicBezTo>
              </a:path>
            </a:pathLst>
          </a:custGeom>
          <a:noFill/>
          <a:ln>
            <a:solidFill>
              <a:schemeClr val="accent6">
                <a:lumMod val="75000"/>
              </a:schemeClr>
            </a:solidFill>
            <a:headEnd type="triangl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grpSp>
        <p:nvGrpSpPr>
          <p:cNvPr id="252" name="Group 251">
            <a:extLst>
              <a:ext uri="{FF2B5EF4-FFF2-40B4-BE49-F238E27FC236}">
                <a16:creationId xmlns:a16="http://schemas.microsoft.com/office/drawing/2014/main" id="{95ED1984-9FFF-5AB5-181F-25B01B631357}"/>
              </a:ext>
            </a:extLst>
          </p:cNvPr>
          <p:cNvGrpSpPr/>
          <p:nvPr/>
        </p:nvGrpSpPr>
        <p:grpSpPr>
          <a:xfrm>
            <a:off x="4589288" y="1373398"/>
            <a:ext cx="480439" cy="635200"/>
            <a:chOff x="6238875" y="2481185"/>
            <a:chExt cx="480439" cy="635200"/>
          </a:xfrm>
        </p:grpSpPr>
        <p:pic>
          <p:nvPicPr>
            <p:cNvPr id="232" name="Picture 231">
              <a:extLst>
                <a:ext uri="{FF2B5EF4-FFF2-40B4-BE49-F238E27FC236}">
                  <a16:creationId xmlns:a16="http://schemas.microsoft.com/office/drawing/2014/main" id="{B6A145A8-1969-027D-F828-2532A9211F04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duotone>
                <a:prstClr val="black"/>
                <a:schemeClr val="accent4">
                  <a:tint val="45000"/>
                  <a:satMod val="400000"/>
                </a:schemeClr>
              </a:duotone>
            </a:blip>
            <a:stretch>
              <a:fillRect/>
            </a:stretch>
          </p:blipFill>
          <p:spPr>
            <a:xfrm>
              <a:off x="6238875" y="2490456"/>
              <a:ext cx="475706" cy="625929"/>
            </a:xfrm>
            <a:prstGeom prst="rect">
              <a:avLst/>
            </a:prstGeom>
          </p:spPr>
        </p:pic>
        <p:sp>
          <p:nvSpPr>
            <p:cNvPr id="233" name="Freeform: Shape 232">
              <a:extLst>
                <a:ext uri="{FF2B5EF4-FFF2-40B4-BE49-F238E27FC236}">
                  <a16:creationId xmlns:a16="http://schemas.microsoft.com/office/drawing/2014/main" id="{879C0EBA-9CD7-34F9-A174-DC10F6842262}"/>
                </a:ext>
              </a:extLst>
            </p:cNvPr>
            <p:cNvSpPr/>
            <p:nvPr/>
          </p:nvSpPr>
          <p:spPr>
            <a:xfrm>
              <a:off x="6444380" y="2481185"/>
              <a:ext cx="274934" cy="287724"/>
            </a:xfrm>
            <a:custGeom>
              <a:avLst/>
              <a:gdLst>
                <a:gd name="connsiteX0" fmla="*/ 0 w 267789"/>
                <a:gd name="connsiteY0" fmla="*/ 0 h 277586"/>
                <a:gd name="connsiteX1" fmla="*/ 267789 w 267789"/>
                <a:gd name="connsiteY1" fmla="*/ 277586 h 277586"/>
                <a:gd name="connsiteX2" fmla="*/ 267789 w 267789"/>
                <a:gd name="connsiteY2" fmla="*/ 117566 h 277586"/>
                <a:gd name="connsiteX3" fmla="*/ 146957 w 267789"/>
                <a:gd name="connsiteY3" fmla="*/ 6531 h 277586"/>
                <a:gd name="connsiteX4" fmla="*/ 0 w 267789"/>
                <a:gd name="connsiteY4" fmla="*/ 0 h 277586"/>
                <a:gd name="connsiteX0" fmla="*/ 0 w 267789"/>
                <a:gd name="connsiteY0" fmla="*/ 613 h 278199"/>
                <a:gd name="connsiteX1" fmla="*/ 267789 w 267789"/>
                <a:gd name="connsiteY1" fmla="*/ 278199 h 278199"/>
                <a:gd name="connsiteX2" fmla="*/ 267789 w 267789"/>
                <a:gd name="connsiteY2" fmla="*/ 118179 h 278199"/>
                <a:gd name="connsiteX3" fmla="*/ 156482 w 267789"/>
                <a:gd name="connsiteY3" fmla="*/ 0 h 278199"/>
                <a:gd name="connsiteX4" fmla="*/ 0 w 267789"/>
                <a:gd name="connsiteY4" fmla="*/ 613 h 278199"/>
                <a:gd name="connsiteX0" fmla="*/ 0 w 270171"/>
                <a:gd name="connsiteY0" fmla="*/ 5375 h 278199"/>
                <a:gd name="connsiteX1" fmla="*/ 270171 w 270171"/>
                <a:gd name="connsiteY1" fmla="*/ 278199 h 278199"/>
                <a:gd name="connsiteX2" fmla="*/ 270171 w 270171"/>
                <a:gd name="connsiteY2" fmla="*/ 118179 h 278199"/>
                <a:gd name="connsiteX3" fmla="*/ 158864 w 270171"/>
                <a:gd name="connsiteY3" fmla="*/ 0 h 278199"/>
                <a:gd name="connsiteX4" fmla="*/ 0 w 270171"/>
                <a:gd name="connsiteY4" fmla="*/ 5375 h 278199"/>
                <a:gd name="connsiteX0" fmla="*/ 0 w 270171"/>
                <a:gd name="connsiteY0" fmla="*/ 5375 h 266292"/>
                <a:gd name="connsiteX1" fmla="*/ 263028 w 270171"/>
                <a:gd name="connsiteY1" fmla="*/ 266292 h 266292"/>
                <a:gd name="connsiteX2" fmla="*/ 270171 w 270171"/>
                <a:gd name="connsiteY2" fmla="*/ 118179 h 266292"/>
                <a:gd name="connsiteX3" fmla="*/ 158864 w 270171"/>
                <a:gd name="connsiteY3" fmla="*/ 0 h 266292"/>
                <a:gd name="connsiteX4" fmla="*/ 0 w 270171"/>
                <a:gd name="connsiteY4" fmla="*/ 5375 h 266292"/>
                <a:gd name="connsiteX0" fmla="*/ 0 w 274934"/>
                <a:gd name="connsiteY0" fmla="*/ 5375 h 287724"/>
                <a:gd name="connsiteX1" fmla="*/ 274934 w 274934"/>
                <a:gd name="connsiteY1" fmla="*/ 287724 h 287724"/>
                <a:gd name="connsiteX2" fmla="*/ 270171 w 274934"/>
                <a:gd name="connsiteY2" fmla="*/ 118179 h 287724"/>
                <a:gd name="connsiteX3" fmla="*/ 158864 w 274934"/>
                <a:gd name="connsiteY3" fmla="*/ 0 h 287724"/>
                <a:gd name="connsiteX4" fmla="*/ 0 w 274934"/>
                <a:gd name="connsiteY4" fmla="*/ 5375 h 2877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74934" h="287724">
                  <a:moveTo>
                    <a:pt x="0" y="5375"/>
                  </a:moveTo>
                  <a:lnTo>
                    <a:pt x="274934" y="287724"/>
                  </a:lnTo>
                  <a:lnTo>
                    <a:pt x="270171" y="118179"/>
                  </a:lnTo>
                  <a:lnTo>
                    <a:pt x="158864" y="0"/>
                  </a:lnTo>
                  <a:lnTo>
                    <a:pt x="0" y="5375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482D7082-62F9-F7E2-F816-B202B879FA0A}"/>
              </a:ext>
            </a:extLst>
          </p:cNvPr>
          <p:cNvGrpSpPr/>
          <p:nvPr/>
        </p:nvGrpSpPr>
        <p:grpSpPr>
          <a:xfrm>
            <a:off x="4975127" y="1161045"/>
            <a:ext cx="821464" cy="913071"/>
            <a:chOff x="8941274" y="4193447"/>
            <a:chExt cx="821464" cy="913071"/>
          </a:xfrm>
        </p:grpSpPr>
        <p:sp>
          <p:nvSpPr>
            <p:cNvPr id="18" name="Rectangle: Rounded Corners 17">
              <a:extLst>
                <a:ext uri="{FF2B5EF4-FFF2-40B4-BE49-F238E27FC236}">
                  <a16:creationId xmlns:a16="http://schemas.microsoft.com/office/drawing/2014/main" id="{AADF7526-4C55-0249-BBF0-28FE75652C8C}"/>
                </a:ext>
              </a:extLst>
            </p:cNvPr>
            <p:cNvSpPr/>
            <p:nvPr/>
          </p:nvSpPr>
          <p:spPr>
            <a:xfrm>
              <a:off x="9037553" y="4455376"/>
              <a:ext cx="628907" cy="628907"/>
            </a:xfrm>
            <a:prstGeom prst="roundRect">
              <a:avLst>
                <a:gd name="adj" fmla="val 8678"/>
              </a:avLst>
            </a:prstGeom>
            <a:solidFill>
              <a:schemeClr val="bg1"/>
            </a:solidFill>
            <a:ln w="28575">
              <a:solidFill>
                <a:srgbClr val="3963DA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srgbClr val="3963DA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C2E658A8-5F89-857D-D4DE-942DF78F6AE0}"/>
                </a:ext>
              </a:extLst>
            </p:cNvPr>
            <p:cNvSpPr txBox="1"/>
            <p:nvPr/>
          </p:nvSpPr>
          <p:spPr>
            <a:xfrm>
              <a:off x="8941274" y="4644853"/>
              <a:ext cx="821464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3963DA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Global Broker</a:t>
              </a:r>
            </a:p>
          </p:txBody>
        </p:sp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1DC15A8A-7703-0D4F-CDD6-5C93F5BB60DB}"/>
                </a:ext>
              </a:extLst>
            </p:cNvPr>
            <p:cNvGrpSpPr/>
            <p:nvPr/>
          </p:nvGrpSpPr>
          <p:grpSpPr>
            <a:xfrm>
              <a:off x="9094796" y="4193447"/>
              <a:ext cx="514420" cy="523858"/>
              <a:chOff x="6520709" y="4021299"/>
              <a:chExt cx="664522" cy="676715"/>
            </a:xfrm>
          </p:grpSpPr>
          <p:pic>
            <p:nvPicPr>
              <p:cNvPr id="21" name="Picture 20">
                <a:extLst>
                  <a:ext uri="{FF2B5EF4-FFF2-40B4-BE49-F238E27FC236}">
                    <a16:creationId xmlns:a16="http://schemas.microsoft.com/office/drawing/2014/main" id="{441A433B-1938-BA94-2C57-453374F1EAA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6520709" y="4021299"/>
                <a:ext cx="664522" cy="676715"/>
              </a:xfrm>
              <a:prstGeom prst="rect">
                <a:avLst/>
              </a:prstGeom>
            </p:spPr>
          </p:pic>
          <p:sp>
            <p:nvSpPr>
              <p:cNvPr id="22" name="Oval 21">
                <a:extLst>
                  <a:ext uri="{FF2B5EF4-FFF2-40B4-BE49-F238E27FC236}">
                    <a16:creationId xmlns:a16="http://schemas.microsoft.com/office/drawing/2014/main" id="{752B77E7-646A-1DE2-B2BD-880CA9540A16}"/>
                  </a:ext>
                </a:extLst>
              </p:cNvPr>
              <p:cNvSpPr/>
              <p:nvPr/>
            </p:nvSpPr>
            <p:spPr>
              <a:xfrm>
                <a:off x="6610176" y="4113239"/>
                <a:ext cx="485588" cy="485586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pic>
            <p:nvPicPr>
              <p:cNvPr id="25" name="Picture 24">
                <a:extLst>
                  <a:ext uri="{FF2B5EF4-FFF2-40B4-BE49-F238E27FC236}">
                    <a16:creationId xmlns:a16="http://schemas.microsoft.com/office/drawing/2014/main" id="{B36FEB73-3EB1-299E-F188-C44C1EA403B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6647343" y="4147676"/>
                <a:ext cx="424360" cy="387637"/>
              </a:xfrm>
              <a:prstGeom prst="rect">
                <a:avLst/>
              </a:prstGeom>
            </p:spPr>
          </p:pic>
        </p:grpSp>
      </p:grpSp>
      <p:grpSp>
        <p:nvGrpSpPr>
          <p:cNvPr id="253" name="Group 252">
            <a:extLst>
              <a:ext uri="{FF2B5EF4-FFF2-40B4-BE49-F238E27FC236}">
                <a16:creationId xmlns:a16="http://schemas.microsoft.com/office/drawing/2014/main" id="{8CD1F650-F0FF-86E3-67B5-30DA13F60CCE}"/>
              </a:ext>
            </a:extLst>
          </p:cNvPr>
          <p:cNvGrpSpPr/>
          <p:nvPr/>
        </p:nvGrpSpPr>
        <p:grpSpPr>
          <a:xfrm>
            <a:off x="11164420" y="3622704"/>
            <a:ext cx="970364" cy="1164438"/>
            <a:chOff x="10835927" y="2405227"/>
            <a:chExt cx="970364" cy="1164438"/>
          </a:xfrm>
        </p:grpSpPr>
        <p:pic>
          <p:nvPicPr>
            <p:cNvPr id="254" name="Picture 253">
              <a:extLst>
                <a:ext uri="{FF2B5EF4-FFF2-40B4-BE49-F238E27FC236}">
                  <a16:creationId xmlns:a16="http://schemas.microsoft.com/office/drawing/2014/main" id="{3DBC1208-51E3-E6E1-CE83-5F220CC03F16}"/>
                </a:ext>
              </a:extLst>
            </p:cNvPr>
            <p:cNvPicPr>
              <a:picLocks noChangeAspect="1"/>
            </p:cNvPicPr>
            <p:nvPr/>
          </p:nvPicPr>
          <p:blipFill>
            <a:blip r:embed="rId17"/>
            <a:stretch>
              <a:fillRect/>
            </a:stretch>
          </p:blipFill>
          <p:spPr>
            <a:xfrm>
              <a:off x="10835927" y="2405227"/>
              <a:ext cx="970364" cy="1164438"/>
            </a:xfrm>
            <a:prstGeom prst="rect">
              <a:avLst/>
            </a:prstGeom>
          </p:spPr>
        </p:pic>
        <p:pic>
          <p:nvPicPr>
            <p:cNvPr id="255" name="Picture 254" descr="Space4Water Portal">
              <a:extLst>
                <a:ext uri="{FF2B5EF4-FFF2-40B4-BE49-F238E27FC236}">
                  <a16:creationId xmlns:a16="http://schemas.microsoft.com/office/drawing/2014/main" id="{87657F4C-7A16-9748-88EE-52BF705AB107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1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555" t="31422" r="63711" b="36133"/>
            <a:stretch/>
          </p:blipFill>
          <p:spPr bwMode="auto">
            <a:xfrm rot="21430420">
              <a:off x="11363402" y="3178637"/>
              <a:ext cx="143756" cy="15176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268" name="Group 267">
            <a:extLst>
              <a:ext uri="{FF2B5EF4-FFF2-40B4-BE49-F238E27FC236}">
                <a16:creationId xmlns:a16="http://schemas.microsoft.com/office/drawing/2014/main" id="{7FB55571-4976-A8D2-429D-29D6271F1F77}"/>
              </a:ext>
            </a:extLst>
          </p:cNvPr>
          <p:cNvGrpSpPr/>
          <p:nvPr/>
        </p:nvGrpSpPr>
        <p:grpSpPr>
          <a:xfrm>
            <a:off x="3037962" y="3568446"/>
            <a:ext cx="8224599" cy="2603109"/>
            <a:chOff x="3037962" y="3577971"/>
            <a:chExt cx="8224599" cy="2603109"/>
          </a:xfrm>
        </p:grpSpPr>
        <p:grpSp>
          <p:nvGrpSpPr>
            <p:cNvPr id="269" name="Group 268">
              <a:extLst>
                <a:ext uri="{FF2B5EF4-FFF2-40B4-BE49-F238E27FC236}">
                  <a16:creationId xmlns:a16="http://schemas.microsoft.com/office/drawing/2014/main" id="{8FDD56DB-D454-2CA5-878F-8B229E28C568}"/>
                </a:ext>
              </a:extLst>
            </p:cNvPr>
            <p:cNvGrpSpPr/>
            <p:nvPr/>
          </p:nvGrpSpPr>
          <p:grpSpPr>
            <a:xfrm>
              <a:off x="4281843" y="4427055"/>
              <a:ext cx="628907" cy="628907"/>
              <a:chOff x="2867802" y="3950805"/>
              <a:chExt cx="628907" cy="628907"/>
            </a:xfrm>
          </p:grpSpPr>
          <p:sp>
            <p:nvSpPr>
              <p:cNvPr id="296" name="Oval 295">
                <a:extLst>
                  <a:ext uri="{FF2B5EF4-FFF2-40B4-BE49-F238E27FC236}">
                    <a16:creationId xmlns:a16="http://schemas.microsoft.com/office/drawing/2014/main" id="{83F131E4-BC9A-A280-1374-6CC1AEE0400A}"/>
                  </a:ext>
                </a:extLst>
              </p:cNvPr>
              <p:cNvSpPr/>
              <p:nvPr/>
            </p:nvSpPr>
            <p:spPr>
              <a:xfrm>
                <a:off x="2867802" y="3950805"/>
                <a:ext cx="628907" cy="628907"/>
              </a:xfrm>
              <a:prstGeom prst="ellipse">
                <a:avLst/>
              </a:prstGeom>
              <a:solidFill>
                <a:schemeClr val="bg1"/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297" name="TextBox 296">
                <a:extLst>
                  <a:ext uri="{FF2B5EF4-FFF2-40B4-BE49-F238E27FC236}">
                    <a16:creationId xmlns:a16="http://schemas.microsoft.com/office/drawing/2014/main" id="{DE424A36-52E3-12B3-6C1B-EE679CF25E82}"/>
                  </a:ext>
                </a:extLst>
              </p:cNvPr>
              <p:cNvSpPr txBox="1"/>
              <p:nvPr/>
            </p:nvSpPr>
            <p:spPr>
              <a:xfrm>
                <a:off x="2949594" y="4126758"/>
                <a:ext cx="465322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2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ptos" panose="020B0004020202020204" pitchFamily="34" charset="0"/>
                    <a:ea typeface="+mn-ea"/>
                    <a:cs typeface="Arial" panose="020B0604020202020204" pitchFamily="34" charset="0"/>
                  </a:rPr>
                  <a:t>RTH</a:t>
                </a:r>
              </a:p>
            </p:txBody>
          </p:sp>
        </p:grpSp>
        <p:cxnSp>
          <p:nvCxnSpPr>
            <p:cNvPr id="271" name="Straight Arrow Connector 270">
              <a:extLst>
                <a:ext uri="{FF2B5EF4-FFF2-40B4-BE49-F238E27FC236}">
                  <a16:creationId xmlns:a16="http://schemas.microsoft.com/office/drawing/2014/main" id="{109D806D-39E8-5C0A-AB1A-275AA9C4694A}"/>
                </a:ext>
              </a:extLst>
            </p:cNvPr>
            <p:cNvCxnSpPr>
              <a:cxnSpLocks/>
            </p:cNvCxnSpPr>
            <p:nvPr/>
          </p:nvCxnSpPr>
          <p:spPr>
            <a:xfrm>
              <a:off x="3037962" y="4315266"/>
              <a:ext cx="1175587" cy="306792"/>
            </a:xfrm>
            <a:prstGeom prst="straightConnector1">
              <a:avLst/>
            </a:prstGeom>
            <a:ln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72" name="Group 271">
              <a:extLst>
                <a:ext uri="{FF2B5EF4-FFF2-40B4-BE49-F238E27FC236}">
                  <a16:creationId xmlns:a16="http://schemas.microsoft.com/office/drawing/2014/main" id="{D9625CA0-E5EA-F736-1F60-D66DA0BBCAE9}"/>
                </a:ext>
              </a:extLst>
            </p:cNvPr>
            <p:cNvGrpSpPr/>
            <p:nvPr/>
          </p:nvGrpSpPr>
          <p:grpSpPr>
            <a:xfrm>
              <a:off x="6188224" y="3577971"/>
              <a:ext cx="628907" cy="628907"/>
              <a:chOff x="2867802" y="3950805"/>
              <a:chExt cx="628907" cy="628907"/>
            </a:xfrm>
          </p:grpSpPr>
          <p:sp>
            <p:nvSpPr>
              <p:cNvPr id="294" name="Oval 293">
                <a:extLst>
                  <a:ext uri="{FF2B5EF4-FFF2-40B4-BE49-F238E27FC236}">
                    <a16:creationId xmlns:a16="http://schemas.microsoft.com/office/drawing/2014/main" id="{2377C075-0423-9E57-6E18-AF3F96C4CFF6}"/>
                  </a:ext>
                </a:extLst>
              </p:cNvPr>
              <p:cNvSpPr/>
              <p:nvPr/>
            </p:nvSpPr>
            <p:spPr>
              <a:xfrm>
                <a:off x="2867802" y="3950805"/>
                <a:ext cx="628907" cy="628907"/>
              </a:xfrm>
              <a:prstGeom prst="ellipse">
                <a:avLst/>
              </a:prstGeom>
              <a:solidFill>
                <a:schemeClr val="bg1"/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295" name="TextBox 294">
                <a:extLst>
                  <a:ext uri="{FF2B5EF4-FFF2-40B4-BE49-F238E27FC236}">
                    <a16:creationId xmlns:a16="http://schemas.microsoft.com/office/drawing/2014/main" id="{1401A440-CE95-2783-1AE5-A7AA72F5D288}"/>
                  </a:ext>
                </a:extLst>
              </p:cNvPr>
              <p:cNvSpPr txBox="1"/>
              <p:nvPr/>
            </p:nvSpPr>
            <p:spPr>
              <a:xfrm>
                <a:off x="2949594" y="4068702"/>
                <a:ext cx="465322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2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ptos" panose="020B0004020202020204" pitchFamily="34" charset="0"/>
                    <a:ea typeface="+mn-ea"/>
                    <a:cs typeface="Arial" panose="020B0604020202020204" pitchFamily="34" charset="0"/>
                  </a:rPr>
                  <a:t>RTH</a:t>
                </a:r>
              </a:p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8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ptos" panose="020B0004020202020204" pitchFamily="34" charset="0"/>
                    <a:ea typeface="+mn-ea"/>
                    <a:cs typeface="Arial" panose="020B0604020202020204" pitchFamily="34" charset="0"/>
                  </a:rPr>
                  <a:t>Exeter</a:t>
                </a:r>
              </a:p>
            </p:txBody>
          </p:sp>
        </p:grpSp>
        <p:grpSp>
          <p:nvGrpSpPr>
            <p:cNvPr id="273" name="Group 272">
              <a:extLst>
                <a:ext uri="{FF2B5EF4-FFF2-40B4-BE49-F238E27FC236}">
                  <a16:creationId xmlns:a16="http://schemas.microsoft.com/office/drawing/2014/main" id="{5F54D1AB-4319-8402-B087-C7523F873641}"/>
                </a:ext>
              </a:extLst>
            </p:cNvPr>
            <p:cNvGrpSpPr/>
            <p:nvPr/>
          </p:nvGrpSpPr>
          <p:grpSpPr>
            <a:xfrm>
              <a:off x="9293175" y="3577971"/>
              <a:ext cx="628907" cy="628907"/>
              <a:chOff x="2867802" y="3950805"/>
              <a:chExt cx="628907" cy="628907"/>
            </a:xfrm>
          </p:grpSpPr>
          <p:sp>
            <p:nvSpPr>
              <p:cNvPr id="292" name="Oval 291">
                <a:extLst>
                  <a:ext uri="{FF2B5EF4-FFF2-40B4-BE49-F238E27FC236}">
                    <a16:creationId xmlns:a16="http://schemas.microsoft.com/office/drawing/2014/main" id="{0C31504B-555C-1CF3-1DB1-45557ACA7017}"/>
                  </a:ext>
                </a:extLst>
              </p:cNvPr>
              <p:cNvSpPr/>
              <p:nvPr/>
            </p:nvSpPr>
            <p:spPr>
              <a:xfrm>
                <a:off x="2867802" y="3950805"/>
                <a:ext cx="628907" cy="628907"/>
              </a:xfrm>
              <a:prstGeom prst="ellipse">
                <a:avLst/>
              </a:prstGeom>
              <a:solidFill>
                <a:schemeClr val="bg1"/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293" name="TextBox 292">
                <a:extLst>
                  <a:ext uri="{FF2B5EF4-FFF2-40B4-BE49-F238E27FC236}">
                    <a16:creationId xmlns:a16="http://schemas.microsoft.com/office/drawing/2014/main" id="{33B07FE3-E4C5-1FF7-BDF0-1D0913F8A296}"/>
                  </a:ext>
                </a:extLst>
              </p:cNvPr>
              <p:cNvSpPr txBox="1"/>
              <p:nvPr/>
            </p:nvSpPr>
            <p:spPr>
              <a:xfrm>
                <a:off x="2932200" y="4068702"/>
                <a:ext cx="500110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2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ptos" panose="020B0004020202020204" pitchFamily="34" charset="0"/>
                    <a:ea typeface="+mn-ea"/>
                    <a:cs typeface="Arial" panose="020B0604020202020204" pitchFamily="34" charset="0"/>
                  </a:rPr>
                  <a:t>RTH</a:t>
                </a:r>
              </a:p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8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ptos" panose="020B0004020202020204" pitchFamily="34" charset="0"/>
                    <a:ea typeface="+mn-ea"/>
                    <a:cs typeface="Arial" panose="020B0604020202020204" pitchFamily="34" charset="0"/>
                  </a:rPr>
                  <a:t>Beijing</a:t>
                </a:r>
                <a:endParaRPr kumimoji="0" lang="en-GB" sz="7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0B0004020202020204" pitchFamily="34" charset="0"/>
                  <a:ea typeface="+mn-ea"/>
                  <a:cs typeface="Arial" panose="020B0604020202020204" pitchFamily="34" charset="0"/>
                </a:endParaRPr>
              </a:p>
            </p:txBody>
          </p:sp>
        </p:grpSp>
        <p:grpSp>
          <p:nvGrpSpPr>
            <p:cNvPr id="274" name="Group 273">
              <a:extLst>
                <a:ext uri="{FF2B5EF4-FFF2-40B4-BE49-F238E27FC236}">
                  <a16:creationId xmlns:a16="http://schemas.microsoft.com/office/drawing/2014/main" id="{2947ABD0-6B2D-10C1-D108-4CC2FFF64BD3}"/>
                </a:ext>
              </a:extLst>
            </p:cNvPr>
            <p:cNvGrpSpPr/>
            <p:nvPr/>
          </p:nvGrpSpPr>
          <p:grpSpPr>
            <a:xfrm>
              <a:off x="6521485" y="5413675"/>
              <a:ext cx="628907" cy="628907"/>
              <a:chOff x="2867802" y="3950805"/>
              <a:chExt cx="628907" cy="628907"/>
            </a:xfrm>
          </p:grpSpPr>
          <p:sp>
            <p:nvSpPr>
              <p:cNvPr id="290" name="Oval 289">
                <a:extLst>
                  <a:ext uri="{FF2B5EF4-FFF2-40B4-BE49-F238E27FC236}">
                    <a16:creationId xmlns:a16="http://schemas.microsoft.com/office/drawing/2014/main" id="{3B9E65E9-1B54-C844-9634-86F5899667AA}"/>
                  </a:ext>
                </a:extLst>
              </p:cNvPr>
              <p:cNvSpPr/>
              <p:nvPr/>
            </p:nvSpPr>
            <p:spPr>
              <a:xfrm>
                <a:off x="2867802" y="3950805"/>
                <a:ext cx="628907" cy="628907"/>
              </a:xfrm>
              <a:prstGeom prst="ellipse">
                <a:avLst/>
              </a:prstGeom>
              <a:solidFill>
                <a:schemeClr val="bg1"/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>
                      <a:lumMod val="65000"/>
                    </a:prstClr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291" name="TextBox 290">
                <a:extLst>
                  <a:ext uri="{FF2B5EF4-FFF2-40B4-BE49-F238E27FC236}">
                    <a16:creationId xmlns:a16="http://schemas.microsoft.com/office/drawing/2014/main" id="{630AE341-068A-0591-6A36-32D2CFB43E13}"/>
                  </a:ext>
                </a:extLst>
              </p:cNvPr>
              <p:cNvSpPr txBox="1"/>
              <p:nvPr/>
            </p:nvSpPr>
            <p:spPr>
              <a:xfrm>
                <a:off x="2949594" y="4126758"/>
                <a:ext cx="465322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2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ptos" panose="020B0004020202020204" pitchFamily="34" charset="0"/>
                    <a:ea typeface="+mn-ea"/>
                    <a:cs typeface="Arial" panose="020B0604020202020204" pitchFamily="34" charset="0"/>
                  </a:rPr>
                  <a:t>RTH</a:t>
                </a:r>
              </a:p>
            </p:txBody>
          </p:sp>
        </p:grpSp>
        <p:grpSp>
          <p:nvGrpSpPr>
            <p:cNvPr id="275" name="Group 274">
              <a:extLst>
                <a:ext uri="{FF2B5EF4-FFF2-40B4-BE49-F238E27FC236}">
                  <a16:creationId xmlns:a16="http://schemas.microsoft.com/office/drawing/2014/main" id="{3728D555-F9C8-6FE4-E975-9C45B69B6B4C}"/>
                </a:ext>
              </a:extLst>
            </p:cNvPr>
            <p:cNvGrpSpPr/>
            <p:nvPr/>
          </p:nvGrpSpPr>
          <p:grpSpPr>
            <a:xfrm>
              <a:off x="8862418" y="5165872"/>
              <a:ext cx="628907" cy="628907"/>
              <a:chOff x="2867802" y="3950805"/>
              <a:chExt cx="628907" cy="628907"/>
            </a:xfrm>
          </p:grpSpPr>
          <p:sp>
            <p:nvSpPr>
              <p:cNvPr id="288" name="Oval 287">
                <a:extLst>
                  <a:ext uri="{FF2B5EF4-FFF2-40B4-BE49-F238E27FC236}">
                    <a16:creationId xmlns:a16="http://schemas.microsoft.com/office/drawing/2014/main" id="{9A47A313-3C81-4E48-1A6A-32116DC8E495}"/>
                  </a:ext>
                </a:extLst>
              </p:cNvPr>
              <p:cNvSpPr/>
              <p:nvPr/>
            </p:nvSpPr>
            <p:spPr>
              <a:xfrm>
                <a:off x="2867802" y="3950805"/>
                <a:ext cx="628907" cy="628907"/>
              </a:xfrm>
              <a:prstGeom prst="ellipse">
                <a:avLst/>
              </a:prstGeom>
              <a:solidFill>
                <a:schemeClr val="bg1"/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>
                      <a:lumMod val="65000"/>
                    </a:prstClr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289" name="TextBox 288">
                <a:extLst>
                  <a:ext uri="{FF2B5EF4-FFF2-40B4-BE49-F238E27FC236}">
                    <a16:creationId xmlns:a16="http://schemas.microsoft.com/office/drawing/2014/main" id="{80C3F304-788B-2D4C-E4DE-4D6B02F9FEB1}"/>
                  </a:ext>
                </a:extLst>
              </p:cNvPr>
              <p:cNvSpPr txBox="1"/>
              <p:nvPr/>
            </p:nvSpPr>
            <p:spPr>
              <a:xfrm>
                <a:off x="2949594" y="4126758"/>
                <a:ext cx="465322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2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ptos" panose="020B0004020202020204" pitchFamily="34" charset="0"/>
                    <a:ea typeface="+mn-ea"/>
                    <a:cs typeface="Arial" panose="020B0604020202020204" pitchFamily="34" charset="0"/>
                  </a:rPr>
                  <a:t>RTH</a:t>
                </a:r>
              </a:p>
            </p:txBody>
          </p:sp>
        </p:grpSp>
        <p:grpSp>
          <p:nvGrpSpPr>
            <p:cNvPr id="276" name="Group 275">
              <a:extLst>
                <a:ext uri="{FF2B5EF4-FFF2-40B4-BE49-F238E27FC236}">
                  <a16:creationId xmlns:a16="http://schemas.microsoft.com/office/drawing/2014/main" id="{952ED576-9264-01C9-87A7-6B8F82D1CEB2}"/>
                </a:ext>
              </a:extLst>
            </p:cNvPr>
            <p:cNvGrpSpPr/>
            <p:nvPr/>
          </p:nvGrpSpPr>
          <p:grpSpPr>
            <a:xfrm>
              <a:off x="7543240" y="4536965"/>
              <a:ext cx="628907" cy="628907"/>
              <a:chOff x="2867802" y="3950805"/>
              <a:chExt cx="628907" cy="628907"/>
            </a:xfrm>
          </p:grpSpPr>
          <p:sp>
            <p:nvSpPr>
              <p:cNvPr id="286" name="Oval 285">
                <a:extLst>
                  <a:ext uri="{FF2B5EF4-FFF2-40B4-BE49-F238E27FC236}">
                    <a16:creationId xmlns:a16="http://schemas.microsoft.com/office/drawing/2014/main" id="{9376FA7E-2972-38AE-CDCE-8DF840F2606D}"/>
                  </a:ext>
                </a:extLst>
              </p:cNvPr>
              <p:cNvSpPr/>
              <p:nvPr/>
            </p:nvSpPr>
            <p:spPr>
              <a:xfrm>
                <a:off x="2867802" y="3950805"/>
                <a:ext cx="628907" cy="628907"/>
              </a:xfrm>
              <a:prstGeom prst="ellipse">
                <a:avLst/>
              </a:prstGeom>
              <a:solidFill>
                <a:schemeClr val="bg1"/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>
                      <a:lumMod val="65000"/>
                    </a:prstClr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287" name="TextBox 286">
                <a:extLst>
                  <a:ext uri="{FF2B5EF4-FFF2-40B4-BE49-F238E27FC236}">
                    <a16:creationId xmlns:a16="http://schemas.microsoft.com/office/drawing/2014/main" id="{09ECF5DB-D701-F475-2104-330DB2402CA2}"/>
                  </a:ext>
                </a:extLst>
              </p:cNvPr>
              <p:cNvSpPr txBox="1"/>
              <p:nvPr/>
            </p:nvSpPr>
            <p:spPr>
              <a:xfrm>
                <a:off x="2949594" y="4126758"/>
                <a:ext cx="465322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2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ptos" panose="020B0004020202020204" pitchFamily="34" charset="0"/>
                    <a:ea typeface="+mn-ea"/>
                    <a:cs typeface="Arial" panose="020B0604020202020204" pitchFamily="34" charset="0"/>
                  </a:rPr>
                  <a:t>RTH</a:t>
                </a:r>
              </a:p>
            </p:txBody>
          </p:sp>
        </p:grpSp>
        <p:cxnSp>
          <p:nvCxnSpPr>
            <p:cNvPr id="277" name="Straight Arrow Connector 276">
              <a:extLst>
                <a:ext uri="{FF2B5EF4-FFF2-40B4-BE49-F238E27FC236}">
                  <a16:creationId xmlns:a16="http://schemas.microsoft.com/office/drawing/2014/main" id="{D5A9B1D3-A5C1-6486-3315-889F0B60259C}"/>
                </a:ext>
              </a:extLst>
            </p:cNvPr>
            <p:cNvCxnSpPr>
              <a:cxnSpLocks/>
            </p:cNvCxnSpPr>
            <p:nvPr/>
          </p:nvCxnSpPr>
          <p:spPr>
            <a:xfrm>
              <a:off x="4975127" y="4870482"/>
              <a:ext cx="1508258" cy="709621"/>
            </a:xfrm>
            <a:prstGeom prst="straightConnector1">
              <a:avLst/>
            </a:prstGeom>
            <a:ln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8" name="Straight Arrow Connector 277">
              <a:extLst>
                <a:ext uri="{FF2B5EF4-FFF2-40B4-BE49-F238E27FC236}">
                  <a16:creationId xmlns:a16="http://schemas.microsoft.com/office/drawing/2014/main" id="{5DCE31AD-39B8-3A0A-0B9C-84392522173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948850" y="3983610"/>
              <a:ext cx="1143095" cy="575843"/>
            </a:xfrm>
            <a:prstGeom prst="straightConnector1">
              <a:avLst/>
            </a:prstGeom>
            <a:ln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9" name="Straight Arrow Connector 278">
              <a:extLst>
                <a:ext uri="{FF2B5EF4-FFF2-40B4-BE49-F238E27FC236}">
                  <a16:creationId xmlns:a16="http://schemas.microsoft.com/office/drawing/2014/main" id="{52F75873-432C-555F-500E-D70A0C87322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123124" y="5120144"/>
              <a:ext cx="428025" cy="331605"/>
            </a:xfrm>
            <a:prstGeom prst="straightConnector1">
              <a:avLst/>
            </a:prstGeom>
            <a:ln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0" name="Straight Arrow Connector 279">
              <a:extLst>
                <a:ext uri="{FF2B5EF4-FFF2-40B4-BE49-F238E27FC236}">
                  <a16:creationId xmlns:a16="http://schemas.microsoft.com/office/drawing/2014/main" id="{F5692BD6-5F8C-19D1-8D0E-734DC246AA2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172147" y="4092067"/>
              <a:ext cx="1121028" cy="549041"/>
            </a:xfrm>
            <a:prstGeom prst="straightConnector1">
              <a:avLst/>
            </a:prstGeom>
            <a:ln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1" name="Straight Arrow Connector 280">
              <a:extLst>
                <a:ext uri="{FF2B5EF4-FFF2-40B4-BE49-F238E27FC236}">
                  <a16:creationId xmlns:a16="http://schemas.microsoft.com/office/drawing/2014/main" id="{DDE99AA1-F57E-F02B-989D-804033106514}"/>
                </a:ext>
              </a:extLst>
            </p:cNvPr>
            <p:cNvCxnSpPr>
              <a:cxnSpLocks/>
            </p:cNvCxnSpPr>
            <p:nvPr/>
          </p:nvCxnSpPr>
          <p:spPr>
            <a:xfrm>
              <a:off x="8191197" y="5026609"/>
              <a:ext cx="652171" cy="305691"/>
            </a:xfrm>
            <a:prstGeom prst="straightConnector1">
              <a:avLst/>
            </a:prstGeom>
            <a:ln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2" name="Straight Arrow Connector 281">
              <a:extLst>
                <a:ext uri="{FF2B5EF4-FFF2-40B4-BE49-F238E27FC236}">
                  <a16:creationId xmlns:a16="http://schemas.microsoft.com/office/drawing/2014/main" id="{96470695-8374-45F2-1113-20D0359BFE0A}"/>
                </a:ext>
              </a:extLst>
            </p:cNvPr>
            <p:cNvCxnSpPr>
              <a:cxnSpLocks/>
            </p:cNvCxnSpPr>
            <p:nvPr/>
          </p:nvCxnSpPr>
          <p:spPr>
            <a:xfrm>
              <a:off x="9538950" y="5570578"/>
              <a:ext cx="981544" cy="276999"/>
            </a:xfrm>
            <a:prstGeom prst="straightConnector1">
              <a:avLst/>
            </a:prstGeom>
            <a:ln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83" name="Group 282">
              <a:extLst>
                <a:ext uri="{FF2B5EF4-FFF2-40B4-BE49-F238E27FC236}">
                  <a16:creationId xmlns:a16="http://schemas.microsoft.com/office/drawing/2014/main" id="{C829C954-BDB0-D5A1-2B0D-68161AF44705}"/>
                </a:ext>
              </a:extLst>
            </p:cNvPr>
            <p:cNvGrpSpPr/>
            <p:nvPr/>
          </p:nvGrpSpPr>
          <p:grpSpPr>
            <a:xfrm>
              <a:off x="10510969" y="5552173"/>
              <a:ext cx="751592" cy="628907"/>
              <a:chOff x="10510969" y="5552173"/>
              <a:chExt cx="751592" cy="628907"/>
            </a:xfrm>
          </p:grpSpPr>
          <p:sp>
            <p:nvSpPr>
              <p:cNvPr id="284" name="Rectangle: Rounded Corners 283">
                <a:extLst>
                  <a:ext uri="{FF2B5EF4-FFF2-40B4-BE49-F238E27FC236}">
                    <a16:creationId xmlns:a16="http://schemas.microsoft.com/office/drawing/2014/main" id="{36B26357-1739-8BE3-97A3-A9A58BCE6A78}"/>
                  </a:ext>
                </a:extLst>
              </p:cNvPr>
              <p:cNvSpPr/>
              <p:nvPr/>
            </p:nvSpPr>
            <p:spPr>
              <a:xfrm>
                <a:off x="10572312" y="5552173"/>
                <a:ext cx="628907" cy="628907"/>
              </a:xfrm>
              <a:prstGeom prst="roundRect">
                <a:avLst>
                  <a:gd name="adj" fmla="val 8678"/>
                </a:avLst>
              </a:prstGeom>
              <a:solidFill>
                <a:schemeClr val="bg1"/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285" name="TextBox 284">
                <a:extLst>
                  <a:ext uri="{FF2B5EF4-FFF2-40B4-BE49-F238E27FC236}">
                    <a16:creationId xmlns:a16="http://schemas.microsoft.com/office/drawing/2014/main" id="{73AB0A7D-2E30-62B4-021E-019A923EADDB}"/>
                  </a:ext>
                </a:extLst>
              </p:cNvPr>
              <p:cNvSpPr txBox="1"/>
              <p:nvPr/>
            </p:nvSpPr>
            <p:spPr>
              <a:xfrm>
                <a:off x="10510969" y="5728127"/>
                <a:ext cx="751592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2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ptos" panose="020B0004020202020204" pitchFamily="34" charset="0"/>
                    <a:ea typeface="+mn-ea"/>
                    <a:cs typeface="Arial" panose="020B0604020202020204" pitchFamily="34" charset="0"/>
                  </a:rPr>
                  <a:t>WDQMS</a:t>
                </a:r>
              </a:p>
            </p:txBody>
          </p:sp>
        </p:grpSp>
      </p:grpSp>
      <p:grpSp>
        <p:nvGrpSpPr>
          <p:cNvPr id="329" name="Group 328">
            <a:extLst>
              <a:ext uri="{FF2B5EF4-FFF2-40B4-BE49-F238E27FC236}">
                <a16:creationId xmlns:a16="http://schemas.microsoft.com/office/drawing/2014/main" id="{6284258C-F586-9CAA-2A64-45D87F35EA1A}"/>
              </a:ext>
            </a:extLst>
          </p:cNvPr>
          <p:cNvGrpSpPr/>
          <p:nvPr/>
        </p:nvGrpSpPr>
        <p:grpSpPr>
          <a:xfrm>
            <a:off x="6091945" y="2291271"/>
            <a:ext cx="3910790" cy="1002588"/>
            <a:chOff x="6091945" y="2291271"/>
            <a:chExt cx="3910790" cy="1002588"/>
          </a:xfrm>
        </p:grpSpPr>
        <p:grpSp>
          <p:nvGrpSpPr>
            <p:cNvPr id="306" name="Group 305">
              <a:extLst>
                <a:ext uri="{FF2B5EF4-FFF2-40B4-BE49-F238E27FC236}">
                  <a16:creationId xmlns:a16="http://schemas.microsoft.com/office/drawing/2014/main" id="{2890CA40-CD5D-63F7-8052-87A635348E69}"/>
                </a:ext>
              </a:extLst>
            </p:cNvPr>
            <p:cNvGrpSpPr/>
            <p:nvPr/>
          </p:nvGrpSpPr>
          <p:grpSpPr>
            <a:xfrm>
              <a:off x="6091945" y="2291271"/>
              <a:ext cx="821464" cy="995698"/>
              <a:chOff x="9666460" y="941309"/>
              <a:chExt cx="821464" cy="995698"/>
            </a:xfrm>
          </p:grpSpPr>
          <p:sp>
            <p:nvSpPr>
              <p:cNvPr id="307" name="Rectangle: Rounded Corners 306">
                <a:extLst>
                  <a:ext uri="{FF2B5EF4-FFF2-40B4-BE49-F238E27FC236}">
                    <a16:creationId xmlns:a16="http://schemas.microsoft.com/office/drawing/2014/main" id="{C57EF400-2295-1297-AFA3-D75CC160514E}"/>
                  </a:ext>
                </a:extLst>
              </p:cNvPr>
              <p:cNvSpPr/>
              <p:nvPr/>
            </p:nvSpPr>
            <p:spPr>
              <a:xfrm>
                <a:off x="9762739" y="1285865"/>
                <a:ext cx="628907" cy="628907"/>
              </a:xfrm>
              <a:prstGeom prst="roundRect">
                <a:avLst>
                  <a:gd name="adj" fmla="val 8678"/>
                </a:avLst>
              </a:prstGeom>
              <a:solidFill>
                <a:schemeClr val="bg1"/>
              </a:solidFill>
              <a:ln w="28575">
                <a:solidFill>
                  <a:srgbClr val="3963DA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3963DA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308" name="TextBox 307">
                <a:extLst>
                  <a:ext uri="{FF2B5EF4-FFF2-40B4-BE49-F238E27FC236}">
                    <a16:creationId xmlns:a16="http://schemas.microsoft.com/office/drawing/2014/main" id="{67C9B5E3-803C-C70A-C33E-26B2AC96E3E3}"/>
                  </a:ext>
                </a:extLst>
              </p:cNvPr>
              <p:cNvSpPr txBox="1"/>
              <p:nvPr/>
            </p:nvSpPr>
            <p:spPr>
              <a:xfrm>
                <a:off x="9666460" y="1475342"/>
                <a:ext cx="821464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3963DA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W2-GTS Gateway</a:t>
                </a:r>
              </a:p>
            </p:txBody>
          </p:sp>
          <p:grpSp>
            <p:nvGrpSpPr>
              <p:cNvPr id="309" name="Group 308">
                <a:extLst>
                  <a:ext uri="{FF2B5EF4-FFF2-40B4-BE49-F238E27FC236}">
                    <a16:creationId xmlns:a16="http://schemas.microsoft.com/office/drawing/2014/main" id="{594A572B-E635-A016-272E-53C14B61E060}"/>
                  </a:ext>
                </a:extLst>
              </p:cNvPr>
              <p:cNvGrpSpPr/>
              <p:nvPr/>
            </p:nvGrpSpPr>
            <p:grpSpPr>
              <a:xfrm>
                <a:off x="9815731" y="1019607"/>
                <a:ext cx="522922" cy="532516"/>
                <a:chOff x="9610100" y="3519705"/>
                <a:chExt cx="498392" cy="507536"/>
              </a:xfrm>
            </p:grpSpPr>
            <p:pic>
              <p:nvPicPr>
                <p:cNvPr id="311" name="Picture 310">
                  <a:extLst>
                    <a:ext uri="{FF2B5EF4-FFF2-40B4-BE49-F238E27FC236}">
                      <a16:creationId xmlns:a16="http://schemas.microsoft.com/office/drawing/2014/main" id="{5F65C68B-7AA5-F39E-FC1D-D6F91E7BC115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9610100" y="3519705"/>
                  <a:ext cx="498392" cy="507536"/>
                </a:xfrm>
                <a:prstGeom prst="rect">
                  <a:avLst/>
                </a:prstGeom>
              </p:spPr>
            </p:pic>
            <p:pic>
              <p:nvPicPr>
                <p:cNvPr id="312" name="Picture 311">
                  <a:extLst>
                    <a:ext uri="{FF2B5EF4-FFF2-40B4-BE49-F238E27FC236}">
                      <a16:creationId xmlns:a16="http://schemas.microsoft.com/office/drawing/2014/main" id="{9610115D-F546-EB57-2661-79773C39119B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9"/>
                <a:srcRect l="6381" t="6381" r="6381" b="6381"/>
                <a:stretch/>
              </p:blipFill>
              <p:spPr>
                <a:xfrm>
                  <a:off x="9680900" y="3595077"/>
                  <a:ext cx="356792" cy="356792"/>
                </a:xfrm>
                <a:prstGeom prst="ellipse">
                  <a:avLst/>
                </a:prstGeom>
                <a:solidFill>
                  <a:schemeClr val="bg1"/>
                </a:solidFill>
              </p:spPr>
            </p:pic>
          </p:grpSp>
          <p:pic>
            <p:nvPicPr>
              <p:cNvPr id="310" name="Picture 309">
                <a:extLst>
                  <a:ext uri="{FF2B5EF4-FFF2-40B4-BE49-F238E27FC236}">
                    <a16:creationId xmlns:a16="http://schemas.microsoft.com/office/drawing/2014/main" id="{BF08753D-5DDA-CA16-8021-4B51DA02CDC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0"/>
              <a:srcRect l="70600" t="4796" r="541" b="37615"/>
              <a:stretch/>
            </p:blipFill>
            <p:spPr>
              <a:xfrm>
                <a:off x="10136699" y="941309"/>
                <a:ext cx="255340" cy="266096"/>
              </a:xfrm>
              <a:prstGeom prst="ellipse">
                <a:avLst/>
              </a:prstGeom>
            </p:spPr>
          </p:pic>
        </p:grpSp>
        <p:grpSp>
          <p:nvGrpSpPr>
            <p:cNvPr id="313" name="Group 312">
              <a:extLst>
                <a:ext uri="{FF2B5EF4-FFF2-40B4-BE49-F238E27FC236}">
                  <a16:creationId xmlns:a16="http://schemas.microsoft.com/office/drawing/2014/main" id="{5EBCE78D-E2C2-3B02-6938-16BC4525531D}"/>
                </a:ext>
              </a:extLst>
            </p:cNvPr>
            <p:cNvGrpSpPr/>
            <p:nvPr/>
          </p:nvGrpSpPr>
          <p:grpSpPr>
            <a:xfrm>
              <a:off x="9181271" y="2300144"/>
              <a:ext cx="821464" cy="993715"/>
              <a:chOff x="10807402" y="1038680"/>
              <a:chExt cx="821464" cy="993715"/>
            </a:xfrm>
          </p:grpSpPr>
          <p:sp>
            <p:nvSpPr>
              <p:cNvPr id="314" name="Rectangle: Rounded Corners 313">
                <a:extLst>
                  <a:ext uri="{FF2B5EF4-FFF2-40B4-BE49-F238E27FC236}">
                    <a16:creationId xmlns:a16="http://schemas.microsoft.com/office/drawing/2014/main" id="{3A960575-3C76-BF73-5873-3D0D8CB8F2DB}"/>
                  </a:ext>
                </a:extLst>
              </p:cNvPr>
              <p:cNvSpPr/>
              <p:nvPr/>
            </p:nvSpPr>
            <p:spPr>
              <a:xfrm>
                <a:off x="10903681" y="1381253"/>
                <a:ext cx="628907" cy="628907"/>
              </a:xfrm>
              <a:prstGeom prst="roundRect">
                <a:avLst>
                  <a:gd name="adj" fmla="val 8678"/>
                </a:avLst>
              </a:prstGeom>
              <a:solidFill>
                <a:schemeClr val="bg1"/>
              </a:solidFill>
              <a:ln w="28575">
                <a:solidFill>
                  <a:srgbClr val="3963DA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3963DA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315" name="TextBox 314">
                <a:extLst>
                  <a:ext uri="{FF2B5EF4-FFF2-40B4-BE49-F238E27FC236}">
                    <a16:creationId xmlns:a16="http://schemas.microsoft.com/office/drawing/2014/main" id="{BB547CFC-AD34-8B80-4AE9-2C23CA76B607}"/>
                  </a:ext>
                </a:extLst>
              </p:cNvPr>
              <p:cNvSpPr txBox="1"/>
              <p:nvPr/>
            </p:nvSpPr>
            <p:spPr>
              <a:xfrm>
                <a:off x="10807402" y="1570730"/>
                <a:ext cx="821464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3963DA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W2-GTS Gateway</a:t>
                </a:r>
              </a:p>
            </p:txBody>
          </p:sp>
          <p:grpSp>
            <p:nvGrpSpPr>
              <p:cNvPr id="316" name="Group 315">
                <a:extLst>
                  <a:ext uri="{FF2B5EF4-FFF2-40B4-BE49-F238E27FC236}">
                    <a16:creationId xmlns:a16="http://schemas.microsoft.com/office/drawing/2014/main" id="{1FD9058F-439B-A349-983C-B0BABAB4F08F}"/>
                  </a:ext>
                </a:extLst>
              </p:cNvPr>
              <p:cNvGrpSpPr/>
              <p:nvPr/>
            </p:nvGrpSpPr>
            <p:grpSpPr>
              <a:xfrm>
                <a:off x="10956673" y="1114995"/>
                <a:ext cx="522922" cy="532516"/>
                <a:chOff x="9610100" y="3519705"/>
                <a:chExt cx="498392" cy="507536"/>
              </a:xfrm>
            </p:grpSpPr>
            <p:pic>
              <p:nvPicPr>
                <p:cNvPr id="318" name="Picture 317">
                  <a:extLst>
                    <a:ext uri="{FF2B5EF4-FFF2-40B4-BE49-F238E27FC236}">
                      <a16:creationId xmlns:a16="http://schemas.microsoft.com/office/drawing/2014/main" id="{5E0B22D0-2328-8098-1040-1558E4751CF1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9610100" y="3519705"/>
                  <a:ext cx="498392" cy="507536"/>
                </a:xfrm>
                <a:prstGeom prst="rect">
                  <a:avLst/>
                </a:prstGeom>
              </p:spPr>
            </p:pic>
            <p:pic>
              <p:nvPicPr>
                <p:cNvPr id="319" name="Picture 318">
                  <a:extLst>
                    <a:ext uri="{FF2B5EF4-FFF2-40B4-BE49-F238E27FC236}">
                      <a16:creationId xmlns:a16="http://schemas.microsoft.com/office/drawing/2014/main" id="{37A371AE-3D87-3084-FC87-95EFAA0DA7F5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9"/>
                <a:srcRect l="6381" t="6381" r="6381" b="6381"/>
                <a:stretch/>
              </p:blipFill>
              <p:spPr>
                <a:xfrm>
                  <a:off x="9680900" y="3595077"/>
                  <a:ext cx="356792" cy="356792"/>
                </a:xfrm>
                <a:prstGeom prst="ellipse">
                  <a:avLst/>
                </a:prstGeom>
                <a:solidFill>
                  <a:schemeClr val="bg1"/>
                </a:solidFill>
              </p:spPr>
            </p:pic>
          </p:grpSp>
          <p:pic>
            <p:nvPicPr>
              <p:cNvPr id="317" name="Picture 316">
                <a:extLst>
                  <a:ext uri="{FF2B5EF4-FFF2-40B4-BE49-F238E27FC236}">
                    <a16:creationId xmlns:a16="http://schemas.microsoft.com/office/drawing/2014/main" id="{1D6B53B3-C482-0C18-2D5E-899DC87541A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0"/>
              <a:srcRect l="-953" t="6033" r="72094" b="41106"/>
              <a:stretch/>
            </p:blipFill>
            <p:spPr>
              <a:xfrm>
                <a:off x="11283093" y="1038680"/>
                <a:ext cx="255340" cy="244246"/>
              </a:xfrm>
              <a:prstGeom prst="ellipse">
                <a:avLst/>
              </a:prstGeom>
            </p:spPr>
          </p:pic>
        </p:grpSp>
      </p:grpSp>
      <p:grpSp>
        <p:nvGrpSpPr>
          <p:cNvPr id="330" name="Group 329">
            <a:extLst>
              <a:ext uri="{FF2B5EF4-FFF2-40B4-BE49-F238E27FC236}">
                <a16:creationId xmlns:a16="http://schemas.microsoft.com/office/drawing/2014/main" id="{E138DE02-34BB-07C8-05BE-CC80E624215B}"/>
              </a:ext>
            </a:extLst>
          </p:cNvPr>
          <p:cNvGrpSpPr/>
          <p:nvPr/>
        </p:nvGrpSpPr>
        <p:grpSpPr>
          <a:xfrm>
            <a:off x="5495925" y="1943100"/>
            <a:ext cx="3686175" cy="933450"/>
            <a:chOff x="5495925" y="1943100"/>
            <a:chExt cx="3686175" cy="933450"/>
          </a:xfrm>
        </p:grpSpPr>
        <p:sp>
          <p:nvSpPr>
            <p:cNvPr id="320" name="Freeform: Shape 319">
              <a:extLst>
                <a:ext uri="{FF2B5EF4-FFF2-40B4-BE49-F238E27FC236}">
                  <a16:creationId xmlns:a16="http://schemas.microsoft.com/office/drawing/2014/main" id="{D64F7F0D-DD4E-ABA2-E89A-FF078D09796E}"/>
                </a:ext>
              </a:extLst>
            </p:cNvPr>
            <p:cNvSpPr/>
            <p:nvPr/>
          </p:nvSpPr>
          <p:spPr>
            <a:xfrm>
              <a:off x="5495925" y="2105025"/>
              <a:ext cx="609600" cy="504825"/>
            </a:xfrm>
            <a:custGeom>
              <a:avLst/>
              <a:gdLst>
                <a:gd name="connsiteX0" fmla="*/ 609600 w 609600"/>
                <a:gd name="connsiteY0" fmla="*/ 504825 h 504825"/>
                <a:gd name="connsiteX1" fmla="*/ 257175 w 609600"/>
                <a:gd name="connsiteY1" fmla="*/ 381000 h 504825"/>
                <a:gd name="connsiteX2" fmla="*/ 0 w 609600"/>
                <a:gd name="connsiteY2" fmla="*/ 0 h 504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09600" h="504825">
                  <a:moveTo>
                    <a:pt x="609600" y="504825"/>
                  </a:moveTo>
                  <a:cubicBezTo>
                    <a:pt x="484187" y="484981"/>
                    <a:pt x="358775" y="465137"/>
                    <a:pt x="257175" y="381000"/>
                  </a:cubicBezTo>
                  <a:cubicBezTo>
                    <a:pt x="155575" y="296863"/>
                    <a:pt x="77787" y="148431"/>
                    <a:pt x="0" y="0"/>
                  </a:cubicBezTo>
                </a:path>
              </a:pathLst>
            </a:custGeom>
            <a:noFill/>
            <a:ln>
              <a:solidFill>
                <a:schemeClr val="accent6">
                  <a:lumMod val="75000"/>
                </a:schemeClr>
              </a:solidFill>
              <a:headEnd type="none" w="med" len="med"/>
              <a:tailEnd type="triangle" w="med" len="me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321" name="Freeform: Shape 320">
              <a:extLst>
                <a:ext uri="{FF2B5EF4-FFF2-40B4-BE49-F238E27FC236}">
                  <a16:creationId xmlns:a16="http://schemas.microsoft.com/office/drawing/2014/main" id="{EC4DAFBB-1C5D-1783-AB50-CB8E71F7800F}"/>
                </a:ext>
              </a:extLst>
            </p:cNvPr>
            <p:cNvSpPr/>
            <p:nvPr/>
          </p:nvSpPr>
          <p:spPr>
            <a:xfrm>
              <a:off x="5810250" y="1943100"/>
              <a:ext cx="3371850" cy="933450"/>
            </a:xfrm>
            <a:custGeom>
              <a:avLst/>
              <a:gdLst>
                <a:gd name="connsiteX0" fmla="*/ 3371850 w 3371850"/>
                <a:gd name="connsiteY0" fmla="*/ 933450 h 933450"/>
                <a:gd name="connsiteX1" fmla="*/ 2419350 w 3371850"/>
                <a:gd name="connsiteY1" fmla="*/ 819150 h 933450"/>
                <a:gd name="connsiteX2" fmla="*/ 1390650 w 3371850"/>
                <a:gd name="connsiteY2" fmla="*/ 276225 h 933450"/>
                <a:gd name="connsiteX3" fmla="*/ 0 w 3371850"/>
                <a:gd name="connsiteY3" fmla="*/ 0 h 9334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371850" h="933450">
                  <a:moveTo>
                    <a:pt x="3371850" y="933450"/>
                  </a:moveTo>
                  <a:cubicBezTo>
                    <a:pt x="3060700" y="931068"/>
                    <a:pt x="2749550" y="928687"/>
                    <a:pt x="2419350" y="819150"/>
                  </a:cubicBezTo>
                  <a:cubicBezTo>
                    <a:pt x="2089150" y="709613"/>
                    <a:pt x="1793875" y="412750"/>
                    <a:pt x="1390650" y="276225"/>
                  </a:cubicBezTo>
                  <a:cubicBezTo>
                    <a:pt x="987425" y="139700"/>
                    <a:pt x="493712" y="69850"/>
                    <a:pt x="0" y="0"/>
                  </a:cubicBezTo>
                </a:path>
              </a:pathLst>
            </a:custGeom>
            <a:noFill/>
            <a:ln>
              <a:solidFill>
                <a:schemeClr val="accent6">
                  <a:lumMod val="75000"/>
                </a:schemeClr>
              </a:solidFill>
              <a:headEnd type="none" w="med" len="med"/>
              <a:tailEnd type="triangle" w="med" len="me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</p:grpSp>
      <p:sp>
        <p:nvSpPr>
          <p:cNvPr id="322" name="TextBox 321">
            <a:extLst>
              <a:ext uri="{FF2B5EF4-FFF2-40B4-BE49-F238E27FC236}">
                <a16:creationId xmlns:a16="http://schemas.microsoft.com/office/drawing/2014/main" id="{3C45783B-0EDC-CB24-0F56-76B8378D9A49}"/>
              </a:ext>
            </a:extLst>
          </p:cNvPr>
          <p:cNvSpPr txBox="1"/>
          <p:nvPr/>
        </p:nvSpPr>
        <p:spPr>
          <a:xfrm>
            <a:off x="1558819" y="5629159"/>
            <a:ext cx="4924565" cy="646331"/>
          </a:xfrm>
          <a:prstGeom prst="rect">
            <a:avLst/>
          </a:prstGeom>
          <a:solidFill>
            <a:srgbClr val="FFFFFF">
              <a:alpha val="69804"/>
            </a:srgbClr>
          </a:solidFill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WIS2-to-GTS gateways</a:t>
            </a: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GTS users are still getting their data via their RTH </a:t>
            </a:r>
          </a:p>
        </p:txBody>
      </p:sp>
      <p:grpSp>
        <p:nvGrpSpPr>
          <p:cNvPr id="331" name="Group 330">
            <a:extLst>
              <a:ext uri="{FF2B5EF4-FFF2-40B4-BE49-F238E27FC236}">
                <a16:creationId xmlns:a16="http://schemas.microsoft.com/office/drawing/2014/main" id="{1714619B-43A3-13ED-B03F-D65547729657}"/>
              </a:ext>
            </a:extLst>
          </p:cNvPr>
          <p:cNvGrpSpPr/>
          <p:nvPr/>
        </p:nvGrpSpPr>
        <p:grpSpPr>
          <a:xfrm>
            <a:off x="5645909" y="2666385"/>
            <a:ext cx="4824011" cy="638969"/>
            <a:chOff x="5645909" y="2666385"/>
            <a:chExt cx="4824011" cy="638969"/>
          </a:xfrm>
        </p:grpSpPr>
        <p:grpSp>
          <p:nvGrpSpPr>
            <p:cNvPr id="323" name="Group 322">
              <a:extLst>
                <a:ext uri="{FF2B5EF4-FFF2-40B4-BE49-F238E27FC236}">
                  <a16:creationId xmlns:a16="http://schemas.microsoft.com/office/drawing/2014/main" id="{D995025B-C353-F178-7BDD-8BEC1196E0A5}"/>
                </a:ext>
              </a:extLst>
            </p:cNvPr>
            <p:cNvGrpSpPr/>
            <p:nvPr/>
          </p:nvGrpSpPr>
          <p:grpSpPr>
            <a:xfrm>
              <a:off x="5645909" y="2670154"/>
              <a:ext cx="480439" cy="635200"/>
              <a:chOff x="6238875" y="2481185"/>
              <a:chExt cx="480439" cy="635200"/>
            </a:xfrm>
          </p:grpSpPr>
          <p:pic>
            <p:nvPicPr>
              <p:cNvPr id="324" name="Picture 323">
                <a:extLst>
                  <a:ext uri="{FF2B5EF4-FFF2-40B4-BE49-F238E27FC236}">
                    <a16:creationId xmlns:a16="http://schemas.microsoft.com/office/drawing/2014/main" id="{A26D77B5-9484-C8D5-85D0-655EF7CBC8E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9">
                <a:duotone>
                  <a:prstClr val="black"/>
                  <a:schemeClr val="accent4">
                    <a:tint val="45000"/>
                    <a:satMod val="400000"/>
                  </a:schemeClr>
                </a:duotone>
              </a:blip>
              <a:stretch>
                <a:fillRect/>
              </a:stretch>
            </p:blipFill>
            <p:spPr>
              <a:xfrm>
                <a:off x="6238875" y="2490456"/>
                <a:ext cx="475706" cy="625929"/>
              </a:xfrm>
              <a:prstGeom prst="rect">
                <a:avLst/>
              </a:prstGeom>
            </p:spPr>
          </p:pic>
          <p:sp>
            <p:nvSpPr>
              <p:cNvPr id="325" name="Freeform: Shape 324">
                <a:extLst>
                  <a:ext uri="{FF2B5EF4-FFF2-40B4-BE49-F238E27FC236}">
                    <a16:creationId xmlns:a16="http://schemas.microsoft.com/office/drawing/2014/main" id="{DFE481A4-8A43-4BD5-04C8-82608322BDDB}"/>
                  </a:ext>
                </a:extLst>
              </p:cNvPr>
              <p:cNvSpPr/>
              <p:nvPr/>
            </p:nvSpPr>
            <p:spPr>
              <a:xfrm>
                <a:off x="6444380" y="2481185"/>
                <a:ext cx="274934" cy="287724"/>
              </a:xfrm>
              <a:custGeom>
                <a:avLst/>
                <a:gdLst>
                  <a:gd name="connsiteX0" fmla="*/ 0 w 267789"/>
                  <a:gd name="connsiteY0" fmla="*/ 0 h 277586"/>
                  <a:gd name="connsiteX1" fmla="*/ 267789 w 267789"/>
                  <a:gd name="connsiteY1" fmla="*/ 277586 h 277586"/>
                  <a:gd name="connsiteX2" fmla="*/ 267789 w 267789"/>
                  <a:gd name="connsiteY2" fmla="*/ 117566 h 277586"/>
                  <a:gd name="connsiteX3" fmla="*/ 146957 w 267789"/>
                  <a:gd name="connsiteY3" fmla="*/ 6531 h 277586"/>
                  <a:gd name="connsiteX4" fmla="*/ 0 w 267789"/>
                  <a:gd name="connsiteY4" fmla="*/ 0 h 277586"/>
                  <a:gd name="connsiteX0" fmla="*/ 0 w 267789"/>
                  <a:gd name="connsiteY0" fmla="*/ 613 h 278199"/>
                  <a:gd name="connsiteX1" fmla="*/ 267789 w 267789"/>
                  <a:gd name="connsiteY1" fmla="*/ 278199 h 278199"/>
                  <a:gd name="connsiteX2" fmla="*/ 267789 w 267789"/>
                  <a:gd name="connsiteY2" fmla="*/ 118179 h 278199"/>
                  <a:gd name="connsiteX3" fmla="*/ 156482 w 267789"/>
                  <a:gd name="connsiteY3" fmla="*/ 0 h 278199"/>
                  <a:gd name="connsiteX4" fmla="*/ 0 w 267789"/>
                  <a:gd name="connsiteY4" fmla="*/ 613 h 278199"/>
                  <a:gd name="connsiteX0" fmla="*/ 0 w 270171"/>
                  <a:gd name="connsiteY0" fmla="*/ 5375 h 278199"/>
                  <a:gd name="connsiteX1" fmla="*/ 270171 w 270171"/>
                  <a:gd name="connsiteY1" fmla="*/ 278199 h 278199"/>
                  <a:gd name="connsiteX2" fmla="*/ 270171 w 270171"/>
                  <a:gd name="connsiteY2" fmla="*/ 118179 h 278199"/>
                  <a:gd name="connsiteX3" fmla="*/ 158864 w 270171"/>
                  <a:gd name="connsiteY3" fmla="*/ 0 h 278199"/>
                  <a:gd name="connsiteX4" fmla="*/ 0 w 270171"/>
                  <a:gd name="connsiteY4" fmla="*/ 5375 h 278199"/>
                  <a:gd name="connsiteX0" fmla="*/ 0 w 270171"/>
                  <a:gd name="connsiteY0" fmla="*/ 5375 h 266292"/>
                  <a:gd name="connsiteX1" fmla="*/ 263028 w 270171"/>
                  <a:gd name="connsiteY1" fmla="*/ 266292 h 266292"/>
                  <a:gd name="connsiteX2" fmla="*/ 270171 w 270171"/>
                  <a:gd name="connsiteY2" fmla="*/ 118179 h 266292"/>
                  <a:gd name="connsiteX3" fmla="*/ 158864 w 270171"/>
                  <a:gd name="connsiteY3" fmla="*/ 0 h 266292"/>
                  <a:gd name="connsiteX4" fmla="*/ 0 w 270171"/>
                  <a:gd name="connsiteY4" fmla="*/ 5375 h 266292"/>
                  <a:gd name="connsiteX0" fmla="*/ 0 w 274934"/>
                  <a:gd name="connsiteY0" fmla="*/ 5375 h 287724"/>
                  <a:gd name="connsiteX1" fmla="*/ 274934 w 274934"/>
                  <a:gd name="connsiteY1" fmla="*/ 287724 h 287724"/>
                  <a:gd name="connsiteX2" fmla="*/ 270171 w 274934"/>
                  <a:gd name="connsiteY2" fmla="*/ 118179 h 287724"/>
                  <a:gd name="connsiteX3" fmla="*/ 158864 w 274934"/>
                  <a:gd name="connsiteY3" fmla="*/ 0 h 287724"/>
                  <a:gd name="connsiteX4" fmla="*/ 0 w 274934"/>
                  <a:gd name="connsiteY4" fmla="*/ 5375 h 28772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74934" h="287724">
                    <a:moveTo>
                      <a:pt x="0" y="5375"/>
                    </a:moveTo>
                    <a:lnTo>
                      <a:pt x="274934" y="287724"/>
                    </a:lnTo>
                    <a:lnTo>
                      <a:pt x="270171" y="118179"/>
                    </a:lnTo>
                    <a:lnTo>
                      <a:pt x="158864" y="0"/>
                    </a:lnTo>
                    <a:lnTo>
                      <a:pt x="0" y="5375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</p:grpSp>
        <p:grpSp>
          <p:nvGrpSpPr>
            <p:cNvPr id="326" name="Group 325">
              <a:extLst>
                <a:ext uri="{FF2B5EF4-FFF2-40B4-BE49-F238E27FC236}">
                  <a16:creationId xmlns:a16="http://schemas.microsoft.com/office/drawing/2014/main" id="{BDC0E02D-9CA3-E41D-7633-0E4EC31D6705}"/>
                </a:ext>
              </a:extLst>
            </p:cNvPr>
            <p:cNvGrpSpPr/>
            <p:nvPr/>
          </p:nvGrpSpPr>
          <p:grpSpPr>
            <a:xfrm>
              <a:off x="9989481" y="2666385"/>
              <a:ext cx="480439" cy="635200"/>
              <a:chOff x="6238875" y="2481185"/>
              <a:chExt cx="480439" cy="635200"/>
            </a:xfrm>
          </p:grpSpPr>
          <p:pic>
            <p:nvPicPr>
              <p:cNvPr id="327" name="Picture 326">
                <a:extLst>
                  <a:ext uri="{FF2B5EF4-FFF2-40B4-BE49-F238E27FC236}">
                    <a16:creationId xmlns:a16="http://schemas.microsoft.com/office/drawing/2014/main" id="{F8E6C71C-8973-4639-B406-D4EA942B9F6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9">
                <a:duotone>
                  <a:prstClr val="black"/>
                  <a:schemeClr val="accent4">
                    <a:tint val="45000"/>
                    <a:satMod val="400000"/>
                  </a:schemeClr>
                </a:duotone>
              </a:blip>
              <a:stretch>
                <a:fillRect/>
              </a:stretch>
            </p:blipFill>
            <p:spPr>
              <a:xfrm>
                <a:off x="6238875" y="2490456"/>
                <a:ext cx="475706" cy="625929"/>
              </a:xfrm>
              <a:prstGeom prst="rect">
                <a:avLst/>
              </a:prstGeom>
            </p:spPr>
          </p:pic>
          <p:sp>
            <p:nvSpPr>
              <p:cNvPr id="328" name="Freeform: Shape 327">
                <a:extLst>
                  <a:ext uri="{FF2B5EF4-FFF2-40B4-BE49-F238E27FC236}">
                    <a16:creationId xmlns:a16="http://schemas.microsoft.com/office/drawing/2014/main" id="{591E3264-C15E-CCBF-382A-51CB04082CD9}"/>
                  </a:ext>
                </a:extLst>
              </p:cNvPr>
              <p:cNvSpPr/>
              <p:nvPr/>
            </p:nvSpPr>
            <p:spPr>
              <a:xfrm>
                <a:off x="6444380" y="2481185"/>
                <a:ext cx="274934" cy="287724"/>
              </a:xfrm>
              <a:custGeom>
                <a:avLst/>
                <a:gdLst>
                  <a:gd name="connsiteX0" fmla="*/ 0 w 267789"/>
                  <a:gd name="connsiteY0" fmla="*/ 0 h 277586"/>
                  <a:gd name="connsiteX1" fmla="*/ 267789 w 267789"/>
                  <a:gd name="connsiteY1" fmla="*/ 277586 h 277586"/>
                  <a:gd name="connsiteX2" fmla="*/ 267789 w 267789"/>
                  <a:gd name="connsiteY2" fmla="*/ 117566 h 277586"/>
                  <a:gd name="connsiteX3" fmla="*/ 146957 w 267789"/>
                  <a:gd name="connsiteY3" fmla="*/ 6531 h 277586"/>
                  <a:gd name="connsiteX4" fmla="*/ 0 w 267789"/>
                  <a:gd name="connsiteY4" fmla="*/ 0 h 277586"/>
                  <a:gd name="connsiteX0" fmla="*/ 0 w 267789"/>
                  <a:gd name="connsiteY0" fmla="*/ 613 h 278199"/>
                  <a:gd name="connsiteX1" fmla="*/ 267789 w 267789"/>
                  <a:gd name="connsiteY1" fmla="*/ 278199 h 278199"/>
                  <a:gd name="connsiteX2" fmla="*/ 267789 w 267789"/>
                  <a:gd name="connsiteY2" fmla="*/ 118179 h 278199"/>
                  <a:gd name="connsiteX3" fmla="*/ 156482 w 267789"/>
                  <a:gd name="connsiteY3" fmla="*/ 0 h 278199"/>
                  <a:gd name="connsiteX4" fmla="*/ 0 w 267789"/>
                  <a:gd name="connsiteY4" fmla="*/ 613 h 278199"/>
                  <a:gd name="connsiteX0" fmla="*/ 0 w 270171"/>
                  <a:gd name="connsiteY0" fmla="*/ 5375 h 278199"/>
                  <a:gd name="connsiteX1" fmla="*/ 270171 w 270171"/>
                  <a:gd name="connsiteY1" fmla="*/ 278199 h 278199"/>
                  <a:gd name="connsiteX2" fmla="*/ 270171 w 270171"/>
                  <a:gd name="connsiteY2" fmla="*/ 118179 h 278199"/>
                  <a:gd name="connsiteX3" fmla="*/ 158864 w 270171"/>
                  <a:gd name="connsiteY3" fmla="*/ 0 h 278199"/>
                  <a:gd name="connsiteX4" fmla="*/ 0 w 270171"/>
                  <a:gd name="connsiteY4" fmla="*/ 5375 h 278199"/>
                  <a:gd name="connsiteX0" fmla="*/ 0 w 270171"/>
                  <a:gd name="connsiteY0" fmla="*/ 5375 h 266292"/>
                  <a:gd name="connsiteX1" fmla="*/ 263028 w 270171"/>
                  <a:gd name="connsiteY1" fmla="*/ 266292 h 266292"/>
                  <a:gd name="connsiteX2" fmla="*/ 270171 w 270171"/>
                  <a:gd name="connsiteY2" fmla="*/ 118179 h 266292"/>
                  <a:gd name="connsiteX3" fmla="*/ 158864 w 270171"/>
                  <a:gd name="connsiteY3" fmla="*/ 0 h 266292"/>
                  <a:gd name="connsiteX4" fmla="*/ 0 w 270171"/>
                  <a:gd name="connsiteY4" fmla="*/ 5375 h 266292"/>
                  <a:gd name="connsiteX0" fmla="*/ 0 w 274934"/>
                  <a:gd name="connsiteY0" fmla="*/ 5375 h 287724"/>
                  <a:gd name="connsiteX1" fmla="*/ 274934 w 274934"/>
                  <a:gd name="connsiteY1" fmla="*/ 287724 h 287724"/>
                  <a:gd name="connsiteX2" fmla="*/ 270171 w 274934"/>
                  <a:gd name="connsiteY2" fmla="*/ 118179 h 287724"/>
                  <a:gd name="connsiteX3" fmla="*/ 158864 w 274934"/>
                  <a:gd name="connsiteY3" fmla="*/ 0 h 287724"/>
                  <a:gd name="connsiteX4" fmla="*/ 0 w 274934"/>
                  <a:gd name="connsiteY4" fmla="*/ 5375 h 28772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74934" h="287724">
                    <a:moveTo>
                      <a:pt x="0" y="5375"/>
                    </a:moveTo>
                    <a:lnTo>
                      <a:pt x="274934" y="287724"/>
                    </a:lnTo>
                    <a:lnTo>
                      <a:pt x="270171" y="118179"/>
                    </a:lnTo>
                    <a:lnTo>
                      <a:pt x="158864" y="0"/>
                    </a:lnTo>
                    <a:lnTo>
                      <a:pt x="0" y="5375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8E1F29E4-ECFD-BBD6-46A7-37B4104CC2A0}"/>
              </a:ext>
            </a:extLst>
          </p:cNvPr>
          <p:cNvGrpSpPr/>
          <p:nvPr/>
        </p:nvGrpSpPr>
        <p:grpSpPr>
          <a:xfrm>
            <a:off x="2457150" y="4893592"/>
            <a:ext cx="499772" cy="698208"/>
            <a:chOff x="2400894" y="4929298"/>
            <a:chExt cx="612283" cy="855395"/>
          </a:xfrm>
        </p:grpSpPr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185B4383-E7B8-C77C-A611-EC83045791B3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2400894" y="4929298"/>
              <a:ext cx="612283" cy="855395"/>
            </a:xfrm>
            <a:prstGeom prst="rect">
              <a:avLst/>
            </a:prstGeom>
          </p:spPr>
        </p:pic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DD65C8C2-8391-46F6-23CE-C666ADEF9125}"/>
                </a:ext>
              </a:extLst>
            </p:cNvPr>
            <p:cNvGrpSpPr/>
            <p:nvPr/>
          </p:nvGrpSpPr>
          <p:grpSpPr>
            <a:xfrm>
              <a:off x="2494912" y="5097206"/>
              <a:ext cx="381019" cy="376523"/>
              <a:chOff x="2467194" y="5209255"/>
              <a:chExt cx="381019" cy="376523"/>
            </a:xfrm>
          </p:grpSpPr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286BC622-B48A-64CB-A1BD-772FB4E988FD}"/>
                  </a:ext>
                </a:extLst>
              </p:cNvPr>
              <p:cNvSpPr/>
              <p:nvPr/>
            </p:nvSpPr>
            <p:spPr>
              <a:xfrm>
                <a:off x="2467194" y="5209255"/>
                <a:ext cx="169804" cy="169804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A</a:t>
                </a:r>
              </a:p>
            </p:txBody>
          </p:sp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5AC0AB58-2252-9241-DDFA-2A506E2BEC73}"/>
                  </a:ext>
                </a:extLst>
              </p:cNvPr>
              <p:cNvSpPr/>
              <p:nvPr/>
            </p:nvSpPr>
            <p:spPr>
              <a:xfrm>
                <a:off x="2678409" y="5209255"/>
                <a:ext cx="169804" cy="169804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B</a:t>
                </a:r>
              </a:p>
            </p:txBody>
          </p:sp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93686CCE-0332-8C4A-1340-0B848A7EF651}"/>
                  </a:ext>
                </a:extLst>
              </p:cNvPr>
              <p:cNvSpPr/>
              <p:nvPr/>
            </p:nvSpPr>
            <p:spPr>
              <a:xfrm>
                <a:off x="2467194" y="5415974"/>
                <a:ext cx="169804" cy="169804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C</a:t>
                </a:r>
              </a:p>
            </p:txBody>
          </p:sp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F418E565-D9F9-BA40-1BF6-38408237E1DC}"/>
                  </a:ext>
                </a:extLst>
              </p:cNvPr>
              <p:cNvSpPr/>
              <p:nvPr/>
            </p:nvSpPr>
            <p:spPr>
              <a:xfrm>
                <a:off x="2678409" y="5415974"/>
                <a:ext cx="169804" cy="169804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D</a:t>
                </a:r>
              </a:p>
            </p:txBody>
          </p:sp>
        </p:grpSp>
      </p:grpSp>
      <p:sp>
        <p:nvSpPr>
          <p:cNvPr id="16" name="TextBox 15">
            <a:extLst>
              <a:ext uri="{FF2B5EF4-FFF2-40B4-BE49-F238E27FC236}">
                <a16:creationId xmlns:a16="http://schemas.microsoft.com/office/drawing/2014/main" id="{24025BD8-2E94-9E5E-DE5B-CBBF7FD91C5C}"/>
              </a:ext>
            </a:extLst>
          </p:cNvPr>
          <p:cNvSpPr txBox="1"/>
          <p:nvPr/>
        </p:nvSpPr>
        <p:spPr>
          <a:xfrm>
            <a:off x="2059127" y="4567522"/>
            <a:ext cx="117919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ISMD01TEST</a:t>
            </a:r>
            <a:endParaRPr kumimoji="0" lang="en-GB" sz="16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+mn-cs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BAA354A1-319D-CFB6-151E-643A8476FB03}"/>
              </a:ext>
            </a:extLst>
          </p:cNvPr>
          <p:cNvSpPr txBox="1"/>
          <p:nvPr/>
        </p:nvSpPr>
        <p:spPr>
          <a:xfrm>
            <a:off x="4748610" y="4602866"/>
            <a:ext cx="117919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0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ISMD01TEST</a:t>
            </a:r>
            <a:endParaRPr kumimoji="0" lang="en-GB" sz="11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+mn-cs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DE256CA9-19C5-BCAB-FFCD-4F526A0CF569}"/>
              </a:ext>
            </a:extLst>
          </p:cNvPr>
          <p:cNvSpPr txBox="1"/>
          <p:nvPr/>
        </p:nvSpPr>
        <p:spPr>
          <a:xfrm>
            <a:off x="6658123" y="3763946"/>
            <a:ext cx="117919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0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ISMD01TEST</a:t>
            </a:r>
            <a:endParaRPr kumimoji="0" lang="en-GB" sz="11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+mn-cs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B6B44D6E-113B-1CA3-1017-F49AAE573629}"/>
              </a:ext>
            </a:extLst>
          </p:cNvPr>
          <p:cNvSpPr txBox="1"/>
          <p:nvPr/>
        </p:nvSpPr>
        <p:spPr>
          <a:xfrm>
            <a:off x="9769772" y="3763946"/>
            <a:ext cx="117919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0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ISMD01TEST</a:t>
            </a:r>
            <a:endParaRPr kumimoji="0" lang="en-GB" sz="11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+mn-cs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61B8DE05-91C1-10E7-4036-291C3D131027}"/>
              </a:ext>
            </a:extLst>
          </p:cNvPr>
          <p:cNvSpPr txBox="1"/>
          <p:nvPr/>
        </p:nvSpPr>
        <p:spPr>
          <a:xfrm>
            <a:off x="6996868" y="5601356"/>
            <a:ext cx="117919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0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ISMD01TEST</a:t>
            </a:r>
            <a:endParaRPr kumimoji="0" lang="en-GB" sz="11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+mn-cs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D707A209-79D4-7F88-06B5-B8C84F05E87C}"/>
              </a:ext>
            </a:extLst>
          </p:cNvPr>
          <p:cNvSpPr txBox="1"/>
          <p:nvPr/>
        </p:nvSpPr>
        <p:spPr>
          <a:xfrm>
            <a:off x="8002666" y="4707922"/>
            <a:ext cx="117919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0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ISMD01TEST</a:t>
            </a:r>
            <a:endParaRPr kumimoji="0" lang="en-GB" sz="11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+mn-cs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598F3F64-C6BE-F7BC-16F1-F00ADBD08EA9}"/>
              </a:ext>
            </a:extLst>
          </p:cNvPr>
          <p:cNvSpPr txBox="1"/>
          <p:nvPr/>
        </p:nvSpPr>
        <p:spPr>
          <a:xfrm>
            <a:off x="9341301" y="5289104"/>
            <a:ext cx="117919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0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ISMD01TEST</a:t>
            </a:r>
            <a:endParaRPr kumimoji="0" lang="en-GB" sz="11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+mn-cs"/>
            </a:endParaRPr>
          </a:p>
        </p:txBody>
      </p: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00B5534D-C6E6-B6C1-333E-BE1A29612D30}"/>
              </a:ext>
            </a:extLst>
          </p:cNvPr>
          <p:cNvCxnSpPr>
            <a:cxnSpLocks/>
          </p:cNvCxnSpPr>
          <p:nvPr/>
        </p:nvCxnSpPr>
        <p:spPr>
          <a:xfrm flipV="1">
            <a:off x="9496425" y="4419600"/>
            <a:ext cx="1743075" cy="838200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31" name="Group 30">
            <a:extLst>
              <a:ext uri="{FF2B5EF4-FFF2-40B4-BE49-F238E27FC236}">
                <a16:creationId xmlns:a16="http://schemas.microsoft.com/office/drawing/2014/main" id="{4AC02BE2-4D54-3FB5-59EE-6A212CC772C7}"/>
              </a:ext>
            </a:extLst>
          </p:cNvPr>
          <p:cNvGrpSpPr/>
          <p:nvPr/>
        </p:nvGrpSpPr>
        <p:grpSpPr>
          <a:xfrm>
            <a:off x="10472016" y="4841152"/>
            <a:ext cx="1620073" cy="1617632"/>
            <a:chOff x="10472016" y="4841152"/>
            <a:chExt cx="1620073" cy="1617632"/>
          </a:xfrm>
        </p:grpSpPr>
        <p:grpSp>
          <p:nvGrpSpPr>
            <p:cNvPr id="32" name="Group 31">
              <a:extLst>
                <a:ext uri="{FF2B5EF4-FFF2-40B4-BE49-F238E27FC236}">
                  <a16:creationId xmlns:a16="http://schemas.microsoft.com/office/drawing/2014/main" id="{70960ABF-18E8-96C1-73CB-58A837307F59}"/>
                </a:ext>
              </a:extLst>
            </p:cNvPr>
            <p:cNvGrpSpPr/>
            <p:nvPr/>
          </p:nvGrpSpPr>
          <p:grpSpPr>
            <a:xfrm>
              <a:off x="10472016" y="6288980"/>
              <a:ext cx="829498" cy="169804"/>
              <a:chOff x="10572312" y="6343525"/>
              <a:chExt cx="829498" cy="169804"/>
            </a:xfrm>
          </p:grpSpPr>
          <p:sp>
            <p:nvSpPr>
              <p:cNvPr id="38" name="Rectangle 37">
                <a:extLst>
                  <a:ext uri="{FF2B5EF4-FFF2-40B4-BE49-F238E27FC236}">
                    <a16:creationId xmlns:a16="http://schemas.microsoft.com/office/drawing/2014/main" id="{11F8531A-04FA-7ACB-AB1B-5ECBA1786B49}"/>
                  </a:ext>
                </a:extLst>
              </p:cNvPr>
              <p:cNvSpPr/>
              <p:nvPr/>
            </p:nvSpPr>
            <p:spPr>
              <a:xfrm>
                <a:off x="10572312" y="6343525"/>
                <a:ext cx="169804" cy="169804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A</a:t>
                </a:r>
              </a:p>
            </p:txBody>
          </p:sp>
          <p:sp>
            <p:nvSpPr>
              <p:cNvPr id="39" name="Rectangle 38">
                <a:extLst>
                  <a:ext uri="{FF2B5EF4-FFF2-40B4-BE49-F238E27FC236}">
                    <a16:creationId xmlns:a16="http://schemas.microsoft.com/office/drawing/2014/main" id="{60D2F8C7-D60D-33DC-970E-B94A5960BA32}"/>
                  </a:ext>
                </a:extLst>
              </p:cNvPr>
              <p:cNvSpPr/>
              <p:nvPr/>
            </p:nvSpPr>
            <p:spPr>
              <a:xfrm>
                <a:off x="10792210" y="6343525"/>
                <a:ext cx="169804" cy="169804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B</a:t>
                </a:r>
              </a:p>
            </p:txBody>
          </p:sp>
          <p:sp>
            <p:nvSpPr>
              <p:cNvPr id="40" name="Rectangle 39">
                <a:extLst>
                  <a:ext uri="{FF2B5EF4-FFF2-40B4-BE49-F238E27FC236}">
                    <a16:creationId xmlns:a16="http://schemas.microsoft.com/office/drawing/2014/main" id="{4BB0FBC9-BB2F-865D-F7DC-06266518C010}"/>
                  </a:ext>
                </a:extLst>
              </p:cNvPr>
              <p:cNvSpPr/>
              <p:nvPr/>
            </p:nvSpPr>
            <p:spPr>
              <a:xfrm>
                <a:off x="11012108" y="6343525"/>
                <a:ext cx="169804" cy="169804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C</a:t>
                </a:r>
              </a:p>
            </p:txBody>
          </p:sp>
          <p:sp>
            <p:nvSpPr>
              <p:cNvPr id="41" name="Rectangle 40">
                <a:extLst>
                  <a:ext uri="{FF2B5EF4-FFF2-40B4-BE49-F238E27FC236}">
                    <a16:creationId xmlns:a16="http://schemas.microsoft.com/office/drawing/2014/main" id="{3750C54C-70FE-99B9-D251-4DCFCF99E4D0}"/>
                  </a:ext>
                </a:extLst>
              </p:cNvPr>
              <p:cNvSpPr/>
              <p:nvPr/>
            </p:nvSpPr>
            <p:spPr>
              <a:xfrm>
                <a:off x="11232006" y="6343525"/>
                <a:ext cx="169804" cy="169804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D</a:t>
                </a:r>
              </a:p>
            </p:txBody>
          </p:sp>
        </p:grpSp>
        <p:grpSp>
          <p:nvGrpSpPr>
            <p:cNvPr id="33" name="Group 32">
              <a:extLst>
                <a:ext uri="{FF2B5EF4-FFF2-40B4-BE49-F238E27FC236}">
                  <a16:creationId xmlns:a16="http://schemas.microsoft.com/office/drawing/2014/main" id="{78C2B8B2-702A-B2C8-35D9-3840319A439B}"/>
                </a:ext>
              </a:extLst>
            </p:cNvPr>
            <p:cNvGrpSpPr/>
            <p:nvPr/>
          </p:nvGrpSpPr>
          <p:grpSpPr>
            <a:xfrm>
              <a:off x="11262591" y="4841152"/>
              <a:ext cx="829498" cy="169804"/>
              <a:chOff x="10572312" y="6343525"/>
              <a:chExt cx="829498" cy="169804"/>
            </a:xfrm>
          </p:grpSpPr>
          <p:sp>
            <p:nvSpPr>
              <p:cNvPr id="34" name="Rectangle 33">
                <a:extLst>
                  <a:ext uri="{FF2B5EF4-FFF2-40B4-BE49-F238E27FC236}">
                    <a16:creationId xmlns:a16="http://schemas.microsoft.com/office/drawing/2014/main" id="{5859286D-6693-615D-03D5-6FC1513C9851}"/>
                  </a:ext>
                </a:extLst>
              </p:cNvPr>
              <p:cNvSpPr/>
              <p:nvPr/>
            </p:nvSpPr>
            <p:spPr>
              <a:xfrm>
                <a:off x="10572312" y="6343525"/>
                <a:ext cx="169804" cy="169804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A</a:t>
                </a:r>
              </a:p>
            </p:txBody>
          </p:sp>
          <p:sp>
            <p:nvSpPr>
              <p:cNvPr id="35" name="Rectangle 34">
                <a:extLst>
                  <a:ext uri="{FF2B5EF4-FFF2-40B4-BE49-F238E27FC236}">
                    <a16:creationId xmlns:a16="http://schemas.microsoft.com/office/drawing/2014/main" id="{7D7A14DB-C02A-1AAA-4295-B868FCE91F65}"/>
                  </a:ext>
                </a:extLst>
              </p:cNvPr>
              <p:cNvSpPr/>
              <p:nvPr/>
            </p:nvSpPr>
            <p:spPr>
              <a:xfrm>
                <a:off x="10792210" y="6343525"/>
                <a:ext cx="169804" cy="169804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B</a:t>
                </a:r>
              </a:p>
            </p:txBody>
          </p:sp>
          <p:sp>
            <p:nvSpPr>
              <p:cNvPr id="36" name="Rectangle 35">
                <a:extLst>
                  <a:ext uri="{FF2B5EF4-FFF2-40B4-BE49-F238E27FC236}">
                    <a16:creationId xmlns:a16="http://schemas.microsoft.com/office/drawing/2014/main" id="{D55C3BDA-F42C-6694-3053-B5A8FE965EED}"/>
                  </a:ext>
                </a:extLst>
              </p:cNvPr>
              <p:cNvSpPr/>
              <p:nvPr/>
            </p:nvSpPr>
            <p:spPr>
              <a:xfrm>
                <a:off x="11012108" y="6343525"/>
                <a:ext cx="169804" cy="169804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C</a:t>
                </a:r>
              </a:p>
            </p:txBody>
          </p:sp>
          <p:sp>
            <p:nvSpPr>
              <p:cNvPr id="37" name="Rectangle 36">
                <a:extLst>
                  <a:ext uri="{FF2B5EF4-FFF2-40B4-BE49-F238E27FC236}">
                    <a16:creationId xmlns:a16="http://schemas.microsoft.com/office/drawing/2014/main" id="{419AC62C-C40C-04E8-DCB6-F577861E21AE}"/>
                  </a:ext>
                </a:extLst>
              </p:cNvPr>
              <p:cNvSpPr/>
              <p:nvPr/>
            </p:nvSpPr>
            <p:spPr>
              <a:xfrm>
                <a:off x="11232006" y="6343525"/>
                <a:ext cx="169804" cy="169804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D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42830967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accel="50000" decel="50000" fill="hold" nodeType="afterEffect">
                                  <p:stCondLst>
                                    <p:cond delay="250"/>
                                  </p:stCondLst>
                                  <p:childTnLst>
                                    <p:animMotion origin="layout" path="M -0.00066 -1.85185E-6 L 0.67604 -0.02083 " pathEditMode="relative" rAng="0" ptsTypes="AA">
                                      <p:cBhvr>
                                        <p:cTn id="6" dur="27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3828" y="-1042"/>
                                    </p:animMotion>
                                  </p:childTnLst>
                                </p:cTn>
                              </p:par>
                              <p:par>
                                <p:cTn id="7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3000"/>
                            </p:stCondLst>
                            <p:childTnLst>
                              <p:par>
                                <p:cTn id="26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/>
      <p:bldP spid="24" grpId="0"/>
      <p:bldP spid="26" grpId="0"/>
      <p:bldP spid="27" grpId="0"/>
      <p:bldP spid="28" grpId="0"/>
      <p:bldP spid="29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CD39EF-3FA0-974B-B8C3-A5DFCE61F1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9" name="Group 228">
            <a:extLst>
              <a:ext uri="{FF2B5EF4-FFF2-40B4-BE49-F238E27FC236}">
                <a16:creationId xmlns:a16="http://schemas.microsoft.com/office/drawing/2014/main" id="{161CCC37-1262-BE55-5E44-2F0201E76693}"/>
              </a:ext>
            </a:extLst>
          </p:cNvPr>
          <p:cNvGrpSpPr/>
          <p:nvPr/>
        </p:nvGrpSpPr>
        <p:grpSpPr>
          <a:xfrm>
            <a:off x="1715333" y="622374"/>
            <a:ext cx="1850457" cy="672547"/>
            <a:chOff x="1715333" y="622374"/>
            <a:chExt cx="1850457" cy="672547"/>
          </a:xfrm>
        </p:grpSpPr>
        <p:cxnSp>
          <p:nvCxnSpPr>
            <p:cNvPr id="215" name="Straight Connector 214">
              <a:extLst>
                <a:ext uri="{FF2B5EF4-FFF2-40B4-BE49-F238E27FC236}">
                  <a16:creationId xmlns:a16="http://schemas.microsoft.com/office/drawing/2014/main" id="{0A3E2A94-397B-C397-B491-B27478E64549}"/>
                </a:ext>
              </a:extLst>
            </p:cNvPr>
            <p:cNvCxnSpPr/>
            <p:nvPr/>
          </p:nvCxnSpPr>
          <p:spPr>
            <a:xfrm>
              <a:off x="1715333" y="622374"/>
              <a:ext cx="0" cy="661357"/>
            </a:xfrm>
            <a:prstGeom prst="line">
              <a:avLst/>
            </a:prstGeom>
            <a:ln w="12700">
              <a:solidFill>
                <a:schemeClr val="tx1"/>
              </a:solidFill>
              <a:prstDash val="sysDot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6" name="Straight Connector 215">
              <a:extLst>
                <a:ext uri="{FF2B5EF4-FFF2-40B4-BE49-F238E27FC236}">
                  <a16:creationId xmlns:a16="http://schemas.microsoft.com/office/drawing/2014/main" id="{BA62AEB6-F413-B8EF-F1CF-5730D59A165A}"/>
                </a:ext>
              </a:extLst>
            </p:cNvPr>
            <p:cNvCxnSpPr/>
            <p:nvPr/>
          </p:nvCxnSpPr>
          <p:spPr>
            <a:xfrm>
              <a:off x="2341276" y="622375"/>
              <a:ext cx="0" cy="661357"/>
            </a:xfrm>
            <a:prstGeom prst="line">
              <a:avLst/>
            </a:prstGeom>
            <a:ln w="12700">
              <a:solidFill>
                <a:schemeClr val="tx1"/>
              </a:solidFill>
              <a:prstDash val="sysDot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7" name="Straight Connector 216">
              <a:extLst>
                <a:ext uri="{FF2B5EF4-FFF2-40B4-BE49-F238E27FC236}">
                  <a16:creationId xmlns:a16="http://schemas.microsoft.com/office/drawing/2014/main" id="{67B8910D-173B-DF97-4AF0-E704CED34E6C}"/>
                </a:ext>
              </a:extLst>
            </p:cNvPr>
            <p:cNvCxnSpPr/>
            <p:nvPr/>
          </p:nvCxnSpPr>
          <p:spPr>
            <a:xfrm>
              <a:off x="2956921" y="633564"/>
              <a:ext cx="0" cy="661357"/>
            </a:xfrm>
            <a:prstGeom prst="line">
              <a:avLst/>
            </a:prstGeom>
            <a:ln w="12700">
              <a:solidFill>
                <a:schemeClr val="tx1"/>
              </a:solidFill>
              <a:prstDash val="sysDot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9" name="Straight Connector 218">
              <a:extLst>
                <a:ext uri="{FF2B5EF4-FFF2-40B4-BE49-F238E27FC236}">
                  <a16:creationId xmlns:a16="http://schemas.microsoft.com/office/drawing/2014/main" id="{DBDF6041-78F9-47E2-6576-4F0E0C63E958}"/>
                </a:ext>
              </a:extLst>
            </p:cNvPr>
            <p:cNvCxnSpPr/>
            <p:nvPr/>
          </p:nvCxnSpPr>
          <p:spPr>
            <a:xfrm>
              <a:off x="3565790" y="626521"/>
              <a:ext cx="0" cy="661357"/>
            </a:xfrm>
            <a:prstGeom prst="line">
              <a:avLst/>
            </a:prstGeom>
            <a:ln w="12700">
              <a:solidFill>
                <a:schemeClr val="tx1"/>
              </a:solidFill>
              <a:prstDash val="sysDot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222" name="Picture 221">
            <a:extLst>
              <a:ext uri="{FF2B5EF4-FFF2-40B4-BE49-F238E27FC236}">
                <a16:creationId xmlns:a16="http://schemas.microsoft.com/office/drawing/2014/main" id="{37925E5A-3E9B-2145-3352-907B42BB75E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418180"/>
            <a:ext cx="5197907" cy="1439820"/>
          </a:xfrm>
          <a:prstGeom prst="rect">
            <a:avLst/>
          </a:prstGeom>
        </p:spPr>
      </p:pic>
      <p:grpSp>
        <p:nvGrpSpPr>
          <p:cNvPr id="13" name="Group 12">
            <a:extLst>
              <a:ext uri="{FF2B5EF4-FFF2-40B4-BE49-F238E27FC236}">
                <a16:creationId xmlns:a16="http://schemas.microsoft.com/office/drawing/2014/main" id="{E019AD09-3E4F-796B-0AC8-BA5F17B92F71}"/>
              </a:ext>
            </a:extLst>
          </p:cNvPr>
          <p:cNvGrpSpPr/>
          <p:nvPr/>
        </p:nvGrpSpPr>
        <p:grpSpPr>
          <a:xfrm>
            <a:off x="2588900" y="323658"/>
            <a:ext cx="8879200" cy="6210684"/>
            <a:chOff x="1942544" y="1301750"/>
            <a:chExt cx="6082512" cy="4254500"/>
          </a:xfrm>
        </p:grpSpPr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09B86C84-A2C5-E9BB-77DB-727D691E9319}"/>
                </a:ext>
              </a:extLst>
            </p:cNvPr>
            <p:cNvGrpSpPr/>
            <p:nvPr/>
          </p:nvGrpSpPr>
          <p:grpSpPr>
            <a:xfrm>
              <a:off x="1942544" y="1301750"/>
              <a:ext cx="6082512" cy="4254500"/>
              <a:chOff x="1942544" y="1301750"/>
              <a:chExt cx="6082512" cy="4254500"/>
            </a:xfrm>
          </p:grpSpPr>
          <p:sp>
            <p:nvSpPr>
              <p:cNvPr id="7" name="Cloud 6">
                <a:extLst>
                  <a:ext uri="{FF2B5EF4-FFF2-40B4-BE49-F238E27FC236}">
                    <a16:creationId xmlns:a16="http://schemas.microsoft.com/office/drawing/2014/main" id="{92E700DE-6F7F-3810-FBAC-295C8266767B}"/>
                  </a:ext>
                </a:extLst>
              </p:cNvPr>
              <p:cNvSpPr/>
              <p:nvPr/>
            </p:nvSpPr>
            <p:spPr>
              <a:xfrm rot="401311">
                <a:off x="1948500" y="1301750"/>
                <a:ext cx="6070600" cy="4254500"/>
              </a:xfrm>
              <a:prstGeom prst="cloud">
                <a:avLst/>
              </a:prstGeom>
              <a:solidFill>
                <a:schemeClr val="bg1"/>
              </a:solidFill>
              <a:ln w="38100">
                <a:solidFill>
                  <a:schemeClr val="bg1">
                    <a:lumMod val="75000"/>
                  </a:schemeClr>
                </a:solidFill>
                <a:prstDash val="sysDash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8" name="Cloud 7">
                <a:extLst>
                  <a:ext uri="{FF2B5EF4-FFF2-40B4-BE49-F238E27FC236}">
                    <a16:creationId xmlns:a16="http://schemas.microsoft.com/office/drawing/2014/main" id="{8DEF9780-60E3-A60D-A8A3-5D88829EEAD2}"/>
                  </a:ext>
                </a:extLst>
              </p:cNvPr>
              <p:cNvSpPr/>
              <p:nvPr/>
            </p:nvSpPr>
            <p:spPr>
              <a:xfrm rot="401311">
                <a:off x="1942544" y="1382575"/>
                <a:ext cx="6082512" cy="4118248"/>
              </a:xfrm>
              <a:prstGeom prst="cloud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</p:grp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700079E5-8CF9-2B3B-3D4C-BD7731B47497}"/>
                </a:ext>
              </a:extLst>
            </p:cNvPr>
            <p:cNvCxnSpPr>
              <a:cxnSpLocks/>
            </p:cNvCxnSpPr>
            <p:nvPr/>
          </p:nvCxnSpPr>
          <p:spPr>
            <a:xfrm>
              <a:off x="2133600" y="3429000"/>
              <a:ext cx="5867400" cy="0"/>
            </a:xfrm>
            <a:prstGeom prst="line">
              <a:avLst/>
            </a:prstGeom>
            <a:solidFill>
              <a:schemeClr val="bg1"/>
            </a:solidFill>
            <a:ln w="38100">
              <a:solidFill>
                <a:schemeClr val="bg1">
                  <a:lumMod val="75000"/>
                </a:schemeClr>
              </a:solidFill>
              <a:prstDash val="sys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sp>
        <p:nvSpPr>
          <p:cNvPr id="14" name="TextBox 13">
            <a:extLst>
              <a:ext uri="{FF2B5EF4-FFF2-40B4-BE49-F238E27FC236}">
                <a16:creationId xmlns:a16="http://schemas.microsoft.com/office/drawing/2014/main" id="{CBFEF331-E63F-CA8A-E055-253D31184231}"/>
              </a:ext>
            </a:extLst>
          </p:cNvPr>
          <p:cNvSpPr txBox="1"/>
          <p:nvPr/>
        </p:nvSpPr>
        <p:spPr>
          <a:xfrm>
            <a:off x="6238875" y="314003"/>
            <a:ext cx="818636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WIS2</a:t>
            </a:r>
          </a:p>
        </p:txBody>
      </p:sp>
      <p:grpSp>
        <p:nvGrpSpPr>
          <p:cNvPr id="225" name="Group 224">
            <a:extLst>
              <a:ext uri="{FF2B5EF4-FFF2-40B4-BE49-F238E27FC236}">
                <a16:creationId xmlns:a16="http://schemas.microsoft.com/office/drawing/2014/main" id="{7AB4AEAF-B5B9-E5F4-4D38-710F908806BA}"/>
              </a:ext>
            </a:extLst>
          </p:cNvPr>
          <p:cNvGrpSpPr/>
          <p:nvPr/>
        </p:nvGrpSpPr>
        <p:grpSpPr>
          <a:xfrm>
            <a:off x="350689" y="4160355"/>
            <a:ext cx="466050" cy="669682"/>
            <a:chOff x="1159011" y="4934512"/>
            <a:chExt cx="466050" cy="669682"/>
          </a:xfrm>
        </p:grpSpPr>
        <p:sp>
          <p:nvSpPr>
            <p:cNvPr id="224" name="Rectangle: Rounded Corners 223">
              <a:extLst>
                <a:ext uri="{FF2B5EF4-FFF2-40B4-BE49-F238E27FC236}">
                  <a16:creationId xmlns:a16="http://schemas.microsoft.com/office/drawing/2014/main" id="{6B208C0C-1C52-B986-B806-D9309DC4DF0C}"/>
                </a:ext>
              </a:extLst>
            </p:cNvPr>
            <p:cNvSpPr/>
            <p:nvPr/>
          </p:nvSpPr>
          <p:spPr>
            <a:xfrm>
              <a:off x="1159011" y="4934512"/>
              <a:ext cx="466050" cy="669682"/>
            </a:xfrm>
            <a:prstGeom prst="roundRect">
              <a:avLst>
                <a:gd name="adj" fmla="val 8535"/>
              </a:avLst>
            </a:prstGeom>
            <a:solidFill>
              <a:schemeClr val="bg1"/>
            </a:solidFill>
            <a:ln w="12700">
              <a:prstDash val="sys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218" name="Rectangle 217">
              <a:extLst>
                <a:ext uri="{FF2B5EF4-FFF2-40B4-BE49-F238E27FC236}">
                  <a16:creationId xmlns:a16="http://schemas.microsoft.com/office/drawing/2014/main" id="{379E2C6C-21AC-124C-713F-96C854340664}"/>
                </a:ext>
              </a:extLst>
            </p:cNvPr>
            <p:cNvSpPr/>
            <p:nvPr/>
          </p:nvSpPr>
          <p:spPr>
            <a:xfrm>
              <a:off x="1307134" y="5356687"/>
              <a:ext cx="169804" cy="169804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A</a:t>
              </a:r>
            </a:p>
          </p:txBody>
        </p:sp>
        <p:pic>
          <p:nvPicPr>
            <p:cNvPr id="223" name="Picture 222" descr="A black and white symbol&#10;&#10;Description automatically generated">
              <a:extLst>
                <a:ext uri="{FF2B5EF4-FFF2-40B4-BE49-F238E27FC236}">
                  <a16:creationId xmlns:a16="http://schemas.microsoft.com/office/drawing/2014/main" id="{85495CFC-0F1F-D2BA-AC36-221AB94B5A5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216187" y="4970684"/>
              <a:ext cx="351698" cy="351696"/>
            </a:xfrm>
            <a:prstGeom prst="rect">
              <a:avLst/>
            </a:prstGeom>
          </p:spPr>
        </p:pic>
      </p:grpSp>
      <p:grpSp>
        <p:nvGrpSpPr>
          <p:cNvPr id="234" name="Group 233">
            <a:extLst>
              <a:ext uri="{FF2B5EF4-FFF2-40B4-BE49-F238E27FC236}">
                <a16:creationId xmlns:a16="http://schemas.microsoft.com/office/drawing/2014/main" id="{8C8A19AF-88BA-80A6-2E46-363BB679984B}"/>
              </a:ext>
            </a:extLst>
          </p:cNvPr>
          <p:cNvGrpSpPr/>
          <p:nvPr/>
        </p:nvGrpSpPr>
        <p:grpSpPr>
          <a:xfrm>
            <a:off x="858066" y="4163562"/>
            <a:ext cx="466050" cy="669682"/>
            <a:chOff x="1159011" y="4934512"/>
            <a:chExt cx="466050" cy="669682"/>
          </a:xfrm>
        </p:grpSpPr>
        <p:sp>
          <p:nvSpPr>
            <p:cNvPr id="235" name="Rectangle: Rounded Corners 234">
              <a:extLst>
                <a:ext uri="{FF2B5EF4-FFF2-40B4-BE49-F238E27FC236}">
                  <a16:creationId xmlns:a16="http://schemas.microsoft.com/office/drawing/2014/main" id="{DE59BDB7-E150-C502-4F13-F791557B2222}"/>
                </a:ext>
              </a:extLst>
            </p:cNvPr>
            <p:cNvSpPr/>
            <p:nvPr/>
          </p:nvSpPr>
          <p:spPr>
            <a:xfrm>
              <a:off x="1159011" y="4934512"/>
              <a:ext cx="466050" cy="669682"/>
            </a:xfrm>
            <a:prstGeom prst="roundRect">
              <a:avLst>
                <a:gd name="adj" fmla="val 8535"/>
              </a:avLst>
            </a:prstGeom>
            <a:solidFill>
              <a:schemeClr val="bg1"/>
            </a:solidFill>
            <a:ln w="12700">
              <a:prstDash val="sys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236" name="Rectangle 235">
              <a:extLst>
                <a:ext uri="{FF2B5EF4-FFF2-40B4-BE49-F238E27FC236}">
                  <a16:creationId xmlns:a16="http://schemas.microsoft.com/office/drawing/2014/main" id="{1C38D97D-CD33-1F34-DAB6-4059F45DC994}"/>
                </a:ext>
              </a:extLst>
            </p:cNvPr>
            <p:cNvSpPr/>
            <p:nvPr/>
          </p:nvSpPr>
          <p:spPr>
            <a:xfrm>
              <a:off x="1307134" y="5356687"/>
              <a:ext cx="169804" cy="169804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B</a:t>
              </a:r>
            </a:p>
          </p:txBody>
        </p:sp>
        <p:pic>
          <p:nvPicPr>
            <p:cNvPr id="237" name="Picture 236" descr="A black and white symbol&#10;&#10;Description automatically generated">
              <a:extLst>
                <a:ext uri="{FF2B5EF4-FFF2-40B4-BE49-F238E27FC236}">
                  <a16:creationId xmlns:a16="http://schemas.microsoft.com/office/drawing/2014/main" id="{025442FC-AEE8-1F1B-5704-595388A506F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216187" y="4970684"/>
              <a:ext cx="351698" cy="351696"/>
            </a:xfrm>
            <a:prstGeom prst="rect">
              <a:avLst/>
            </a:prstGeom>
          </p:spPr>
        </p:pic>
      </p:grpSp>
      <p:grpSp>
        <p:nvGrpSpPr>
          <p:cNvPr id="238" name="Group 237">
            <a:extLst>
              <a:ext uri="{FF2B5EF4-FFF2-40B4-BE49-F238E27FC236}">
                <a16:creationId xmlns:a16="http://schemas.microsoft.com/office/drawing/2014/main" id="{56E6D8FE-5F91-6967-A42B-F1CD6DC6751F}"/>
              </a:ext>
            </a:extLst>
          </p:cNvPr>
          <p:cNvGrpSpPr/>
          <p:nvPr/>
        </p:nvGrpSpPr>
        <p:grpSpPr>
          <a:xfrm>
            <a:off x="856832" y="4869695"/>
            <a:ext cx="466050" cy="669682"/>
            <a:chOff x="1159011" y="4934512"/>
            <a:chExt cx="466050" cy="669682"/>
          </a:xfrm>
        </p:grpSpPr>
        <p:sp>
          <p:nvSpPr>
            <p:cNvPr id="239" name="Rectangle: Rounded Corners 238">
              <a:extLst>
                <a:ext uri="{FF2B5EF4-FFF2-40B4-BE49-F238E27FC236}">
                  <a16:creationId xmlns:a16="http://schemas.microsoft.com/office/drawing/2014/main" id="{3A6B0FFC-0C2E-1292-F47A-BF666DC77081}"/>
                </a:ext>
              </a:extLst>
            </p:cNvPr>
            <p:cNvSpPr/>
            <p:nvPr/>
          </p:nvSpPr>
          <p:spPr>
            <a:xfrm>
              <a:off x="1159011" y="4934512"/>
              <a:ext cx="466050" cy="669682"/>
            </a:xfrm>
            <a:prstGeom prst="roundRect">
              <a:avLst>
                <a:gd name="adj" fmla="val 8535"/>
              </a:avLst>
            </a:prstGeom>
            <a:solidFill>
              <a:schemeClr val="bg1"/>
            </a:solidFill>
            <a:ln w="12700">
              <a:prstDash val="sys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240" name="Rectangle 239">
              <a:extLst>
                <a:ext uri="{FF2B5EF4-FFF2-40B4-BE49-F238E27FC236}">
                  <a16:creationId xmlns:a16="http://schemas.microsoft.com/office/drawing/2014/main" id="{F658B81B-99B4-B92C-B204-2D4F4E8E3304}"/>
                </a:ext>
              </a:extLst>
            </p:cNvPr>
            <p:cNvSpPr/>
            <p:nvPr/>
          </p:nvSpPr>
          <p:spPr>
            <a:xfrm>
              <a:off x="1307134" y="5356687"/>
              <a:ext cx="169804" cy="169804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D</a:t>
              </a:r>
            </a:p>
          </p:txBody>
        </p:sp>
        <p:pic>
          <p:nvPicPr>
            <p:cNvPr id="241" name="Picture 240" descr="A black and white symbol&#10;&#10;Description automatically generated">
              <a:extLst>
                <a:ext uri="{FF2B5EF4-FFF2-40B4-BE49-F238E27FC236}">
                  <a16:creationId xmlns:a16="http://schemas.microsoft.com/office/drawing/2014/main" id="{168CF593-10BA-4E24-E965-96F4C853B8A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216187" y="4970684"/>
              <a:ext cx="351698" cy="351696"/>
            </a:xfrm>
            <a:prstGeom prst="rect">
              <a:avLst/>
            </a:prstGeom>
          </p:spPr>
        </p:pic>
      </p:grpSp>
      <p:grpSp>
        <p:nvGrpSpPr>
          <p:cNvPr id="242" name="Group 241">
            <a:extLst>
              <a:ext uri="{FF2B5EF4-FFF2-40B4-BE49-F238E27FC236}">
                <a16:creationId xmlns:a16="http://schemas.microsoft.com/office/drawing/2014/main" id="{14FF6BBB-72C5-98C0-506C-C206AAD493E7}"/>
              </a:ext>
            </a:extLst>
          </p:cNvPr>
          <p:cNvGrpSpPr/>
          <p:nvPr/>
        </p:nvGrpSpPr>
        <p:grpSpPr>
          <a:xfrm>
            <a:off x="349454" y="4869695"/>
            <a:ext cx="466050" cy="669682"/>
            <a:chOff x="1159011" y="4934512"/>
            <a:chExt cx="466050" cy="669682"/>
          </a:xfrm>
        </p:grpSpPr>
        <p:sp>
          <p:nvSpPr>
            <p:cNvPr id="243" name="Rectangle: Rounded Corners 242">
              <a:extLst>
                <a:ext uri="{FF2B5EF4-FFF2-40B4-BE49-F238E27FC236}">
                  <a16:creationId xmlns:a16="http://schemas.microsoft.com/office/drawing/2014/main" id="{C88541FE-EE1F-A585-7170-C71A5D210D37}"/>
                </a:ext>
              </a:extLst>
            </p:cNvPr>
            <p:cNvSpPr/>
            <p:nvPr/>
          </p:nvSpPr>
          <p:spPr>
            <a:xfrm>
              <a:off x="1159011" y="4934512"/>
              <a:ext cx="466050" cy="669682"/>
            </a:xfrm>
            <a:prstGeom prst="roundRect">
              <a:avLst>
                <a:gd name="adj" fmla="val 8535"/>
              </a:avLst>
            </a:prstGeom>
            <a:solidFill>
              <a:schemeClr val="bg1"/>
            </a:solidFill>
            <a:ln w="12700">
              <a:prstDash val="sys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244" name="Rectangle 243">
              <a:extLst>
                <a:ext uri="{FF2B5EF4-FFF2-40B4-BE49-F238E27FC236}">
                  <a16:creationId xmlns:a16="http://schemas.microsoft.com/office/drawing/2014/main" id="{2D70B2FB-3A17-5D6D-E64B-452453EE1D14}"/>
                </a:ext>
              </a:extLst>
            </p:cNvPr>
            <p:cNvSpPr/>
            <p:nvPr/>
          </p:nvSpPr>
          <p:spPr>
            <a:xfrm>
              <a:off x="1307134" y="5356687"/>
              <a:ext cx="169804" cy="169804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C</a:t>
              </a:r>
            </a:p>
          </p:txBody>
        </p:sp>
        <p:pic>
          <p:nvPicPr>
            <p:cNvPr id="245" name="Picture 244" descr="A black and white symbol&#10;&#10;Description automatically generated">
              <a:extLst>
                <a:ext uri="{FF2B5EF4-FFF2-40B4-BE49-F238E27FC236}">
                  <a16:creationId xmlns:a16="http://schemas.microsoft.com/office/drawing/2014/main" id="{42EFBA31-F809-D05A-EDFC-066A9DF79C8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216187" y="4970684"/>
              <a:ext cx="351698" cy="351696"/>
            </a:xfrm>
            <a:prstGeom prst="rect">
              <a:avLst/>
            </a:prstGeom>
          </p:spPr>
        </p:pic>
      </p:grpSp>
      <p:grpSp>
        <p:nvGrpSpPr>
          <p:cNvPr id="249" name="Group 248">
            <a:extLst>
              <a:ext uri="{FF2B5EF4-FFF2-40B4-BE49-F238E27FC236}">
                <a16:creationId xmlns:a16="http://schemas.microsoft.com/office/drawing/2014/main" id="{41433EEB-8795-129D-9AF6-CD54D0997EC1}"/>
              </a:ext>
            </a:extLst>
          </p:cNvPr>
          <p:cNvGrpSpPr/>
          <p:nvPr/>
        </p:nvGrpSpPr>
        <p:grpSpPr>
          <a:xfrm>
            <a:off x="1633202" y="1621248"/>
            <a:ext cx="1960897" cy="3158269"/>
            <a:chOff x="1633202" y="1621248"/>
            <a:chExt cx="1960897" cy="3158269"/>
          </a:xfrm>
        </p:grpSpPr>
        <p:sp>
          <p:nvSpPr>
            <p:cNvPr id="247" name="Rectangle: Rounded Corners 246">
              <a:extLst>
                <a:ext uri="{FF2B5EF4-FFF2-40B4-BE49-F238E27FC236}">
                  <a16:creationId xmlns:a16="http://schemas.microsoft.com/office/drawing/2014/main" id="{C06BC429-C1D9-DF63-849C-5FED36E09483}"/>
                </a:ext>
              </a:extLst>
            </p:cNvPr>
            <p:cNvSpPr/>
            <p:nvPr/>
          </p:nvSpPr>
          <p:spPr>
            <a:xfrm>
              <a:off x="1633202" y="1858519"/>
              <a:ext cx="1960897" cy="2920998"/>
            </a:xfrm>
            <a:prstGeom prst="roundRect">
              <a:avLst>
                <a:gd name="adj" fmla="val 3624"/>
              </a:avLst>
            </a:prstGeom>
            <a:solidFill>
              <a:schemeClr val="bg1">
                <a:lumMod val="95000"/>
                <a:alpha val="50196"/>
              </a:schemeClr>
            </a:solidFill>
            <a:ln w="12700">
              <a:solidFill>
                <a:schemeClr val="tx1">
                  <a:lumMod val="50000"/>
                  <a:lumOff val="50000"/>
                </a:schemeClr>
              </a:solidFill>
              <a:prstDash val="sysDot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248" name="TextBox 247">
              <a:extLst>
                <a:ext uri="{FF2B5EF4-FFF2-40B4-BE49-F238E27FC236}">
                  <a16:creationId xmlns:a16="http://schemas.microsoft.com/office/drawing/2014/main" id="{D44D3EC9-C4AB-CB47-0309-0BD7B10DE037}"/>
                </a:ext>
              </a:extLst>
            </p:cNvPr>
            <p:cNvSpPr txBox="1"/>
            <p:nvPr/>
          </p:nvSpPr>
          <p:spPr>
            <a:xfrm>
              <a:off x="2059127" y="1621248"/>
              <a:ext cx="1179193" cy="2539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5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WIS Centre</a:t>
              </a:r>
              <a:endParaRPr kumimoji="0" lang="en-GB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246" name="Group 245">
            <a:extLst>
              <a:ext uri="{FF2B5EF4-FFF2-40B4-BE49-F238E27FC236}">
                <a16:creationId xmlns:a16="http://schemas.microsoft.com/office/drawing/2014/main" id="{ED506C09-C3E0-453C-FD58-79A05242D3B7}"/>
              </a:ext>
            </a:extLst>
          </p:cNvPr>
          <p:cNvGrpSpPr/>
          <p:nvPr/>
        </p:nvGrpSpPr>
        <p:grpSpPr>
          <a:xfrm>
            <a:off x="238558" y="2004858"/>
            <a:ext cx="2724621" cy="2574854"/>
            <a:chOff x="238558" y="2004858"/>
            <a:chExt cx="2724621" cy="2574854"/>
          </a:xfrm>
        </p:grpSpPr>
        <p:pic>
          <p:nvPicPr>
            <p:cNvPr id="52" name="Picture 51">
              <a:extLst>
                <a:ext uri="{FF2B5EF4-FFF2-40B4-BE49-F238E27FC236}">
                  <a16:creationId xmlns:a16="http://schemas.microsoft.com/office/drawing/2014/main" id="{D4CB6C78-9045-8FA3-0837-32AB1699447E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256121" y="3053461"/>
              <a:ext cx="1338982" cy="751078"/>
            </a:xfrm>
            <a:prstGeom prst="rect">
              <a:avLst/>
            </a:prstGeom>
          </p:spPr>
        </p:pic>
        <p:grpSp>
          <p:nvGrpSpPr>
            <p:cNvPr id="53" name="Group 52">
              <a:extLst>
                <a:ext uri="{FF2B5EF4-FFF2-40B4-BE49-F238E27FC236}">
                  <a16:creationId xmlns:a16="http://schemas.microsoft.com/office/drawing/2014/main" id="{FB87601E-1BEA-ABBA-7E2C-D7A92F44B246}"/>
                </a:ext>
              </a:extLst>
            </p:cNvPr>
            <p:cNvGrpSpPr/>
            <p:nvPr/>
          </p:nvGrpSpPr>
          <p:grpSpPr>
            <a:xfrm>
              <a:off x="2334271" y="2004858"/>
              <a:ext cx="628907" cy="910662"/>
              <a:chOff x="6648193" y="889820"/>
              <a:chExt cx="628907" cy="910662"/>
            </a:xfrm>
          </p:grpSpPr>
          <p:sp>
            <p:nvSpPr>
              <p:cNvPr id="54" name="Rectangle: Rounded Corners 53">
                <a:extLst>
                  <a:ext uri="{FF2B5EF4-FFF2-40B4-BE49-F238E27FC236}">
                    <a16:creationId xmlns:a16="http://schemas.microsoft.com/office/drawing/2014/main" id="{11568FA5-AC95-58BD-5CDC-CF23ACF1260F}"/>
                  </a:ext>
                </a:extLst>
              </p:cNvPr>
              <p:cNvSpPr/>
              <p:nvPr/>
            </p:nvSpPr>
            <p:spPr>
              <a:xfrm>
                <a:off x="6648193" y="1171575"/>
                <a:ext cx="628907" cy="628907"/>
              </a:xfrm>
              <a:prstGeom prst="roundRect">
                <a:avLst>
                  <a:gd name="adj" fmla="val 8678"/>
                </a:avLst>
              </a:prstGeom>
              <a:solidFill>
                <a:schemeClr val="bg1"/>
              </a:solidFill>
              <a:ln w="28575">
                <a:solidFill>
                  <a:srgbClr val="3963DA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3963DA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3963DA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WIS2 Node</a:t>
                </a:r>
              </a:p>
            </p:txBody>
          </p:sp>
          <p:pic>
            <p:nvPicPr>
              <p:cNvPr id="55" name="Picture 54">
                <a:extLst>
                  <a:ext uri="{FF2B5EF4-FFF2-40B4-BE49-F238E27FC236}">
                    <a16:creationId xmlns:a16="http://schemas.microsoft.com/office/drawing/2014/main" id="{84B316E6-0C6B-A7A1-9A0D-4E0E797F97B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6701185" y="889820"/>
                <a:ext cx="522922" cy="532516"/>
              </a:xfrm>
              <a:prstGeom prst="rect">
                <a:avLst/>
              </a:prstGeom>
            </p:spPr>
          </p:pic>
        </p:grpSp>
        <p:sp>
          <p:nvSpPr>
            <p:cNvPr id="56" name="Rectangle: Rounded Corners 55">
              <a:extLst>
                <a:ext uri="{FF2B5EF4-FFF2-40B4-BE49-F238E27FC236}">
                  <a16:creationId xmlns:a16="http://schemas.microsoft.com/office/drawing/2014/main" id="{D9827367-61C5-14D9-DD10-4C4F02B49B4D}"/>
                </a:ext>
              </a:extLst>
            </p:cNvPr>
            <p:cNvSpPr/>
            <p:nvPr/>
          </p:nvSpPr>
          <p:spPr>
            <a:xfrm>
              <a:off x="2334272" y="3950805"/>
              <a:ext cx="628907" cy="628907"/>
            </a:xfrm>
            <a:prstGeom prst="roundRect">
              <a:avLst>
                <a:gd name="adj" fmla="val 8678"/>
              </a:avLst>
            </a:prstGeom>
            <a:solidFill>
              <a:schemeClr val="bg1"/>
            </a:solidFill>
            <a:ln w="28575"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E8E8E8">
                      <a:lumMod val="75000"/>
                    </a:srgbClr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MSS</a:t>
              </a:r>
            </a:p>
          </p:txBody>
        </p:sp>
        <p:cxnSp>
          <p:nvCxnSpPr>
            <p:cNvPr id="58" name="Straight Arrow Connector 57">
              <a:extLst>
                <a:ext uri="{FF2B5EF4-FFF2-40B4-BE49-F238E27FC236}">
                  <a16:creationId xmlns:a16="http://schemas.microsoft.com/office/drawing/2014/main" id="{0462342A-5FEE-BC25-37C9-7741B3F143EC}"/>
                </a:ext>
              </a:extLst>
            </p:cNvPr>
            <p:cNvCxnSpPr/>
            <p:nvPr/>
          </p:nvCxnSpPr>
          <p:spPr>
            <a:xfrm flipV="1">
              <a:off x="1476375" y="2733675"/>
              <a:ext cx="751592" cy="419100"/>
            </a:xfrm>
            <a:prstGeom prst="straightConnector1">
              <a:avLst/>
            </a:prstGeom>
            <a:ln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Straight Arrow Connector 60">
              <a:extLst>
                <a:ext uri="{FF2B5EF4-FFF2-40B4-BE49-F238E27FC236}">
                  <a16:creationId xmlns:a16="http://schemas.microsoft.com/office/drawing/2014/main" id="{ACDFF098-EA33-D8C0-32A9-22F859099D7E}"/>
                </a:ext>
              </a:extLst>
            </p:cNvPr>
            <p:cNvCxnSpPr>
              <a:cxnSpLocks/>
            </p:cNvCxnSpPr>
            <p:nvPr/>
          </p:nvCxnSpPr>
          <p:spPr>
            <a:xfrm>
              <a:off x="1476375" y="3741255"/>
              <a:ext cx="751592" cy="419100"/>
            </a:xfrm>
            <a:prstGeom prst="straightConnector1">
              <a:avLst/>
            </a:prstGeom>
            <a:ln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62" name="TextBox 61">
              <a:extLst>
                <a:ext uri="{FF2B5EF4-FFF2-40B4-BE49-F238E27FC236}">
                  <a16:creationId xmlns:a16="http://schemas.microsoft.com/office/drawing/2014/main" id="{B2512028-829F-31C6-25F4-0C3F5036F884}"/>
                </a:ext>
              </a:extLst>
            </p:cNvPr>
            <p:cNvSpPr txBox="1"/>
            <p:nvPr/>
          </p:nvSpPr>
          <p:spPr>
            <a:xfrm>
              <a:off x="238558" y="3676872"/>
              <a:ext cx="1179193" cy="43858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5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data management system</a:t>
              </a: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</a:t>
              </a:r>
            </a:p>
          </p:txBody>
        </p:sp>
      </p:grpSp>
      <p:sp>
        <p:nvSpPr>
          <p:cNvPr id="250" name="TextBox 249">
            <a:extLst>
              <a:ext uri="{FF2B5EF4-FFF2-40B4-BE49-F238E27FC236}">
                <a16:creationId xmlns:a16="http://schemas.microsoft.com/office/drawing/2014/main" id="{B2D6087F-7D4D-8C6F-A16B-5837D5D7020E}"/>
              </a:ext>
            </a:extLst>
          </p:cNvPr>
          <p:cNvSpPr txBox="1"/>
          <p:nvPr/>
        </p:nvSpPr>
        <p:spPr>
          <a:xfrm>
            <a:off x="6619182" y="6359331"/>
            <a:ext cx="818636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GTS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EA1050C-0032-C5DB-D0CD-37256327F91E}"/>
              </a:ext>
            </a:extLst>
          </p:cNvPr>
          <p:cNvSpPr txBox="1"/>
          <p:nvPr/>
        </p:nvSpPr>
        <p:spPr>
          <a:xfrm>
            <a:off x="2074853" y="3688682"/>
            <a:ext cx="117919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0" i="0" u="none" strike="noStrike" kern="0" cap="none" spc="0" normalizeH="0" baseline="0" noProof="0" dirty="0">
                <a:ln>
                  <a:noFill/>
                </a:ln>
                <a:solidFill>
                  <a:srgbClr val="E8E8E8">
                    <a:lumMod val="75000"/>
                  </a:srgbClr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CCCC = </a:t>
            </a:r>
            <a:r>
              <a:rPr kumimoji="0" lang="en-GB" sz="1200" b="1" i="0" u="none" strike="noStrike" kern="0" cap="none" spc="0" normalizeH="0" baseline="0" noProof="0" dirty="0">
                <a:ln>
                  <a:noFill/>
                </a:ln>
                <a:solidFill>
                  <a:srgbClr val="E8E8E8">
                    <a:lumMod val="75000"/>
                  </a:srgbClr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TEST</a:t>
            </a:r>
            <a:endParaRPr kumimoji="0" lang="en-GB" sz="1600" b="1" i="0" u="none" strike="noStrike" kern="0" cap="none" spc="0" normalizeH="0" baseline="0" noProof="0" dirty="0">
              <a:ln>
                <a:noFill/>
              </a:ln>
              <a:solidFill>
                <a:srgbClr val="E8E8E8">
                  <a:lumMod val="75000"/>
                </a:srgbClr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+mn-cs"/>
            </a:endParaRPr>
          </a:p>
        </p:txBody>
      </p:sp>
      <p:grpSp>
        <p:nvGrpSpPr>
          <p:cNvPr id="209" name="Group 208">
            <a:extLst>
              <a:ext uri="{FF2B5EF4-FFF2-40B4-BE49-F238E27FC236}">
                <a16:creationId xmlns:a16="http://schemas.microsoft.com/office/drawing/2014/main" id="{A3B0EC24-6065-9DD3-E170-0838AA859565}"/>
              </a:ext>
            </a:extLst>
          </p:cNvPr>
          <p:cNvGrpSpPr/>
          <p:nvPr/>
        </p:nvGrpSpPr>
        <p:grpSpPr>
          <a:xfrm>
            <a:off x="1430655" y="808440"/>
            <a:ext cx="2456202" cy="855395"/>
            <a:chOff x="1430655" y="770340"/>
            <a:chExt cx="2456202" cy="855395"/>
          </a:xfrm>
        </p:grpSpPr>
        <p:grpSp>
          <p:nvGrpSpPr>
            <p:cNvPr id="49" name="Group 48">
              <a:extLst>
                <a:ext uri="{FF2B5EF4-FFF2-40B4-BE49-F238E27FC236}">
                  <a16:creationId xmlns:a16="http://schemas.microsoft.com/office/drawing/2014/main" id="{E0781434-A71E-80D9-7996-CB2F0D3B2EE2}"/>
                </a:ext>
              </a:extLst>
            </p:cNvPr>
            <p:cNvGrpSpPr/>
            <p:nvPr/>
          </p:nvGrpSpPr>
          <p:grpSpPr>
            <a:xfrm>
              <a:off x="1430655" y="770340"/>
              <a:ext cx="612283" cy="855395"/>
              <a:chOff x="2425679" y="690821"/>
              <a:chExt cx="612283" cy="855395"/>
            </a:xfrm>
          </p:grpSpPr>
          <p:pic>
            <p:nvPicPr>
              <p:cNvPr id="43" name="Picture 42">
                <a:extLst>
                  <a:ext uri="{FF2B5EF4-FFF2-40B4-BE49-F238E27FC236}">
                    <a16:creationId xmlns:a16="http://schemas.microsoft.com/office/drawing/2014/main" id="{E9849C91-A4C6-EE5C-68C6-AE498528C10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2425679" y="690821"/>
                <a:ext cx="612283" cy="855395"/>
              </a:xfrm>
              <a:prstGeom prst="rect">
                <a:avLst/>
              </a:prstGeom>
            </p:spPr>
          </p:pic>
          <p:sp>
            <p:nvSpPr>
              <p:cNvPr id="45" name="Rectangle 44">
                <a:extLst>
                  <a:ext uri="{FF2B5EF4-FFF2-40B4-BE49-F238E27FC236}">
                    <a16:creationId xmlns:a16="http://schemas.microsoft.com/office/drawing/2014/main" id="{834628E6-CEF9-C8D9-DB84-FB4801174C28}"/>
                  </a:ext>
                </a:extLst>
              </p:cNvPr>
              <p:cNvSpPr/>
              <p:nvPr/>
            </p:nvSpPr>
            <p:spPr>
              <a:xfrm>
                <a:off x="2631993" y="1000455"/>
                <a:ext cx="169804" cy="169804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A</a:t>
                </a:r>
              </a:p>
            </p:txBody>
          </p:sp>
        </p:grpSp>
        <p:grpSp>
          <p:nvGrpSpPr>
            <p:cNvPr id="50" name="Group 49">
              <a:extLst>
                <a:ext uri="{FF2B5EF4-FFF2-40B4-BE49-F238E27FC236}">
                  <a16:creationId xmlns:a16="http://schemas.microsoft.com/office/drawing/2014/main" id="{5A99ABFE-D21C-D794-87DB-D31645FA4C5A}"/>
                </a:ext>
              </a:extLst>
            </p:cNvPr>
            <p:cNvGrpSpPr/>
            <p:nvPr/>
          </p:nvGrpSpPr>
          <p:grpSpPr>
            <a:xfrm>
              <a:off x="2045295" y="770340"/>
              <a:ext cx="612283" cy="855395"/>
              <a:chOff x="2425679" y="690821"/>
              <a:chExt cx="612283" cy="855395"/>
            </a:xfrm>
          </p:grpSpPr>
          <p:pic>
            <p:nvPicPr>
              <p:cNvPr id="57" name="Picture 56">
                <a:extLst>
                  <a:ext uri="{FF2B5EF4-FFF2-40B4-BE49-F238E27FC236}">
                    <a16:creationId xmlns:a16="http://schemas.microsoft.com/office/drawing/2014/main" id="{1CB84FEE-025D-A6A9-BA24-5794CABF377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2425679" y="690821"/>
                <a:ext cx="612283" cy="855395"/>
              </a:xfrm>
              <a:prstGeom prst="rect">
                <a:avLst/>
              </a:prstGeom>
            </p:spPr>
          </p:pic>
          <p:sp>
            <p:nvSpPr>
              <p:cNvPr id="59" name="Rectangle 58">
                <a:extLst>
                  <a:ext uri="{FF2B5EF4-FFF2-40B4-BE49-F238E27FC236}">
                    <a16:creationId xmlns:a16="http://schemas.microsoft.com/office/drawing/2014/main" id="{7055B219-5569-5386-10C9-2613AEFE2447}"/>
                  </a:ext>
                </a:extLst>
              </p:cNvPr>
              <p:cNvSpPr/>
              <p:nvPr/>
            </p:nvSpPr>
            <p:spPr>
              <a:xfrm>
                <a:off x="2631993" y="1000455"/>
                <a:ext cx="169804" cy="169804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B</a:t>
                </a:r>
              </a:p>
            </p:txBody>
          </p:sp>
        </p:grpSp>
        <p:grpSp>
          <p:nvGrpSpPr>
            <p:cNvPr id="60" name="Group 59">
              <a:extLst>
                <a:ext uri="{FF2B5EF4-FFF2-40B4-BE49-F238E27FC236}">
                  <a16:creationId xmlns:a16="http://schemas.microsoft.com/office/drawing/2014/main" id="{ADB372FD-5926-8893-5016-128FE17A3360}"/>
                </a:ext>
              </a:extLst>
            </p:cNvPr>
            <p:cNvGrpSpPr/>
            <p:nvPr/>
          </p:nvGrpSpPr>
          <p:grpSpPr>
            <a:xfrm>
              <a:off x="2659935" y="770340"/>
              <a:ext cx="612283" cy="855395"/>
              <a:chOff x="2425679" y="690821"/>
              <a:chExt cx="612283" cy="855395"/>
            </a:xfrm>
          </p:grpSpPr>
          <p:pic>
            <p:nvPicPr>
              <p:cNvPr id="63" name="Picture 62">
                <a:extLst>
                  <a:ext uri="{FF2B5EF4-FFF2-40B4-BE49-F238E27FC236}">
                    <a16:creationId xmlns:a16="http://schemas.microsoft.com/office/drawing/2014/main" id="{261CCE78-91F0-E8D0-13E1-7FEE710A357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2425679" y="690821"/>
                <a:ext cx="612283" cy="855395"/>
              </a:xfrm>
              <a:prstGeom prst="rect">
                <a:avLst/>
              </a:prstGeom>
            </p:spPr>
          </p:pic>
          <p:sp>
            <p:nvSpPr>
              <p:cNvPr id="192" name="Rectangle 191">
                <a:extLst>
                  <a:ext uri="{FF2B5EF4-FFF2-40B4-BE49-F238E27FC236}">
                    <a16:creationId xmlns:a16="http://schemas.microsoft.com/office/drawing/2014/main" id="{83C7C808-0E25-5A7A-519D-7CC5EE61E2FD}"/>
                  </a:ext>
                </a:extLst>
              </p:cNvPr>
              <p:cNvSpPr/>
              <p:nvPr/>
            </p:nvSpPr>
            <p:spPr>
              <a:xfrm>
                <a:off x="2631993" y="1000455"/>
                <a:ext cx="169804" cy="169804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C</a:t>
                </a:r>
              </a:p>
            </p:txBody>
          </p:sp>
        </p:grpSp>
        <p:grpSp>
          <p:nvGrpSpPr>
            <p:cNvPr id="193" name="Group 192">
              <a:extLst>
                <a:ext uri="{FF2B5EF4-FFF2-40B4-BE49-F238E27FC236}">
                  <a16:creationId xmlns:a16="http://schemas.microsoft.com/office/drawing/2014/main" id="{9865B435-9164-EBDF-7C9F-78E31A83CC6C}"/>
                </a:ext>
              </a:extLst>
            </p:cNvPr>
            <p:cNvGrpSpPr/>
            <p:nvPr/>
          </p:nvGrpSpPr>
          <p:grpSpPr>
            <a:xfrm>
              <a:off x="3274574" y="770340"/>
              <a:ext cx="612283" cy="855395"/>
              <a:chOff x="2425679" y="690821"/>
              <a:chExt cx="612283" cy="855395"/>
            </a:xfrm>
          </p:grpSpPr>
          <p:pic>
            <p:nvPicPr>
              <p:cNvPr id="194" name="Picture 193">
                <a:extLst>
                  <a:ext uri="{FF2B5EF4-FFF2-40B4-BE49-F238E27FC236}">
                    <a16:creationId xmlns:a16="http://schemas.microsoft.com/office/drawing/2014/main" id="{1ED20DB1-5336-5850-45EE-4399BA94A3D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2425679" y="690821"/>
                <a:ext cx="612283" cy="855395"/>
              </a:xfrm>
              <a:prstGeom prst="rect">
                <a:avLst/>
              </a:prstGeom>
            </p:spPr>
          </p:pic>
          <p:sp>
            <p:nvSpPr>
              <p:cNvPr id="201" name="Rectangle 200">
                <a:extLst>
                  <a:ext uri="{FF2B5EF4-FFF2-40B4-BE49-F238E27FC236}">
                    <a16:creationId xmlns:a16="http://schemas.microsoft.com/office/drawing/2014/main" id="{D92E2048-76FE-BA79-350C-88C0FDBE2ECA}"/>
                  </a:ext>
                </a:extLst>
              </p:cNvPr>
              <p:cNvSpPr/>
              <p:nvPr/>
            </p:nvSpPr>
            <p:spPr>
              <a:xfrm>
                <a:off x="2631993" y="1000455"/>
                <a:ext cx="169804" cy="169804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D</a:t>
                </a:r>
              </a:p>
            </p:txBody>
          </p:sp>
        </p:grpSp>
      </p:grpSp>
      <p:grpSp>
        <p:nvGrpSpPr>
          <p:cNvPr id="214" name="Group 213">
            <a:extLst>
              <a:ext uri="{FF2B5EF4-FFF2-40B4-BE49-F238E27FC236}">
                <a16:creationId xmlns:a16="http://schemas.microsoft.com/office/drawing/2014/main" id="{A03BD689-8492-FF07-9BE5-478A466FE861}"/>
              </a:ext>
            </a:extLst>
          </p:cNvPr>
          <p:cNvGrpSpPr/>
          <p:nvPr/>
        </p:nvGrpSpPr>
        <p:grpSpPr>
          <a:xfrm>
            <a:off x="2963924" y="2367446"/>
            <a:ext cx="716753" cy="326665"/>
            <a:chOff x="2963924" y="2367446"/>
            <a:chExt cx="716753" cy="326665"/>
          </a:xfrm>
        </p:grpSpPr>
        <p:grpSp>
          <p:nvGrpSpPr>
            <p:cNvPr id="210" name="Group 209">
              <a:extLst>
                <a:ext uri="{FF2B5EF4-FFF2-40B4-BE49-F238E27FC236}">
                  <a16:creationId xmlns:a16="http://schemas.microsoft.com/office/drawing/2014/main" id="{FEAF0671-55CE-1278-AB59-30699E31FA7D}"/>
                </a:ext>
              </a:extLst>
            </p:cNvPr>
            <p:cNvGrpSpPr/>
            <p:nvPr/>
          </p:nvGrpSpPr>
          <p:grpSpPr>
            <a:xfrm>
              <a:off x="2963924" y="2367446"/>
              <a:ext cx="534458" cy="127000"/>
              <a:chOff x="2963178" y="2725764"/>
              <a:chExt cx="534458" cy="127000"/>
            </a:xfrm>
          </p:grpSpPr>
          <p:cxnSp>
            <p:nvCxnSpPr>
              <p:cNvPr id="211" name="Straight Connector 210">
                <a:extLst>
                  <a:ext uri="{FF2B5EF4-FFF2-40B4-BE49-F238E27FC236}">
                    <a16:creationId xmlns:a16="http://schemas.microsoft.com/office/drawing/2014/main" id="{D42BCDE8-E46E-D4D4-76A8-D0B488381845}"/>
                  </a:ext>
                </a:extLst>
              </p:cNvPr>
              <p:cNvCxnSpPr/>
              <p:nvPr/>
            </p:nvCxnSpPr>
            <p:spPr>
              <a:xfrm flipV="1">
                <a:off x="2963178" y="2789264"/>
                <a:ext cx="400050" cy="1"/>
              </a:xfrm>
              <a:prstGeom prst="line">
                <a:avLst/>
              </a:prstGeom>
              <a:noFill/>
              <a:ln w="19050" cap="flat" cmpd="sng" algn="ctr">
                <a:solidFill>
                  <a:schemeClr val="accent2">
                    <a:lumMod val="75000"/>
                  </a:schemeClr>
                </a:solidFill>
                <a:prstDash val="solid"/>
                <a:miter lim="800000"/>
              </a:ln>
              <a:effectLst/>
            </p:spPr>
          </p:cxnSp>
          <p:sp>
            <p:nvSpPr>
              <p:cNvPr id="212" name="Oval 211">
                <a:extLst>
                  <a:ext uri="{FF2B5EF4-FFF2-40B4-BE49-F238E27FC236}">
                    <a16:creationId xmlns:a16="http://schemas.microsoft.com/office/drawing/2014/main" id="{B6B19801-BF2C-C4BC-A561-D2041C10B71E}"/>
                  </a:ext>
                </a:extLst>
              </p:cNvPr>
              <p:cNvSpPr/>
              <p:nvPr/>
            </p:nvSpPr>
            <p:spPr>
              <a:xfrm>
                <a:off x="3370636" y="2725764"/>
                <a:ext cx="127000" cy="127000"/>
              </a:xfrm>
              <a:prstGeom prst="ellipse">
                <a:avLst/>
              </a:prstGeom>
              <a:solidFill>
                <a:sysClr val="window" lastClr="FFFFFF"/>
              </a:solidFill>
              <a:ln w="19050" cap="flat" cmpd="sng" algn="ctr">
                <a:solidFill>
                  <a:schemeClr val="accent2">
                    <a:lumMod val="75000"/>
                  </a:schemeClr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sp>
          <p:nvSpPr>
            <p:cNvPr id="213" name="TextBox 212">
              <a:extLst>
                <a:ext uri="{FF2B5EF4-FFF2-40B4-BE49-F238E27FC236}">
                  <a16:creationId xmlns:a16="http://schemas.microsoft.com/office/drawing/2014/main" id="{74B116A1-2B42-8423-E754-387D878F8F01}"/>
                </a:ext>
              </a:extLst>
            </p:cNvPr>
            <p:cNvSpPr txBox="1"/>
            <p:nvPr/>
          </p:nvSpPr>
          <p:spPr>
            <a:xfrm>
              <a:off x="3194968" y="2440195"/>
              <a:ext cx="485709" cy="2539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50" b="0" i="0" u="none" strike="noStrike" kern="0" cap="none" spc="0" normalizeH="0" baseline="0" noProof="0" dirty="0">
                  <a:ln>
                    <a:noFill/>
                  </a:ln>
                  <a:solidFill>
                    <a:srgbClr val="E97132">
                      <a:lumMod val="75000"/>
                    </a:srgbClr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https</a:t>
              </a:r>
              <a:endParaRPr kumimoji="0" lang="en-GB" sz="1200" b="0" i="0" u="none" strike="noStrike" kern="0" cap="none" spc="0" normalizeH="0" baseline="0" noProof="0" dirty="0">
                <a:ln>
                  <a:noFill/>
                </a:ln>
                <a:solidFill>
                  <a:srgbClr val="E97132">
                    <a:lumMod val="75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pic>
        <p:nvPicPr>
          <p:cNvPr id="47" name="Picture 46">
            <a:extLst>
              <a:ext uri="{FF2B5EF4-FFF2-40B4-BE49-F238E27FC236}">
                <a16:creationId xmlns:a16="http://schemas.microsoft.com/office/drawing/2014/main" id="{E8238A46-7328-C3A8-F7E8-6472BB84E55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504409" y="107790"/>
            <a:ext cx="444034" cy="620341"/>
          </a:xfrm>
          <a:prstGeom prst="rect">
            <a:avLst/>
          </a:prstGeom>
        </p:spPr>
      </p:pic>
      <p:pic>
        <p:nvPicPr>
          <p:cNvPr id="205" name="Picture 204">
            <a:extLst>
              <a:ext uri="{FF2B5EF4-FFF2-40B4-BE49-F238E27FC236}">
                <a16:creationId xmlns:a16="http://schemas.microsoft.com/office/drawing/2014/main" id="{E39E355C-5D3C-F06F-1C4A-DF4AEC030B13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122688" y="107539"/>
            <a:ext cx="444034" cy="620341"/>
          </a:xfrm>
          <a:prstGeom prst="rect">
            <a:avLst/>
          </a:prstGeom>
        </p:spPr>
      </p:pic>
      <p:pic>
        <p:nvPicPr>
          <p:cNvPr id="206" name="Picture 205">
            <a:extLst>
              <a:ext uri="{FF2B5EF4-FFF2-40B4-BE49-F238E27FC236}">
                <a16:creationId xmlns:a16="http://schemas.microsoft.com/office/drawing/2014/main" id="{B021BD0A-C723-B3A6-86F9-A5CA64E44DD3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738968" y="107539"/>
            <a:ext cx="444034" cy="620341"/>
          </a:xfrm>
          <a:prstGeom prst="rect">
            <a:avLst/>
          </a:prstGeom>
        </p:spPr>
      </p:pic>
      <p:pic>
        <p:nvPicPr>
          <p:cNvPr id="207" name="Picture 206">
            <a:extLst>
              <a:ext uri="{FF2B5EF4-FFF2-40B4-BE49-F238E27FC236}">
                <a16:creationId xmlns:a16="http://schemas.microsoft.com/office/drawing/2014/main" id="{D7F8E9D5-76F0-66F4-F7DC-1A01688D9B28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353933" y="108876"/>
            <a:ext cx="444034" cy="620341"/>
          </a:xfrm>
          <a:prstGeom prst="rect">
            <a:avLst/>
          </a:prstGeom>
        </p:spPr>
      </p:pic>
      <p:grpSp>
        <p:nvGrpSpPr>
          <p:cNvPr id="228" name="Group 227">
            <a:extLst>
              <a:ext uri="{FF2B5EF4-FFF2-40B4-BE49-F238E27FC236}">
                <a16:creationId xmlns:a16="http://schemas.microsoft.com/office/drawing/2014/main" id="{C209941E-F4EF-CDE2-6B69-2AB1E613C220}"/>
              </a:ext>
            </a:extLst>
          </p:cNvPr>
          <p:cNvGrpSpPr/>
          <p:nvPr/>
        </p:nvGrpSpPr>
        <p:grpSpPr>
          <a:xfrm>
            <a:off x="2963178" y="2725764"/>
            <a:ext cx="786853" cy="316693"/>
            <a:chOff x="2963178" y="2725764"/>
            <a:chExt cx="786853" cy="316693"/>
          </a:xfrm>
        </p:grpSpPr>
        <p:grpSp>
          <p:nvGrpSpPr>
            <p:cNvPr id="220" name="Group 219">
              <a:extLst>
                <a:ext uri="{FF2B5EF4-FFF2-40B4-BE49-F238E27FC236}">
                  <a16:creationId xmlns:a16="http://schemas.microsoft.com/office/drawing/2014/main" id="{E8AA2155-6705-13AD-FF6E-8AD9BF6840D0}"/>
                </a:ext>
              </a:extLst>
            </p:cNvPr>
            <p:cNvGrpSpPr/>
            <p:nvPr/>
          </p:nvGrpSpPr>
          <p:grpSpPr>
            <a:xfrm>
              <a:off x="2963178" y="2725764"/>
              <a:ext cx="534458" cy="127000"/>
              <a:chOff x="2963178" y="2725764"/>
              <a:chExt cx="534458" cy="127000"/>
            </a:xfrm>
          </p:grpSpPr>
          <p:cxnSp>
            <p:nvCxnSpPr>
              <p:cNvPr id="221" name="Straight Connector 220">
                <a:extLst>
                  <a:ext uri="{FF2B5EF4-FFF2-40B4-BE49-F238E27FC236}">
                    <a16:creationId xmlns:a16="http://schemas.microsoft.com/office/drawing/2014/main" id="{2FDF3F27-1D78-B248-DAA3-6DC281D2B51F}"/>
                  </a:ext>
                </a:extLst>
              </p:cNvPr>
              <p:cNvCxnSpPr/>
              <p:nvPr/>
            </p:nvCxnSpPr>
            <p:spPr>
              <a:xfrm flipV="1">
                <a:off x="2963178" y="2789264"/>
                <a:ext cx="400050" cy="1"/>
              </a:xfrm>
              <a:prstGeom prst="line">
                <a:avLst/>
              </a:prstGeom>
              <a:noFill/>
              <a:ln w="19050" cap="flat" cmpd="sng" algn="ctr">
                <a:solidFill>
                  <a:schemeClr val="accent6">
                    <a:lumMod val="75000"/>
                  </a:schemeClr>
                </a:solidFill>
                <a:prstDash val="solid"/>
                <a:miter lim="800000"/>
              </a:ln>
              <a:effectLst/>
            </p:spPr>
          </p:cxnSp>
          <p:sp>
            <p:nvSpPr>
              <p:cNvPr id="226" name="Oval 225">
                <a:extLst>
                  <a:ext uri="{FF2B5EF4-FFF2-40B4-BE49-F238E27FC236}">
                    <a16:creationId xmlns:a16="http://schemas.microsoft.com/office/drawing/2014/main" id="{F0E9D4C2-787F-BB07-A6FF-FB098ADC9B98}"/>
                  </a:ext>
                </a:extLst>
              </p:cNvPr>
              <p:cNvSpPr/>
              <p:nvPr/>
            </p:nvSpPr>
            <p:spPr>
              <a:xfrm>
                <a:off x="3370636" y="2725764"/>
                <a:ext cx="127000" cy="127000"/>
              </a:xfrm>
              <a:prstGeom prst="ellipse">
                <a:avLst/>
              </a:prstGeom>
              <a:solidFill>
                <a:sysClr val="window" lastClr="FFFFFF"/>
              </a:solidFill>
              <a:ln w="19050" cap="flat" cmpd="sng" algn="ctr">
                <a:solidFill>
                  <a:schemeClr val="accent6">
                    <a:lumMod val="75000"/>
                  </a:schemeClr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sp>
          <p:nvSpPr>
            <p:cNvPr id="227" name="TextBox 226">
              <a:extLst>
                <a:ext uri="{FF2B5EF4-FFF2-40B4-BE49-F238E27FC236}">
                  <a16:creationId xmlns:a16="http://schemas.microsoft.com/office/drawing/2014/main" id="{EE51B6C1-BDC4-4BB5-0B25-2C5B5B07A583}"/>
                </a:ext>
              </a:extLst>
            </p:cNvPr>
            <p:cNvSpPr txBox="1"/>
            <p:nvPr/>
          </p:nvSpPr>
          <p:spPr>
            <a:xfrm>
              <a:off x="3118241" y="2788541"/>
              <a:ext cx="631790" cy="2539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50" b="0" i="0" u="none" strike="noStrike" kern="0" cap="none" spc="0" normalizeH="0" baseline="0" noProof="0" dirty="0" err="1">
                  <a:ln>
                    <a:noFill/>
                  </a:ln>
                  <a:solidFill>
                    <a:srgbClr val="4EA72E">
                      <a:lumMod val="75000"/>
                    </a:srgbClr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mqtts</a:t>
              </a:r>
              <a:endParaRPr kumimoji="0" lang="en-GB" sz="1200" b="0" i="0" u="none" strike="noStrike" kern="0" cap="none" spc="0" normalizeH="0" baseline="0" noProof="0" dirty="0">
                <a:ln>
                  <a:noFill/>
                </a:ln>
                <a:solidFill>
                  <a:srgbClr val="4EA72E">
                    <a:lumMod val="75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44" name="Freeform: Shape 43">
            <a:extLst>
              <a:ext uri="{FF2B5EF4-FFF2-40B4-BE49-F238E27FC236}">
                <a16:creationId xmlns:a16="http://schemas.microsoft.com/office/drawing/2014/main" id="{B81E1548-7477-EB0A-F432-04BC470A1FCD}"/>
              </a:ext>
            </a:extLst>
          </p:cNvPr>
          <p:cNvSpPr/>
          <p:nvPr/>
        </p:nvSpPr>
        <p:spPr>
          <a:xfrm>
            <a:off x="3581400" y="2114550"/>
            <a:ext cx="1809750" cy="685800"/>
          </a:xfrm>
          <a:custGeom>
            <a:avLst/>
            <a:gdLst>
              <a:gd name="connsiteX0" fmla="*/ 0 w 1809750"/>
              <a:gd name="connsiteY0" fmla="*/ 685800 h 685800"/>
              <a:gd name="connsiteX1" fmla="*/ 742950 w 1809750"/>
              <a:gd name="connsiteY1" fmla="*/ 628650 h 685800"/>
              <a:gd name="connsiteX2" fmla="*/ 1419225 w 1809750"/>
              <a:gd name="connsiteY2" fmla="*/ 438150 h 685800"/>
              <a:gd name="connsiteX3" fmla="*/ 1809750 w 1809750"/>
              <a:gd name="connsiteY3" fmla="*/ 0 h 685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809750" h="685800">
                <a:moveTo>
                  <a:pt x="0" y="685800"/>
                </a:moveTo>
                <a:cubicBezTo>
                  <a:pt x="253206" y="677862"/>
                  <a:pt x="506413" y="669925"/>
                  <a:pt x="742950" y="628650"/>
                </a:cubicBezTo>
                <a:cubicBezTo>
                  <a:pt x="979487" y="587375"/>
                  <a:pt x="1241425" y="542925"/>
                  <a:pt x="1419225" y="438150"/>
                </a:cubicBezTo>
                <a:cubicBezTo>
                  <a:pt x="1597025" y="333375"/>
                  <a:pt x="1703387" y="166687"/>
                  <a:pt x="1809750" y="0"/>
                </a:cubicBezTo>
              </a:path>
            </a:pathLst>
          </a:custGeom>
          <a:noFill/>
          <a:ln>
            <a:solidFill>
              <a:schemeClr val="accent6">
                <a:lumMod val="75000"/>
              </a:schemeClr>
            </a:solidFill>
            <a:headEnd type="triangl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pic>
        <p:nvPicPr>
          <p:cNvPr id="197" name="Picture 196">
            <a:extLst>
              <a:ext uri="{FF2B5EF4-FFF2-40B4-BE49-F238E27FC236}">
                <a16:creationId xmlns:a16="http://schemas.microsoft.com/office/drawing/2014/main" id="{2A24835B-76FA-9CEC-EA22-5D8DE6293678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590807" y="1385810"/>
            <a:ext cx="432460" cy="569026"/>
          </a:xfrm>
          <a:prstGeom prst="rect">
            <a:avLst/>
          </a:prstGeom>
        </p:spPr>
      </p:pic>
      <p:grpSp>
        <p:nvGrpSpPr>
          <p:cNvPr id="46" name="Group 45">
            <a:extLst>
              <a:ext uri="{FF2B5EF4-FFF2-40B4-BE49-F238E27FC236}">
                <a16:creationId xmlns:a16="http://schemas.microsoft.com/office/drawing/2014/main" id="{F694CECA-35DB-D3F2-0751-20A41AC9CBC5}"/>
              </a:ext>
            </a:extLst>
          </p:cNvPr>
          <p:cNvGrpSpPr/>
          <p:nvPr/>
        </p:nvGrpSpPr>
        <p:grpSpPr>
          <a:xfrm>
            <a:off x="7809040" y="580845"/>
            <a:ext cx="821464" cy="919480"/>
            <a:chOff x="7894810" y="1381253"/>
            <a:chExt cx="821464" cy="919480"/>
          </a:xfrm>
        </p:grpSpPr>
        <p:sp>
          <p:nvSpPr>
            <p:cNvPr id="48" name="Rectangle: Rounded Corners 47">
              <a:extLst>
                <a:ext uri="{FF2B5EF4-FFF2-40B4-BE49-F238E27FC236}">
                  <a16:creationId xmlns:a16="http://schemas.microsoft.com/office/drawing/2014/main" id="{6FD20FD6-818B-1E7E-80DE-0891CE59A7A9}"/>
                </a:ext>
              </a:extLst>
            </p:cNvPr>
            <p:cNvSpPr/>
            <p:nvPr/>
          </p:nvSpPr>
          <p:spPr>
            <a:xfrm>
              <a:off x="7991089" y="1649591"/>
              <a:ext cx="628907" cy="628907"/>
            </a:xfrm>
            <a:prstGeom prst="roundRect">
              <a:avLst>
                <a:gd name="adj" fmla="val 8678"/>
              </a:avLst>
            </a:prstGeom>
            <a:solidFill>
              <a:schemeClr val="bg1"/>
            </a:solidFill>
            <a:ln w="28575">
              <a:solidFill>
                <a:srgbClr val="3963DA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srgbClr val="3963DA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A0A34936-2D1D-32E8-E6C4-07F427B97A41}"/>
                </a:ext>
              </a:extLst>
            </p:cNvPr>
            <p:cNvSpPr txBox="1"/>
            <p:nvPr/>
          </p:nvSpPr>
          <p:spPr>
            <a:xfrm>
              <a:off x="7894810" y="1839068"/>
              <a:ext cx="821464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3963DA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Global Cache</a:t>
              </a:r>
            </a:p>
          </p:txBody>
        </p:sp>
        <p:grpSp>
          <p:nvGrpSpPr>
            <p:cNvPr id="195" name="Group 194">
              <a:extLst>
                <a:ext uri="{FF2B5EF4-FFF2-40B4-BE49-F238E27FC236}">
                  <a16:creationId xmlns:a16="http://schemas.microsoft.com/office/drawing/2014/main" id="{24F1868C-0C6F-1D99-5FC7-75BA2F87993D}"/>
                </a:ext>
              </a:extLst>
            </p:cNvPr>
            <p:cNvGrpSpPr/>
            <p:nvPr/>
          </p:nvGrpSpPr>
          <p:grpSpPr>
            <a:xfrm>
              <a:off x="8036660" y="1381253"/>
              <a:ext cx="537764" cy="547628"/>
              <a:chOff x="6976094" y="2574516"/>
              <a:chExt cx="664523" cy="676715"/>
            </a:xfrm>
          </p:grpSpPr>
          <p:pic>
            <p:nvPicPr>
              <p:cNvPr id="196" name="Picture 195">
                <a:extLst>
                  <a:ext uri="{FF2B5EF4-FFF2-40B4-BE49-F238E27FC236}">
                    <a16:creationId xmlns:a16="http://schemas.microsoft.com/office/drawing/2014/main" id="{31439A1D-7BF1-8A1B-D059-32D1581DF13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6976094" y="2574516"/>
                <a:ext cx="664522" cy="676715"/>
              </a:xfrm>
              <a:prstGeom prst="rect">
                <a:avLst/>
              </a:prstGeom>
            </p:spPr>
          </p:pic>
          <p:pic>
            <p:nvPicPr>
              <p:cNvPr id="198" name="Picture 197">
                <a:extLst>
                  <a:ext uri="{FF2B5EF4-FFF2-40B4-BE49-F238E27FC236}">
                    <a16:creationId xmlns:a16="http://schemas.microsoft.com/office/drawing/2014/main" id="{2BAF6AD4-0CF4-36B7-E858-066EA73C067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>
                <a:extLst>
                  <a:ext uri="{BEBA8EAE-BF5A-486C-A8C5-ECC9F3942E4B}">
                    <a14:imgProps xmlns:a14="http://schemas.microsoft.com/office/drawing/2010/main">
                      <a14:imgLayer r:embed="rId11">
                        <a14:imgEffect>
                          <a14:colorTemperature colorTemp="4700"/>
                        </a14:imgEffect>
                        <a14:imgEffect>
                          <a14:brightnessContrast bright="-20000" contrast="40000"/>
                        </a14:imgEffect>
                      </a14:imgLayer>
                    </a14:imgProps>
                  </a:ext>
                </a:extLst>
              </a:blip>
              <a:stretch>
                <a:fillRect/>
              </a:stretch>
            </p:blipFill>
            <p:spPr>
              <a:xfrm>
                <a:off x="7044932" y="2644373"/>
                <a:ext cx="526845" cy="528534"/>
              </a:xfrm>
              <a:prstGeom prst="ellipse">
                <a:avLst/>
              </a:prstGeom>
              <a:solidFill>
                <a:schemeClr val="bg1"/>
              </a:solidFill>
            </p:spPr>
          </p:pic>
          <p:pic>
            <p:nvPicPr>
              <p:cNvPr id="199" name="Picture 198">
                <a:extLst>
                  <a:ext uri="{FF2B5EF4-FFF2-40B4-BE49-F238E27FC236}">
                    <a16:creationId xmlns:a16="http://schemas.microsoft.com/office/drawing/2014/main" id="{E5D9AB0A-D989-C098-4CAB-14239BC8D37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6976095" y="2574516"/>
                <a:ext cx="664522" cy="676715"/>
              </a:xfrm>
              <a:prstGeom prst="rect">
                <a:avLst/>
              </a:prstGeom>
            </p:spPr>
          </p:pic>
          <p:pic>
            <p:nvPicPr>
              <p:cNvPr id="200" name="Picture 199">
                <a:extLst>
                  <a:ext uri="{FF2B5EF4-FFF2-40B4-BE49-F238E27FC236}">
                    <a16:creationId xmlns:a16="http://schemas.microsoft.com/office/drawing/2014/main" id="{C323F7F4-079C-C4BE-E293-38EB355F039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>
                <a:extLst>
                  <a:ext uri="{BEBA8EAE-BF5A-486C-A8C5-ECC9F3942E4B}">
                    <a14:imgProps xmlns:a14="http://schemas.microsoft.com/office/drawing/2010/main">
                      <a14:imgLayer r:embed="rId11">
                        <a14:imgEffect>
                          <a14:colorTemperature colorTemp="4700"/>
                        </a14:imgEffect>
                        <a14:imgEffect>
                          <a14:brightnessContrast bright="-20000" contrast="40000"/>
                        </a14:imgEffect>
                      </a14:imgLayer>
                    </a14:imgProps>
                  </a:ext>
                </a:extLst>
              </a:blip>
              <a:stretch>
                <a:fillRect/>
              </a:stretch>
            </p:blipFill>
            <p:spPr>
              <a:xfrm>
                <a:off x="7064641" y="2664144"/>
                <a:ext cx="487430" cy="488992"/>
              </a:xfrm>
              <a:prstGeom prst="ellipse">
                <a:avLst/>
              </a:prstGeom>
              <a:solidFill>
                <a:schemeClr val="bg1"/>
              </a:solidFill>
            </p:spPr>
          </p:pic>
        </p:grpSp>
      </p:grpSp>
      <p:pic>
        <p:nvPicPr>
          <p:cNvPr id="204" name="Picture 203">
            <a:extLst>
              <a:ext uri="{FF2B5EF4-FFF2-40B4-BE49-F238E27FC236}">
                <a16:creationId xmlns:a16="http://schemas.microsoft.com/office/drawing/2014/main" id="{1DF8D579-372F-5961-7CC0-2190109A3BBE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587713" y="863597"/>
            <a:ext cx="475706" cy="625929"/>
          </a:xfrm>
          <a:prstGeom prst="rect">
            <a:avLst/>
          </a:prstGeom>
        </p:spPr>
      </p:pic>
      <p:sp>
        <p:nvSpPr>
          <p:cNvPr id="208" name="Freeform: Shape 207">
            <a:extLst>
              <a:ext uri="{FF2B5EF4-FFF2-40B4-BE49-F238E27FC236}">
                <a16:creationId xmlns:a16="http://schemas.microsoft.com/office/drawing/2014/main" id="{1494136D-65CA-BCFC-A654-032AF6BCD0A6}"/>
              </a:ext>
            </a:extLst>
          </p:cNvPr>
          <p:cNvSpPr/>
          <p:nvPr/>
        </p:nvSpPr>
        <p:spPr>
          <a:xfrm>
            <a:off x="5819775" y="1181100"/>
            <a:ext cx="2009775" cy="647700"/>
          </a:xfrm>
          <a:custGeom>
            <a:avLst/>
            <a:gdLst>
              <a:gd name="connsiteX0" fmla="*/ 2009775 w 2009775"/>
              <a:gd name="connsiteY0" fmla="*/ 0 h 647700"/>
              <a:gd name="connsiteX1" fmla="*/ 1266825 w 2009775"/>
              <a:gd name="connsiteY1" fmla="*/ 133350 h 647700"/>
              <a:gd name="connsiteX2" fmla="*/ 609600 w 2009775"/>
              <a:gd name="connsiteY2" fmla="*/ 542925 h 647700"/>
              <a:gd name="connsiteX3" fmla="*/ 0 w 2009775"/>
              <a:gd name="connsiteY3" fmla="*/ 647700 h 6477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009775" h="647700">
                <a:moveTo>
                  <a:pt x="2009775" y="0"/>
                </a:moveTo>
                <a:cubicBezTo>
                  <a:pt x="1754981" y="21431"/>
                  <a:pt x="1500187" y="42863"/>
                  <a:pt x="1266825" y="133350"/>
                </a:cubicBezTo>
                <a:cubicBezTo>
                  <a:pt x="1033463" y="223837"/>
                  <a:pt x="820737" y="457200"/>
                  <a:pt x="609600" y="542925"/>
                </a:cubicBezTo>
                <a:cubicBezTo>
                  <a:pt x="398462" y="628650"/>
                  <a:pt x="199231" y="638175"/>
                  <a:pt x="0" y="647700"/>
                </a:cubicBezTo>
              </a:path>
            </a:pathLst>
          </a:custGeom>
          <a:noFill/>
          <a:ln>
            <a:solidFill>
              <a:schemeClr val="accent6">
                <a:lumMod val="75000"/>
              </a:schemeClr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30" name="Freeform: Shape 229">
            <a:extLst>
              <a:ext uri="{FF2B5EF4-FFF2-40B4-BE49-F238E27FC236}">
                <a16:creationId xmlns:a16="http://schemas.microsoft.com/office/drawing/2014/main" id="{D2B732B1-9A9E-00D9-ECD3-F2B5F7B64D4A}"/>
              </a:ext>
            </a:extLst>
          </p:cNvPr>
          <p:cNvSpPr/>
          <p:nvPr/>
        </p:nvSpPr>
        <p:spPr>
          <a:xfrm>
            <a:off x="3533775" y="851552"/>
            <a:ext cx="4238625" cy="1472548"/>
          </a:xfrm>
          <a:custGeom>
            <a:avLst/>
            <a:gdLst>
              <a:gd name="connsiteX0" fmla="*/ 4238625 w 4238625"/>
              <a:gd name="connsiteY0" fmla="*/ 72373 h 1472548"/>
              <a:gd name="connsiteX1" fmla="*/ 1657350 w 4238625"/>
              <a:gd name="connsiteY1" fmla="*/ 158098 h 1472548"/>
              <a:gd name="connsiteX2" fmla="*/ 0 w 4238625"/>
              <a:gd name="connsiteY2" fmla="*/ 1472548 h 14725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4238625" h="1472548">
                <a:moveTo>
                  <a:pt x="4238625" y="72373"/>
                </a:moveTo>
                <a:cubicBezTo>
                  <a:pt x="3301206" y="-1446"/>
                  <a:pt x="2363787" y="-75264"/>
                  <a:pt x="1657350" y="158098"/>
                </a:cubicBezTo>
                <a:cubicBezTo>
                  <a:pt x="950913" y="391460"/>
                  <a:pt x="475456" y="932004"/>
                  <a:pt x="0" y="1472548"/>
                </a:cubicBezTo>
              </a:path>
            </a:pathLst>
          </a:custGeom>
          <a:noFill/>
          <a:ln>
            <a:solidFill>
              <a:schemeClr val="accent2">
                <a:lumMod val="75000"/>
              </a:schemeClr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grpSp>
        <p:nvGrpSpPr>
          <p:cNvPr id="266" name="Group 265">
            <a:extLst>
              <a:ext uri="{FF2B5EF4-FFF2-40B4-BE49-F238E27FC236}">
                <a16:creationId xmlns:a16="http://schemas.microsoft.com/office/drawing/2014/main" id="{5F17E721-EE6D-96AD-0F9B-75E28600DAC6}"/>
              </a:ext>
            </a:extLst>
          </p:cNvPr>
          <p:cNvGrpSpPr/>
          <p:nvPr/>
        </p:nvGrpSpPr>
        <p:grpSpPr>
          <a:xfrm>
            <a:off x="9106083" y="884873"/>
            <a:ext cx="1745352" cy="583376"/>
            <a:chOff x="9538950" y="2402423"/>
            <a:chExt cx="1745352" cy="583376"/>
          </a:xfrm>
        </p:grpSpPr>
        <p:pic>
          <p:nvPicPr>
            <p:cNvPr id="262" name="Picture 261">
              <a:extLst>
                <a:ext uri="{FF2B5EF4-FFF2-40B4-BE49-F238E27FC236}">
                  <a16:creationId xmlns:a16="http://schemas.microsoft.com/office/drawing/2014/main" id="{6971D3BA-3DF2-8A8E-3CA2-A84BCC940FAF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10866423" y="2402423"/>
              <a:ext cx="417879" cy="583376"/>
            </a:xfrm>
            <a:prstGeom prst="rect">
              <a:avLst/>
            </a:prstGeom>
          </p:spPr>
        </p:pic>
        <p:pic>
          <p:nvPicPr>
            <p:cNvPr id="263" name="Picture 262">
              <a:extLst>
                <a:ext uri="{FF2B5EF4-FFF2-40B4-BE49-F238E27FC236}">
                  <a16:creationId xmlns:a16="http://schemas.microsoft.com/office/drawing/2014/main" id="{17145C06-A711-75F5-1BD5-03ACE5347228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/>
            <a:stretch>
              <a:fillRect/>
            </a:stretch>
          </p:blipFill>
          <p:spPr>
            <a:xfrm>
              <a:off x="10423932" y="2402423"/>
              <a:ext cx="413742" cy="583376"/>
            </a:xfrm>
            <a:prstGeom prst="rect">
              <a:avLst/>
            </a:prstGeom>
          </p:spPr>
        </p:pic>
        <p:pic>
          <p:nvPicPr>
            <p:cNvPr id="264" name="Picture 263">
              <a:extLst>
                <a:ext uri="{FF2B5EF4-FFF2-40B4-BE49-F238E27FC236}">
                  <a16:creationId xmlns:a16="http://schemas.microsoft.com/office/drawing/2014/main" id="{8935170B-61DE-5134-5A61-5E804DC4B20C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/>
            <a:stretch>
              <a:fillRect/>
            </a:stretch>
          </p:blipFill>
          <p:spPr>
            <a:xfrm>
              <a:off x="9981441" y="2402423"/>
              <a:ext cx="413742" cy="583376"/>
            </a:xfrm>
            <a:prstGeom prst="rect">
              <a:avLst/>
            </a:prstGeom>
          </p:spPr>
        </p:pic>
        <p:pic>
          <p:nvPicPr>
            <p:cNvPr id="265" name="Picture 264">
              <a:extLst>
                <a:ext uri="{FF2B5EF4-FFF2-40B4-BE49-F238E27FC236}">
                  <a16:creationId xmlns:a16="http://schemas.microsoft.com/office/drawing/2014/main" id="{42B48C36-CF60-CFBC-4774-967D3751A939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/>
            <a:stretch>
              <a:fillRect/>
            </a:stretch>
          </p:blipFill>
          <p:spPr>
            <a:xfrm>
              <a:off x="9538950" y="2402423"/>
              <a:ext cx="413742" cy="583376"/>
            </a:xfrm>
            <a:prstGeom prst="rect">
              <a:avLst/>
            </a:prstGeom>
          </p:spPr>
        </p:pic>
      </p:grpSp>
      <p:pic>
        <p:nvPicPr>
          <p:cNvPr id="267" name="Picture 266">
            <a:extLst>
              <a:ext uri="{FF2B5EF4-FFF2-40B4-BE49-F238E27FC236}">
                <a16:creationId xmlns:a16="http://schemas.microsoft.com/office/drawing/2014/main" id="{7CF66617-AAB7-F7AE-4503-9078F2B5D561}"/>
              </a:ext>
            </a:extLst>
          </p:cNvPr>
          <p:cNvPicPr>
            <a:picLocks noChangeAspect="1"/>
          </p:cNvPicPr>
          <p:nvPr/>
        </p:nvPicPr>
        <p:blipFill>
          <a:blip r:embed="rId9">
            <a:duotone>
              <a:prstClr val="black"/>
              <a:schemeClr val="accent4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8588284" y="863596"/>
            <a:ext cx="475706" cy="625929"/>
          </a:xfrm>
          <a:prstGeom prst="rect">
            <a:avLst/>
          </a:prstGeom>
        </p:spPr>
      </p:pic>
      <p:sp>
        <p:nvSpPr>
          <p:cNvPr id="270" name="Freeform: Shape 269">
            <a:extLst>
              <a:ext uri="{FF2B5EF4-FFF2-40B4-BE49-F238E27FC236}">
                <a16:creationId xmlns:a16="http://schemas.microsoft.com/office/drawing/2014/main" id="{DABA612E-500A-B5A2-71BF-7550F259CAB1}"/>
              </a:ext>
            </a:extLst>
          </p:cNvPr>
          <p:cNvSpPr/>
          <p:nvPr/>
        </p:nvSpPr>
        <p:spPr>
          <a:xfrm>
            <a:off x="8793957" y="858269"/>
            <a:ext cx="274934" cy="287724"/>
          </a:xfrm>
          <a:custGeom>
            <a:avLst/>
            <a:gdLst>
              <a:gd name="connsiteX0" fmla="*/ 0 w 267789"/>
              <a:gd name="connsiteY0" fmla="*/ 0 h 277586"/>
              <a:gd name="connsiteX1" fmla="*/ 267789 w 267789"/>
              <a:gd name="connsiteY1" fmla="*/ 277586 h 277586"/>
              <a:gd name="connsiteX2" fmla="*/ 267789 w 267789"/>
              <a:gd name="connsiteY2" fmla="*/ 117566 h 277586"/>
              <a:gd name="connsiteX3" fmla="*/ 146957 w 267789"/>
              <a:gd name="connsiteY3" fmla="*/ 6531 h 277586"/>
              <a:gd name="connsiteX4" fmla="*/ 0 w 267789"/>
              <a:gd name="connsiteY4" fmla="*/ 0 h 277586"/>
              <a:gd name="connsiteX0" fmla="*/ 0 w 267789"/>
              <a:gd name="connsiteY0" fmla="*/ 613 h 278199"/>
              <a:gd name="connsiteX1" fmla="*/ 267789 w 267789"/>
              <a:gd name="connsiteY1" fmla="*/ 278199 h 278199"/>
              <a:gd name="connsiteX2" fmla="*/ 267789 w 267789"/>
              <a:gd name="connsiteY2" fmla="*/ 118179 h 278199"/>
              <a:gd name="connsiteX3" fmla="*/ 156482 w 267789"/>
              <a:gd name="connsiteY3" fmla="*/ 0 h 278199"/>
              <a:gd name="connsiteX4" fmla="*/ 0 w 267789"/>
              <a:gd name="connsiteY4" fmla="*/ 613 h 278199"/>
              <a:gd name="connsiteX0" fmla="*/ 0 w 270171"/>
              <a:gd name="connsiteY0" fmla="*/ 5375 h 278199"/>
              <a:gd name="connsiteX1" fmla="*/ 270171 w 270171"/>
              <a:gd name="connsiteY1" fmla="*/ 278199 h 278199"/>
              <a:gd name="connsiteX2" fmla="*/ 270171 w 270171"/>
              <a:gd name="connsiteY2" fmla="*/ 118179 h 278199"/>
              <a:gd name="connsiteX3" fmla="*/ 158864 w 270171"/>
              <a:gd name="connsiteY3" fmla="*/ 0 h 278199"/>
              <a:gd name="connsiteX4" fmla="*/ 0 w 270171"/>
              <a:gd name="connsiteY4" fmla="*/ 5375 h 278199"/>
              <a:gd name="connsiteX0" fmla="*/ 0 w 270171"/>
              <a:gd name="connsiteY0" fmla="*/ 5375 h 266292"/>
              <a:gd name="connsiteX1" fmla="*/ 263028 w 270171"/>
              <a:gd name="connsiteY1" fmla="*/ 266292 h 266292"/>
              <a:gd name="connsiteX2" fmla="*/ 270171 w 270171"/>
              <a:gd name="connsiteY2" fmla="*/ 118179 h 266292"/>
              <a:gd name="connsiteX3" fmla="*/ 158864 w 270171"/>
              <a:gd name="connsiteY3" fmla="*/ 0 h 266292"/>
              <a:gd name="connsiteX4" fmla="*/ 0 w 270171"/>
              <a:gd name="connsiteY4" fmla="*/ 5375 h 266292"/>
              <a:gd name="connsiteX0" fmla="*/ 0 w 274934"/>
              <a:gd name="connsiteY0" fmla="*/ 5375 h 287724"/>
              <a:gd name="connsiteX1" fmla="*/ 274934 w 274934"/>
              <a:gd name="connsiteY1" fmla="*/ 287724 h 287724"/>
              <a:gd name="connsiteX2" fmla="*/ 270171 w 274934"/>
              <a:gd name="connsiteY2" fmla="*/ 118179 h 287724"/>
              <a:gd name="connsiteX3" fmla="*/ 158864 w 274934"/>
              <a:gd name="connsiteY3" fmla="*/ 0 h 287724"/>
              <a:gd name="connsiteX4" fmla="*/ 0 w 274934"/>
              <a:gd name="connsiteY4" fmla="*/ 5375 h 2877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4934" h="287724">
                <a:moveTo>
                  <a:pt x="0" y="5375"/>
                </a:moveTo>
                <a:lnTo>
                  <a:pt x="274934" y="287724"/>
                </a:lnTo>
                <a:lnTo>
                  <a:pt x="270171" y="118179"/>
                </a:lnTo>
                <a:lnTo>
                  <a:pt x="158864" y="0"/>
                </a:lnTo>
                <a:lnTo>
                  <a:pt x="0" y="5375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31" name="Freeform: Shape 230">
            <a:extLst>
              <a:ext uri="{FF2B5EF4-FFF2-40B4-BE49-F238E27FC236}">
                <a16:creationId xmlns:a16="http://schemas.microsoft.com/office/drawing/2014/main" id="{C262A8C9-FA1A-2926-EDB2-061AF8C6576A}"/>
              </a:ext>
            </a:extLst>
          </p:cNvPr>
          <p:cNvSpPr/>
          <p:nvPr/>
        </p:nvSpPr>
        <p:spPr>
          <a:xfrm>
            <a:off x="5799995" y="1077850"/>
            <a:ext cx="2009775" cy="647700"/>
          </a:xfrm>
          <a:custGeom>
            <a:avLst/>
            <a:gdLst>
              <a:gd name="connsiteX0" fmla="*/ 2009775 w 2009775"/>
              <a:gd name="connsiteY0" fmla="*/ 0 h 647700"/>
              <a:gd name="connsiteX1" fmla="*/ 1266825 w 2009775"/>
              <a:gd name="connsiteY1" fmla="*/ 133350 h 647700"/>
              <a:gd name="connsiteX2" fmla="*/ 609600 w 2009775"/>
              <a:gd name="connsiteY2" fmla="*/ 542925 h 647700"/>
              <a:gd name="connsiteX3" fmla="*/ 0 w 2009775"/>
              <a:gd name="connsiteY3" fmla="*/ 647700 h 6477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009775" h="647700">
                <a:moveTo>
                  <a:pt x="2009775" y="0"/>
                </a:moveTo>
                <a:cubicBezTo>
                  <a:pt x="1754981" y="21431"/>
                  <a:pt x="1500187" y="42863"/>
                  <a:pt x="1266825" y="133350"/>
                </a:cubicBezTo>
                <a:cubicBezTo>
                  <a:pt x="1033463" y="223837"/>
                  <a:pt x="820737" y="457200"/>
                  <a:pt x="609600" y="542925"/>
                </a:cubicBezTo>
                <a:cubicBezTo>
                  <a:pt x="398462" y="628650"/>
                  <a:pt x="199231" y="638175"/>
                  <a:pt x="0" y="647700"/>
                </a:cubicBezTo>
              </a:path>
            </a:pathLst>
          </a:custGeom>
          <a:noFill/>
          <a:ln>
            <a:solidFill>
              <a:schemeClr val="accent6">
                <a:lumMod val="75000"/>
              </a:schemeClr>
            </a:solidFill>
            <a:headEnd type="triangl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grpSp>
        <p:nvGrpSpPr>
          <p:cNvPr id="252" name="Group 251">
            <a:extLst>
              <a:ext uri="{FF2B5EF4-FFF2-40B4-BE49-F238E27FC236}">
                <a16:creationId xmlns:a16="http://schemas.microsoft.com/office/drawing/2014/main" id="{B09596B8-8ACD-7B80-9D33-E37711A6D92F}"/>
              </a:ext>
            </a:extLst>
          </p:cNvPr>
          <p:cNvGrpSpPr/>
          <p:nvPr/>
        </p:nvGrpSpPr>
        <p:grpSpPr>
          <a:xfrm>
            <a:off x="4589288" y="1373398"/>
            <a:ext cx="480439" cy="635200"/>
            <a:chOff x="6238875" y="2481185"/>
            <a:chExt cx="480439" cy="635200"/>
          </a:xfrm>
        </p:grpSpPr>
        <p:pic>
          <p:nvPicPr>
            <p:cNvPr id="232" name="Picture 231">
              <a:extLst>
                <a:ext uri="{FF2B5EF4-FFF2-40B4-BE49-F238E27FC236}">
                  <a16:creationId xmlns:a16="http://schemas.microsoft.com/office/drawing/2014/main" id="{55D2A87E-B50C-56C0-BEB9-0E634AAC3C3F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duotone>
                <a:prstClr val="black"/>
                <a:schemeClr val="accent4">
                  <a:tint val="45000"/>
                  <a:satMod val="400000"/>
                </a:schemeClr>
              </a:duotone>
            </a:blip>
            <a:stretch>
              <a:fillRect/>
            </a:stretch>
          </p:blipFill>
          <p:spPr>
            <a:xfrm>
              <a:off x="6238875" y="2490456"/>
              <a:ext cx="475706" cy="625929"/>
            </a:xfrm>
            <a:prstGeom prst="rect">
              <a:avLst/>
            </a:prstGeom>
          </p:spPr>
        </p:pic>
        <p:sp>
          <p:nvSpPr>
            <p:cNvPr id="233" name="Freeform: Shape 232">
              <a:extLst>
                <a:ext uri="{FF2B5EF4-FFF2-40B4-BE49-F238E27FC236}">
                  <a16:creationId xmlns:a16="http://schemas.microsoft.com/office/drawing/2014/main" id="{C198CE9C-4332-FBC6-A108-D5763D87FDFE}"/>
                </a:ext>
              </a:extLst>
            </p:cNvPr>
            <p:cNvSpPr/>
            <p:nvPr/>
          </p:nvSpPr>
          <p:spPr>
            <a:xfrm>
              <a:off x="6444380" y="2481185"/>
              <a:ext cx="274934" cy="287724"/>
            </a:xfrm>
            <a:custGeom>
              <a:avLst/>
              <a:gdLst>
                <a:gd name="connsiteX0" fmla="*/ 0 w 267789"/>
                <a:gd name="connsiteY0" fmla="*/ 0 h 277586"/>
                <a:gd name="connsiteX1" fmla="*/ 267789 w 267789"/>
                <a:gd name="connsiteY1" fmla="*/ 277586 h 277586"/>
                <a:gd name="connsiteX2" fmla="*/ 267789 w 267789"/>
                <a:gd name="connsiteY2" fmla="*/ 117566 h 277586"/>
                <a:gd name="connsiteX3" fmla="*/ 146957 w 267789"/>
                <a:gd name="connsiteY3" fmla="*/ 6531 h 277586"/>
                <a:gd name="connsiteX4" fmla="*/ 0 w 267789"/>
                <a:gd name="connsiteY4" fmla="*/ 0 h 277586"/>
                <a:gd name="connsiteX0" fmla="*/ 0 w 267789"/>
                <a:gd name="connsiteY0" fmla="*/ 613 h 278199"/>
                <a:gd name="connsiteX1" fmla="*/ 267789 w 267789"/>
                <a:gd name="connsiteY1" fmla="*/ 278199 h 278199"/>
                <a:gd name="connsiteX2" fmla="*/ 267789 w 267789"/>
                <a:gd name="connsiteY2" fmla="*/ 118179 h 278199"/>
                <a:gd name="connsiteX3" fmla="*/ 156482 w 267789"/>
                <a:gd name="connsiteY3" fmla="*/ 0 h 278199"/>
                <a:gd name="connsiteX4" fmla="*/ 0 w 267789"/>
                <a:gd name="connsiteY4" fmla="*/ 613 h 278199"/>
                <a:gd name="connsiteX0" fmla="*/ 0 w 270171"/>
                <a:gd name="connsiteY0" fmla="*/ 5375 h 278199"/>
                <a:gd name="connsiteX1" fmla="*/ 270171 w 270171"/>
                <a:gd name="connsiteY1" fmla="*/ 278199 h 278199"/>
                <a:gd name="connsiteX2" fmla="*/ 270171 w 270171"/>
                <a:gd name="connsiteY2" fmla="*/ 118179 h 278199"/>
                <a:gd name="connsiteX3" fmla="*/ 158864 w 270171"/>
                <a:gd name="connsiteY3" fmla="*/ 0 h 278199"/>
                <a:gd name="connsiteX4" fmla="*/ 0 w 270171"/>
                <a:gd name="connsiteY4" fmla="*/ 5375 h 278199"/>
                <a:gd name="connsiteX0" fmla="*/ 0 w 270171"/>
                <a:gd name="connsiteY0" fmla="*/ 5375 h 266292"/>
                <a:gd name="connsiteX1" fmla="*/ 263028 w 270171"/>
                <a:gd name="connsiteY1" fmla="*/ 266292 h 266292"/>
                <a:gd name="connsiteX2" fmla="*/ 270171 w 270171"/>
                <a:gd name="connsiteY2" fmla="*/ 118179 h 266292"/>
                <a:gd name="connsiteX3" fmla="*/ 158864 w 270171"/>
                <a:gd name="connsiteY3" fmla="*/ 0 h 266292"/>
                <a:gd name="connsiteX4" fmla="*/ 0 w 270171"/>
                <a:gd name="connsiteY4" fmla="*/ 5375 h 266292"/>
                <a:gd name="connsiteX0" fmla="*/ 0 w 274934"/>
                <a:gd name="connsiteY0" fmla="*/ 5375 h 287724"/>
                <a:gd name="connsiteX1" fmla="*/ 274934 w 274934"/>
                <a:gd name="connsiteY1" fmla="*/ 287724 h 287724"/>
                <a:gd name="connsiteX2" fmla="*/ 270171 w 274934"/>
                <a:gd name="connsiteY2" fmla="*/ 118179 h 287724"/>
                <a:gd name="connsiteX3" fmla="*/ 158864 w 274934"/>
                <a:gd name="connsiteY3" fmla="*/ 0 h 287724"/>
                <a:gd name="connsiteX4" fmla="*/ 0 w 274934"/>
                <a:gd name="connsiteY4" fmla="*/ 5375 h 2877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74934" h="287724">
                  <a:moveTo>
                    <a:pt x="0" y="5375"/>
                  </a:moveTo>
                  <a:lnTo>
                    <a:pt x="274934" y="287724"/>
                  </a:lnTo>
                  <a:lnTo>
                    <a:pt x="270171" y="118179"/>
                  </a:lnTo>
                  <a:lnTo>
                    <a:pt x="158864" y="0"/>
                  </a:lnTo>
                  <a:lnTo>
                    <a:pt x="0" y="5375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8455FB8A-B1AC-6E85-5E61-B2AD21C34135}"/>
              </a:ext>
            </a:extLst>
          </p:cNvPr>
          <p:cNvGrpSpPr/>
          <p:nvPr/>
        </p:nvGrpSpPr>
        <p:grpSpPr>
          <a:xfrm>
            <a:off x="4975127" y="1161045"/>
            <a:ext cx="821464" cy="913071"/>
            <a:chOff x="8941274" y="4193447"/>
            <a:chExt cx="821464" cy="913071"/>
          </a:xfrm>
        </p:grpSpPr>
        <p:sp>
          <p:nvSpPr>
            <p:cNvPr id="18" name="Rectangle: Rounded Corners 17">
              <a:extLst>
                <a:ext uri="{FF2B5EF4-FFF2-40B4-BE49-F238E27FC236}">
                  <a16:creationId xmlns:a16="http://schemas.microsoft.com/office/drawing/2014/main" id="{D4753C6C-7301-BFC6-AEC2-395BFE77BFA8}"/>
                </a:ext>
              </a:extLst>
            </p:cNvPr>
            <p:cNvSpPr/>
            <p:nvPr/>
          </p:nvSpPr>
          <p:spPr>
            <a:xfrm>
              <a:off x="9037553" y="4455376"/>
              <a:ext cx="628907" cy="628907"/>
            </a:xfrm>
            <a:prstGeom prst="roundRect">
              <a:avLst>
                <a:gd name="adj" fmla="val 8678"/>
              </a:avLst>
            </a:prstGeom>
            <a:solidFill>
              <a:schemeClr val="bg1"/>
            </a:solidFill>
            <a:ln w="28575">
              <a:solidFill>
                <a:srgbClr val="3963DA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srgbClr val="3963DA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6DCC5585-AB0B-886E-3291-7549438CBE7E}"/>
                </a:ext>
              </a:extLst>
            </p:cNvPr>
            <p:cNvSpPr txBox="1"/>
            <p:nvPr/>
          </p:nvSpPr>
          <p:spPr>
            <a:xfrm>
              <a:off x="8941274" y="4644853"/>
              <a:ext cx="821464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3963DA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Global Broker</a:t>
              </a:r>
            </a:p>
          </p:txBody>
        </p:sp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7BC17B8F-4402-2BFB-F3E4-3FF3EF68D95E}"/>
                </a:ext>
              </a:extLst>
            </p:cNvPr>
            <p:cNvGrpSpPr/>
            <p:nvPr/>
          </p:nvGrpSpPr>
          <p:grpSpPr>
            <a:xfrm>
              <a:off x="9094796" y="4193447"/>
              <a:ext cx="514420" cy="523858"/>
              <a:chOff x="6520709" y="4021299"/>
              <a:chExt cx="664522" cy="676715"/>
            </a:xfrm>
          </p:grpSpPr>
          <p:pic>
            <p:nvPicPr>
              <p:cNvPr id="21" name="Picture 20">
                <a:extLst>
                  <a:ext uri="{FF2B5EF4-FFF2-40B4-BE49-F238E27FC236}">
                    <a16:creationId xmlns:a16="http://schemas.microsoft.com/office/drawing/2014/main" id="{B52909AB-800B-AAE5-E1FD-2E11620AD5F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6520709" y="4021299"/>
                <a:ext cx="664522" cy="676715"/>
              </a:xfrm>
              <a:prstGeom prst="rect">
                <a:avLst/>
              </a:prstGeom>
            </p:spPr>
          </p:pic>
          <p:sp>
            <p:nvSpPr>
              <p:cNvPr id="22" name="Oval 21">
                <a:extLst>
                  <a:ext uri="{FF2B5EF4-FFF2-40B4-BE49-F238E27FC236}">
                    <a16:creationId xmlns:a16="http://schemas.microsoft.com/office/drawing/2014/main" id="{8D27195F-942D-A586-43F3-A807D86CE5F8}"/>
                  </a:ext>
                </a:extLst>
              </p:cNvPr>
              <p:cNvSpPr/>
              <p:nvPr/>
            </p:nvSpPr>
            <p:spPr>
              <a:xfrm>
                <a:off x="6610176" y="4113239"/>
                <a:ext cx="485588" cy="485586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pic>
            <p:nvPicPr>
              <p:cNvPr id="25" name="Picture 24">
                <a:extLst>
                  <a:ext uri="{FF2B5EF4-FFF2-40B4-BE49-F238E27FC236}">
                    <a16:creationId xmlns:a16="http://schemas.microsoft.com/office/drawing/2014/main" id="{FF6EF5CF-9D3F-03EE-B663-5FBE9F4874B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6647343" y="4147676"/>
                <a:ext cx="424360" cy="387637"/>
              </a:xfrm>
              <a:prstGeom prst="rect">
                <a:avLst/>
              </a:prstGeom>
            </p:spPr>
          </p:pic>
        </p:grpSp>
      </p:grpSp>
      <p:grpSp>
        <p:nvGrpSpPr>
          <p:cNvPr id="253" name="Group 252">
            <a:extLst>
              <a:ext uri="{FF2B5EF4-FFF2-40B4-BE49-F238E27FC236}">
                <a16:creationId xmlns:a16="http://schemas.microsoft.com/office/drawing/2014/main" id="{364DA419-6D5D-D005-899A-11DC34880843}"/>
              </a:ext>
            </a:extLst>
          </p:cNvPr>
          <p:cNvGrpSpPr/>
          <p:nvPr/>
        </p:nvGrpSpPr>
        <p:grpSpPr>
          <a:xfrm>
            <a:off x="11164420" y="3622704"/>
            <a:ext cx="970364" cy="1164438"/>
            <a:chOff x="10835927" y="2405227"/>
            <a:chExt cx="970364" cy="1164438"/>
          </a:xfrm>
        </p:grpSpPr>
        <p:pic>
          <p:nvPicPr>
            <p:cNvPr id="254" name="Picture 253">
              <a:extLst>
                <a:ext uri="{FF2B5EF4-FFF2-40B4-BE49-F238E27FC236}">
                  <a16:creationId xmlns:a16="http://schemas.microsoft.com/office/drawing/2014/main" id="{EAB4894C-6E72-5BB2-153D-0E25725C45FB}"/>
                </a:ext>
              </a:extLst>
            </p:cNvPr>
            <p:cNvPicPr>
              <a:picLocks noChangeAspect="1"/>
            </p:cNvPicPr>
            <p:nvPr/>
          </p:nvPicPr>
          <p:blipFill>
            <a:blip r:embed="rId17"/>
            <a:stretch>
              <a:fillRect/>
            </a:stretch>
          </p:blipFill>
          <p:spPr>
            <a:xfrm>
              <a:off x="10835927" y="2405227"/>
              <a:ext cx="970364" cy="1164438"/>
            </a:xfrm>
            <a:prstGeom prst="rect">
              <a:avLst/>
            </a:prstGeom>
          </p:spPr>
        </p:pic>
        <p:pic>
          <p:nvPicPr>
            <p:cNvPr id="255" name="Picture 254" descr="Space4Water Portal">
              <a:extLst>
                <a:ext uri="{FF2B5EF4-FFF2-40B4-BE49-F238E27FC236}">
                  <a16:creationId xmlns:a16="http://schemas.microsoft.com/office/drawing/2014/main" id="{A1E8EE02-680C-A036-29D2-6FEFCA1F59C8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1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555" t="31422" r="63711" b="36133"/>
            <a:stretch/>
          </p:blipFill>
          <p:spPr bwMode="auto">
            <a:xfrm rot="21430420">
              <a:off x="11363402" y="3178637"/>
              <a:ext cx="143756" cy="15176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268" name="Group 267">
            <a:extLst>
              <a:ext uri="{FF2B5EF4-FFF2-40B4-BE49-F238E27FC236}">
                <a16:creationId xmlns:a16="http://schemas.microsoft.com/office/drawing/2014/main" id="{EDDBBE12-77CA-B79E-A0E8-A1CA741CDF39}"/>
              </a:ext>
            </a:extLst>
          </p:cNvPr>
          <p:cNvGrpSpPr/>
          <p:nvPr/>
        </p:nvGrpSpPr>
        <p:grpSpPr>
          <a:xfrm>
            <a:off x="3037962" y="3568446"/>
            <a:ext cx="8224599" cy="2603109"/>
            <a:chOff x="3037962" y="3577971"/>
            <a:chExt cx="8224599" cy="2603109"/>
          </a:xfrm>
        </p:grpSpPr>
        <p:grpSp>
          <p:nvGrpSpPr>
            <p:cNvPr id="269" name="Group 268">
              <a:extLst>
                <a:ext uri="{FF2B5EF4-FFF2-40B4-BE49-F238E27FC236}">
                  <a16:creationId xmlns:a16="http://schemas.microsoft.com/office/drawing/2014/main" id="{D70A0C6D-CFB6-DA43-DD10-F80EA2E21692}"/>
                </a:ext>
              </a:extLst>
            </p:cNvPr>
            <p:cNvGrpSpPr/>
            <p:nvPr/>
          </p:nvGrpSpPr>
          <p:grpSpPr>
            <a:xfrm>
              <a:off x="4281843" y="4427055"/>
              <a:ext cx="628907" cy="628907"/>
              <a:chOff x="2867802" y="3950805"/>
              <a:chExt cx="628907" cy="628907"/>
            </a:xfrm>
          </p:grpSpPr>
          <p:sp>
            <p:nvSpPr>
              <p:cNvPr id="296" name="Oval 295">
                <a:extLst>
                  <a:ext uri="{FF2B5EF4-FFF2-40B4-BE49-F238E27FC236}">
                    <a16:creationId xmlns:a16="http://schemas.microsoft.com/office/drawing/2014/main" id="{4DE0A221-CEA7-299F-36CD-FCA1F7427BEB}"/>
                  </a:ext>
                </a:extLst>
              </p:cNvPr>
              <p:cNvSpPr/>
              <p:nvPr/>
            </p:nvSpPr>
            <p:spPr>
              <a:xfrm>
                <a:off x="2867802" y="3950805"/>
                <a:ext cx="628907" cy="628907"/>
              </a:xfrm>
              <a:prstGeom prst="ellipse">
                <a:avLst/>
              </a:prstGeom>
              <a:solidFill>
                <a:schemeClr val="bg1"/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297" name="TextBox 296">
                <a:extLst>
                  <a:ext uri="{FF2B5EF4-FFF2-40B4-BE49-F238E27FC236}">
                    <a16:creationId xmlns:a16="http://schemas.microsoft.com/office/drawing/2014/main" id="{778837F8-314B-FDFF-F49C-894D223FEA7B}"/>
                  </a:ext>
                </a:extLst>
              </p:cNvPr>
              <p:cNvSpPr txBox="1"/>
              <p:nvPr/>
            </p:nvSpPr>
            <p:spPr>
              <a:xfrm>
                <a:off x="2949594" y="4126758"/>
                <a:ext cx="465322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2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ptos" panose="020B0004020202020204" pitchFamily="34" charset="0"/>
                    <a:ea typeface="+mn-ea"/>
                    <a:cs typeface="Arial" panose="020B0604020202020204" pitchFamily="34" charset="0"/>
                  </a:rPr>
                  <a:t>RTH</a:t>
                </a:r>
              </a:p>
            </p:txBody>
          </p:sp>
        </p:grpSp>
        <p:cxnSp>
          <p:nvCxnSpPr>
            <p:cNvPr id="271" name="Straight Arrow Connector 270">
              <a:extLst>
                <a:ext uri="{FF2B5EF4-FFF2-40B4-BE49-F238E27FC236}">
                  <a16:creationId xmlns:a16="http://schemas.microsoft.com/office/drawing/2014/main" id="{38874514-DDFE-CE99-6CF2-48502958348D}"/>
                </a:ext>
              </a:extLst>
            </p:cNvPr>
            <p:cNvCxnSpPr>
              <a:cxnSpLocks/>
            </p:cNvCxnSpPr>
            <p:nvPr/>
          </p:nvCxnSpPr>
          <p:spPr>
            <a:xfrm>
              <a:off x="3037962" y="4315266"/>
              <a:ext cx="1175587" cy="306792"/>
            </a:xfrm>
            <a:prstGeom prst="straightConnector1">
              <a:avLst/>
            </a:prstGeom>
            <a:ln>
              <a:solidFill>
                <a:schemeClr val="bg2">
                  <a:lumMod val="90000"/>
                </a:schemeClr>
              </a:solidFill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72" name="Group 271">
              <a:extLst>
                <a:ext uri="{FF2B5EF4-FFF2-40B4-BE49-F238E27FC236}">
                  <a16:creationId xmlns:a16="http://schemas.microsoft.com/office/drawing/2014/main" id="{DC4FE578-5ACB-7731-D853-C05366C7B355}"/>
                </a:ext>
              </a:extLst>
            </p:cNvPr>
            <p:cNvGrpSpPr/>
            <p:nvPr/>
          </p:nvGrpSpPr>
          <p:grpSpPr>
            <a:xfrm>
              <a:off x="6188224" y="3577971"/>
              <a:ext cx="628907" cy="628907"/>
              <a:chOff x="2867802" y="3950805"/>
              <a:chExt cx="628907" cy="628907"/>
            </a:xfrm>
          </p:grpSpPr>
          <p:sp>
            <p:nvSpPr>
              <p:cNvPr id="294" name="Oval 293">
                <a:extLst>
                  <a:ext uri="{FF2B5EF4-FFF2-40B4-BE49-F238E27FC236}">
                    <a16:creationId xmlns:a16="http://schemas.microsoft.com/office/drawing/2014/main" id="{4E01C601-D47F-70F2-A760-9FCD93A653C5}"/>
                  </a:ext>
                </a:extLst>
              </p:cNvPr>
              <p:cNvSpPr/>
              <p:nvPr/>
            </p:nvSpPr>
            <p:spPr>
              <a:xfrm>
                <a:off x="2867802" y="3950805"/>
                <a:ext cx="628907" cy="628907"/>
              </a:xfrm>
              <a:prstGeom prst="ellipse">
                <a:avLst/>
              </a:prstGeom>
              <a:solidFill>
                <a:schemeClr val="bg1"/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295" name="TextBox 294">
                <a:extLst>
                  <a:ext uri="{FF2B5EF4-FFF2-40B4-BE49-F238E27FC236}">
                    <a16:creationId xmlns:a16="http://schemas.microsoft.com/office/drawing/2014/main" id="{75F73AF7-7F1F-D148-967D-B053A0758950}"/>
                  </a:ext>
                </a:extLst>
              </p:cNvPr>
              <p:cNvSpPr txBox="1"/>
              <p:nvPr/>
            </p:nvSpPr>
            <p:spPr>
              <a:xfrm>
                <a:off x="2949594" y="4068702"/>
                <a:ext cx="465322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2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ptos" panose="020B0004020202020204" pitchFamily="34" charset="0"/>
                    <a:ea typeface="+mn-ea"/>
                    <a:cs typeface="Arial" panose="020B0604020202020204" pitchFamily="34" charset="0"/>
                  </a:rPr>
                  <a:t>RTH</a:t>
                </a:r>
              </a:p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8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ptos" panose="020B0004020202020204" pitchFamily="34" charset="0"/>
                    <a:ea typeface="+mn-ea"/>
                    <a:cs typeface="Arial" panose="020B0604020202020204" pitchFamily="34" charset="0"/>
                  </a:rPr>
                  <a:t>Exeter</a:t>
                </a:r>
              </a:p>
            </p:txBody>
          </p:sp>
        </p:grpSp>
        <p:grpSp>
          <p:nvGrpSpPr>
            <p:cNvPr id="273" name="Group 272">
              <a:extLst>
                <a:ext uri="{FF2B5EF4-FFF2-40B4-BE49-F238E27FC236}">
                  <a16:creationId xmlns:a16="http://schemas.microsoft.com/office/drawing/2014/main" id="{B5EEA053-8661-BEB6-6DE1-172D3F9E66B9}"/>
                </a:ext>
              </a:extLst>
            </p:cNvPr>
            <p:cNvGrpSpPr/>
            <p:nvPr/>
          </p:nvGrpSpPr>
          <p:grpSpPr>
            <a:xfrm>
              <a:off x="9293175" y="3577971"/>
              <a:ext cx="628907" cy="628907"/>
              <a:chOff x="2867802" y="3950805"/>
              <a:chExt cx="628907" cy="628907"/>
            </a:xfrm>
          </p:grpSpPr>
          <p:sp>
            <p:nvSpPr>
              <p:cNvPr id="292" name="Oval 291">
                <a:extLst>
                  <a:ext uri="{FF2B5EF4-FFF2-40B4-BE49-F238E27FC236}">
                    <a16:creationId xmlns:a16="http://schemas.microsoft.com/office/drawing/2014/main" id="{0413F4EA-92FD-813C-600A-A612FD446764}"/>
                  </a:ext>
                </a:extLst>
              </p:cNvPr>
              <p:cNvSpPr/>
              <p:nvPr/>
            </p:nvSpPr>
            <p:spPr>
              <a:xfrm>
                <a:off x="2867802" y="3950805"/>
                <a:ext cx="628907" cy="628907"/>
              </a:xfrm>
              <a:prstGeom prst="ellipse">
                <a:avLst/>
              </a:prstGeom>
              <a:solidFill>
                <a:schemeClr val="bg1"/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293" name="TextBox 292">
                <a:extLst>
                  <a:ext uri="{FF2B5EF4-FFF2-40B4-BE49-F238E27FC236}">
                    <a16:creationId xmlns:a16="http://schemas.microsoft.com/office/drawing/2014/main" id="{298B147D-92B7-B617-6ED1-8A45E943AF5A}"/>
                  </a:ext>
                </a:extLst>
              </p:cNvPr>
              <p:cNvSpPr txBox="1"/>
              <p:nvPr/>
            </p:nvSpPr>
            <p:spPr>
              <a:xfrm>
                <a:off x="2932200" y="4068702"/>
                <a:ext cx="500110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2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ptos" panose="020B0004020202020204" pitchFamily="34" charset="0"/>
                    <a:ea typeface="+mn-ea"/>
                    <a:cs typeface="Arial" panose="020B0604020202020204" pitchFamily="34" charset="0"/>
                  </a:rPr>
                  <a:t>RTH</a:t>
                </a:r>
              </a:p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8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ptos" panose="020B0004020202020204" pitchFamily="34" charset="0"/>
                    <a:ea typeface="+mn-ea"/>
                    <a:cs typeface="Arial" panose="020B0604020202020204" pitchFamily="34" charset="0"/>
                  </a:rPr>
                  <a:t>Beijing</a:t>
                </a:r>
                <a:endParaRPr kumimoji="0" lang="en-GB" sz="7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0B0004020202020204" pitchFamily="34" charset="0"/>
                  <a:ea typeface="+mn-ea"/>
                  <a:cs typeface="Arial" panose="020B0604020202020204" pitchFamily="34" charset="0"/>
                </a:endParaRPr>
              </a:p>
            </p:txBody>
          </p:sp>
        </p:grpSp>
        <p:grpSp>
          <p:nvGrpSpPr>
            <p:cNvPr id="274" name="Group 273">
              <a:extLst>
                <a:ext uri="{FF2B5EF4-FFF2-40B4-BE49-F238E27FC236}">
                  <a16:creationId xmlns:a16="http://schemas.microsoft.com/office/drawing/2014/main" id="{20534C00-5DDC-985B-DB79-C66173E60A3E}"/>
                </a:ext>
              </a:extLst>
            </p:cNvPr>
            <p:cNvGrpSpPr/>
            <p:nvPr/>
          </p:nvGrpSpPr>
          <p:grpSpPr>
            <a:xfrm>
              <a:off x="6521485" y="5413675"/>
              <a:ext cx="628907" cy="628907"/>
              <a:chOff x="2867802" y="3950805"/>
              <a:chExt cx="628907" cy="628907"/>
            </a:xfrm>
          </p:grpSpPr>
          <p:sp>
            <p:nvSpPr>
              <p:cNvPr id="290" name="Oval 289">
                <a:extLst>
                  <a:ext uri="{FF2B5EF4-FFF2-40B4-BE49-F238E27FC236}">
                    <a16:creationId xmlns:a16="http://schemas.microsoft.com/office/drawing/2014/main" id="{27659E6B-DD42-637A-09BB-2E06137113F7}"/>
                  </a:ext>
                </a:extLst>
              </p:cNvPr>
              <p:cNvSpPr/>
              <p:nvPr/>
            </p:nvSpPr>
            <p:spPr>
              <a:xfrm>
                <a:off x="2867802" y="3950805"/>
                <a:ext cx="628907" cy="628907"/>
              </a:xfrm>
              <a:prstGeom prst="ellipse">
                <a:avLst/>
              </a:prstGeom>
              <a:solidFill>
                <a:schemeClr val="bg1"/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>
                      <a:lumMod val="65000"/>
                    </a:prstClr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291" name="TextBox 290">
                <a:extLst>
                  <a:ext uri="{FF2B5EF4-FFF2-40B4-BE49-F238E27FC236}">
                    <a16:creationId xmlns:a16="http://schemas.microsoft.com/office/drawing/2014/main" id="{238DA918-D2F7-96E8-A931-B0169F90264C}"/>
                  </a:ext>
                </a:extLst>
              </p:cNvPr>
              <p:cNvSpPr txBox="1"/>
              <p:nvPr/>
            </p:nvSpPr>
            <p:spPr>
              <a:xfrm>
                <a:off x="2949594" y="4126758"/>
                <a:ext cx="465322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2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ptos" panose="020B0004020202020204" pitchFamily="34" charset="0"/>
                    <a:ea typeface="+mn-ea"/>
                    <a:cs typeface="Arial" panose="020B0604020202020204" pitchFamily="34" charset="0"/>
                  </a:rPr>
                  <a:t>RTH</a:t>
                </a:r>
              </a:p>
            </p:txBody>
          </p:sp>
        </p:grpSp>
        <p:grpSp>
          <p:nvGrpSpPr>
            <p:cNvPr id="275" name="Group 274">
              <a:extLst>
                <a:ext uri="{FF2B5EF4-FFF2-40B4-BE49-F238E27FC236}">
                  <a16:creationId xmlns:a16="http://schemas.microsoft.com/office/drawing/2014/main" id="{924BA504-CC34-E2D4-D633-1C7840ACCAC7}"/>
                </a:ext>
              </a:extLst>
            </p:cNvPr>
            <p:cNvGrpSpPr/>
            <p:nvPr/>
          </p:nvGrpSpPr>
          <p:grpSpPr>
            <a:xfrm>
              <a:off x="8862418" y="5165872"/>
              <a:ext cx="628907" cy="628907"/>
              <a:chOff x="2867802" y="3950805"/>
              <a:chExt cx="628907" cy="628907"/>
            </a:xfrm>
          </p:grpSpPr>
          <p:sp>
            <p:nvSpPr>
              <p:cNvPr id="288" name="Oval 287">
                <a:extLst>
                  <a:ext uri="{FF2B5EF4-FFF2-40B4-BE49-F238E27FC236}">
                    <a16:creationId xmlns:a16="http://schemas.microsoft.com/office/drawing/2014/main" id="{DFF06894-30B2-0A3C-6B91-B4F05ADF5092}"/>
                  </a:ext>
                </a:extLst>
              </p:cNvPr>
              <p:cNvSpPr/>
              <p:nvPr/>
            </p:nvSpPr>
            <p:spPr>
              <a:xfrm>
                <a:off x="2867802" y="3950805"/>
                <a:ext cx="628907" cy="628907"/>
              </a:xfrm>
              <a:prstGeom prst="ellipse">
                <a:avLst/>
              </a:prstGeom>
              <a:solidFill>
                <a:schemeClr val="bg1"/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>
                      <a:lumMod val="65000"/>
                    </a:prstClr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289" name="TextBox 288">
                <a:extLst>
                  <a:ext uri="{FF2B5EF4-FFF2-40B4-BE49-F238E27FC236}">
                    <a16:creationId xmlns:a16="http://schemas.microsoft.com/office/drawing/2014/main" id="{C6EB6F9F-CAAE-F8A8-0458-A5B2B7E29CC5}"/>
                  </a:ext>
                </a:extLst>
              </p:cNvPr>
              <p:cNvSpPr txBox="1"/>
              <p:nvPr/>
            </p:nvSpPr>
            <p:spPr>
              <a:xfrm>
                <a:off x="2949594" y="4126758"/>
                <a:ext cx="465322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2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ptos" panose="020B0004020202020204" pitchFamily="34" charset="0"/>
                    <a:ea typeface="+mn-ea"/>
                    <a:cs typeface="Arial" panose="020B0604020202020204" pitchFamily="34" charset="0"/>
                  </a:rPr>
                  <a:t>RTH</a:t>
                </a:r>
              </a:p>
            </p:txBody>
          </p:sp>
        </p:grpSp>
        <p:grpSp>
          <p:nvGrpSpPr>
            <p:cNvPr id="276" name="Group 275">
              <a:extLst>
                <a:ext uri="{FF2B5EF4-FFF2-40B4-BE49-F238E27FC236}">
                  <a16:creationId xmlns:a16="http://schemas.microsoft.com/office/drawing/2014/main" id="{D2AD8825-8073-ED04-3A0C-6CBF712141B7}"/>
                </a:ext>
              </a:extLst>
            </p:cNvPr>
            <p:cNvGrpSpPr/>
            <p:nvPr/>
          </p:nvGrpSpPr>
          <p:grpSpPr>
            <a:xfrm>
              <a:off x="7543240" y="4536965"/>
              <a:ext cx="628907" cy="628907"/>
              <a:chOff x="2867802" y="3950805"/>
              <a:chExt cx="628907" cy="628907"/>
            </a:xfrm>
          </p:grpSpPr>
          <p:sp>
            <p:nvSpPr>
              <p:cNvPr id="286" name="Oval 285">
                <a:extLst>
                  <a:ext uri="{FF2B5EF4-FFF2-40B4-BE49-F238E27FC236}">
                    <a16:creationId xmlns:a16="http://schemas.microsoft.com/office/drawing/2014/main" id="{FD1A9276-323E-29CC-7F55-44E043744A58}"/>
                  </a:ext>
                </a:extLst>
              </p:cNvPr>
              <p:cNvSpPr/>
              <p:nvPr/>
            </p:nvSpPr>
            <p:spPr>
              <a:xfrm>
                <a:off x="2867802" y="3950805"/>
                <a:ext cx="628907" cy="628907"/>
              </a:xfrm>
              <a:prstGeom prst="ellipse">
                <a:avLst/>
              </a:prstGeom>
              <a:solidFill>
                <a:schemeClr val="bg1"/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>
                      <a:lumMod val="65000"/>
                    </a:prstClr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287" name="TextBox 286">
                <a:extLst>
                  <a:ext uri="{FF2B5EF4-FFF2-40B4-BE49-F238E27FC236}">
                    <a16:creationId xmlns:a16="http://schemas.microsoft.com/office/drawing/2014/main" id="{64834A88-698B-4781-D17B-30DCF60351B1}"/>
                  </a:ext>
                </a:extLst>
              </p:cNvPr>
              <p:cNvSpPr txBox="1"/>
              <p:nvPr/>
            </p:nvSpPr>
            <p:spPr>
              <a:xfrm>
                <a:off x="2949594" y="4126758"/>
                <a:ext cx="465322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2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ptos" panose="020B0004020202020204" pitchFamily="34" charset="0"/>
                    <a:ea typeface="+mn-ea"/>
                    <a:cs typeface="Arial" panose="020B0604020202020204" pitchFamily="34" charset="0"/>
                  </a:rPr>
                  <a:t>RTH</a:t>
                </a:r>
              </a:p>
            </p:txBody>
          </p:sp>
        </p:grpSp>
        <p:cxnSp>
          <p:nvCxnSpPr>
            <p:cNvPr id="277" name="Straight Arrow Connector 276">
              <a:extLst>
                <a:ext uri="{FF2B5EF4-FFF2-40B4-BE49-F238E27FC236}">
                  <a16:creationId xmlns:a16="http://schemas.microsoft.com/office/drawing/2014/main" id="{25937A11-61DC-EA26-6055-043739B2EA40}"/>
                </a:ext>
              </a:extLst>
            </p:cNvPr>
            <p:cNvCxnSpPr>
              <a:cxnSpLocks/>
            </p:cNvCxnSpPr>
            <p:nvPr/>
          </p:nvCxnSpPr>
          <p:spPr>
            <a:xfrm>
              <a:off x="4975127" y="4870482"/>
              <a:ext cx="1508258" cy="709621"/>
            </a:xfrm>
            <a:prstGeom prst="straightConnector1">
              <a:avLst/>
            </a:prstGeom>
            <a:ln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8" name="Straight Arrow Connector 277">
              <a:extLst>
                <a:ext uri="{FF2B5EF4-FFF2-40B4-BE49-F238E27FC236}">
                  <a16:creationId xmlns:a16="http://schemas.microsoft.com/office/drawing/2014/main" id="{253F9403-B56C-2F31-921E-A8A0BD8EDB2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948850" y="3983610"/>
              <a:ext cx="1143095" cy="575843"/>
            </a:xfrm>
            <a:prstGeom prst="straightConnector1">
              <a:avLst/>
            </a:prstGeom>
            <a:ln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9" name="Straight Arrow Connector 278">
              <a:extLst>
                <a:ext uri="{FF2B5EF4-FFF2-40B4-BE49-F238E27FC236}">
                  <a16:creationId xmlns:a16="http://schemas.microsoft.com/office/drawing/2014/main" id="{DFB27DE4-79A8-FCCF-A038-BD4C565E805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123124" y="5120144"/>
              <a:ext cx="428025" cy="331605"/>
            </a:xfrm>
            <a:prstGeom prst="straightConnector1">
              <a:avLst/>
            </a:prstGeom>
            <a:ln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0" name="Straight Arrow Connector 279">
              <a:extLst>
                <a:ext uri="{FF2B5EF4-FFF2-40B4-BE49-F238E27FC236}">
                  <a16:creationId xmlns:a16="http://schemas.microsoft.com/office/drawing/2014/main" id="{B3374CD1-5AB7-3B54-5A8D-91D303F8306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172147" y="4092067"/>
              <a:ext cx="1121028" cy="549041"/>
            </a:xfrm>
            <a:prstGeom prst="straightConnector1">
              <a:avLst/>
            </a:prstGeom>
            <a:ln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1" name="Straight Arrow Connector 280">
              <a:extLst>
                <a:ext uri="{FF2B5EF4-FFF2-40B4-BE49-F238E27FC236}">
                  <a16:creationId xmlns:a16="http://schemas.microsoft.com/office/drawing/2014/main" id="{2C37F37B-A28D-EA40-53C4-CFAAF5E2D29C}"/>
                </a:ext>
              </a:extLst>
            </p:cNvPr>
            <p:cNvCxnSpPr>
              <a:cxnSpLocks/>
            </p:cNvCxnSpPr>
            <p:nvPr/>
          </p:nvCxnSpPr>
          <p:spPr>
            <a:xfrm>
              <a:off x="8191197" y="5026609"/>
              <a:ext cx="652171" cy="305691"/>
            </a:xfrm>
            <a:prstGeom prst="straightConnector1">
              <a:avLst/>
            </a:prstGeom>
            <a:ln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2" name="Straight Arrow Connector 281">
              <a:extLst>
                <a:ext uri="{FF2B5EF4-FFF2-40B4-BE49-F238E27FC236}">
                  <a16:creationId xmlns:a16="http://schemas.microsoft.com/office/drawing/2014/main" id="{2EC90A24-BA75-5AF2-62A9-0A2AB775B7D5}"/>
                </a:ext>
              </a:extLst>
            </p:cNvPr>
            <p:cNvCxnSpPr>
              <a:cxnSpLocks/>
            </p:cNvCxnSpPr>
            <p:nvPr/>
          </p:nvCxnSpPr>
          <p:spPr>
            <a:xfrm>
              <a:off x="9538950" y="5570578"/>
              <a:ext cx="981544" cy="276999"/>
            </a:xfrm>
            <a:prstGeom prst="straightConnector1">
              <a:avLst/>
            </a:prstGeom>
            <a:ln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83" name="Group 282">
              <a:extLst>
                <a:ext uri="{FF2B5EF4-FFF2-40B4-BE49-F238E27FC236}">
                  <a16:creationId xmlns:a16="http://schemas.microsoft.com/office/drawing/2014/main" id="{8F551564-D2BE-084C-1925-B2C60675F2A9}"/>
                </a:ext>
              </a:extLst>
            </p:cNvPr>
            <p:cNvGrpSpPr/>
            <p:nvPr/>
          </p:nvGrpSpPr>
          <p:grpSpPr>
            <a:xfrm>
              <a:off x="10510969" y="5552173"/>
              <a:ext cx="751592" cy="628907"/>
              <a:chOff x="10510969" y="5552173"/>
              <a:chExt cx="751592" cy="628907"/>
            </a:xfrm>
          </p:grpSpPr>
          <p:sp>
            <p:nvSpPr>
              <p:cNvPr id="284" name="Rectangle: Rounded Corners 283">
                <a:extLst>
                  <a:ext uri="{FF2B5EF4-FFF2-40B4-BE49-F238E27FC236}">
                    <a16:creationId xmlns:a16="http://schemas.microsoft.com/office/drawing/2014/main" id="{F00D47AD-64BE-3442-5058-C68AF4F59CC3}"/>
                  </a:ext>
                </a:extLst>
              </p:cNvPr>
              <p:cNvSpPr/>
              <p:nvPr/>
            </p:nvSpPr>
            <p:spPr>
              <a:xfrm>
                <a:off x="10572312" y="5552173"/>
                <a:ext cx="628907" cy="628907"/>
              </a:xfrm>
              <a:prstGeom prst="roundRect">
                <a:avLst>
                  <a:gd name="adj" fmla="val 8678"/>
                </a:avLst>
              </a:prstGeom>
              <a:solidFill>
                <a:schemeClr val="bg1"/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285" name="TextBox 284">
                <a:extLst>
                  <a:ext uri="{FF2B5EF4-FFF2-40B4-BE49-F238E27FC236}">
                    <a16:creationId xmlns:a16="http://schemas.microsoft.com/office/drawing/2014/main" id="{49E47877-D724-E221-8146-A703DB5D50EE}"/>
                  </a:ext>
                </a:extLst>
              </p:cNvPr>
              <p:cNvSpPr txBox="1"/>
              <p:nvPr/>
            </p:nvSpPr>
            <p:spPr>
              <a:xfrm>
                <a:off x="10510969" y="5728127"/>
                <a:ext cx="751592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2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ptos" panose="020B0004020202020204" pitchFamily="34" charset="0"/>
                    <a:ea typeface="+mn-ea"/>
                    <a:cs typeface="Arial" panose="020B0604020202020204" pitchFamily="34" charset="0"/>
                  </a:rPr>
                  <a:t>WDQMS</a:t>
                </a:r>
              </a:p>
            </p:txBody>
          </p:sp>
        </p:grpSp>
      </p:grpSp>
      <p:grpSp>
        <p:nvGrpSpPr>
          <p:cNvPr id="329" name="Group 328">
            <a:extLst>
              <a:ext uri="{FF2B5EF4-FFF2-40B4-BE49-F238E27FC236}">
                <a16:creationId xmlns:a16="http://schemas.microsoft.com/office/drawing/2014/main" id="{8D8A6240-1A44-60FB-9EEA-1E683C1A2C1C}"/>
              </a:ext>
            </a:extLst>
          </p:cNvPr>
          <p:cNvGrpSpPr/>
          <p:nvPr/>
        </p:nvGrpSpPr>
        <p:grpSpPr>
          <a:xfrm>
            <a:off x="6091945" y="2291271"/>
            <a:ext cx="3910790" cy="1002588"/>
            <a:chOff x="6091945" y="2291271"/>
            <a:chExt cx="3910790" cy="1002588"/>
          </a:xfrm>
        </p:grpSpPr>
        <p:grpSp>
          <p:nvGrpSpPr>
            <p:cNvPr id="306" name="Group 305">
              <a:extLst>
                <a:ext uri="{FF2B5EF4-FFF2-40B4-BE49-F238E27FC236}">
                  <a16:creationId xmlns:a16="http://schemas.microsoft.com/office/drawing/2014/main" id="{796D652E-4E80-2C11-7F62-B9C3D9EA093A}"/>
                </a:ext>
              </a:extLst>
            </p:cNvPr>
            <p:cNvGrpSpPr/>
            <p:nvPr/>
          </p:nvGrpSpPr>
          <p:grpSpPr>
            <a:xfrm>
              <a:off x="6091945" y="2291271"/>
              <a:ext cx="821464" cy="995698"/>
              <a:chOff x="9666460" y="941309"/>
              <a:chExt cx="821464" cy="995698"/>
            </a:xfrm>
          </p:grpSpPr>
          <p:sp>
            <p:nvSpPr>
              <p:cNvPr id="307" name="Rectangle: Rounded Corners 306">
                <a:extLst>
                  <a:ext uri="{FF2B5EF4-FFF2-40B4-BE49-F238E27FC236}">
                    <a16:creationId xmlns:a16="http://schemas.microsoft.com/office/drawing/2014/main" id="{5F7D8F77-1739-FA88-32E0-036805D58C7E}"/>
                  </a:ext>
                </a:extLst>
              </p:cNvPr>
              <p:cNvSpPr/>
              <p:nvPr/>
            </p:nvSpPr>
            <p:spPr>
              <a:xfrm>
                <a:off x="9762739" y="1285865"/>
                <a:ext cx="628907" cy="628907"/>
              </a:xfrm>
              <a:prstGeom prst="roundRect">
                <a:avLst>
                  <a:gd name="adj" fmla="val 8678"/>
                </a:avLst>
              </a:prstGeom>
              <a:solidFill>
                <a:schemeClr val="bg1"/>
              </a:solidFill>
              <a:ln w="28575">
                <a:solidFill>
                  <a:srgbClr val="3963DA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3963DA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308" name="TextBox 307">
                <a:extLst>
                  <a:ext uri="{FF2B5EF4-FFF2-40B4-BE49-F238E27FC236}">
                    <a16:creationId xmlns:a16="http://schemas.microsoft.com/office/drawing/2014/main" id="{5CB3CF01-4C74-7E44-77E1-8D1176BBB8E0}"/>
                  </a:ext>
                </a:extLst>
              </p:cNvPr>
              <p:cNvSpPr txBox="1"/>
              <p:nvPr/>
            </p:nvSpPr>
            <p:spPr>
              <a:xfrm>
                <a:off x="9666460" y="1475342"/>
                <a:ext cx="821464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3963DA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W2-GTS Gateway</a:t>
                </a:r>
              </a:p>
            </p:txBody>
          </p:sp>
          <p:grpSp>
            <p:nvGrpSpPr>
              <p:cNvPr id="309" name="Group 308">
                <a:extLst>
                  <a:ext uri="{FF2B5EF4-FFF2-40B4-BE49-F238E27FC236}">
                    <a16:creationId xmlns:a16="http://schemas.microsoft.com/office/drawing/2014/main" id="{DD61AAC7-BA92-90CA-EEF5-1038AE7E3CC8}"/>
                  </a:ext>
                </a:extLst>
              </p:cNvPr>
              <p:cNvGrpSpPr/>
              <p:nvPr/>
            </p:nvGrpSpPr>
            <p:grpSpPr>
              <a:xfrm>
                <a:off x="9815731" y="1019607"/>
                <a:ext cx="522922" cy="532516"/>
                <a:chOff x="9610100" y="3519705"/>
                <a:chExt cx="498392" cy="507536"/>
              </a:xfrm>
            </p:grpSpPr>
            <p:pic>
              <p:nvPicPr>
                <p:cNvPr id="311" name="Picture 310">
                  <a:extLst>
                    <a:ext uri="{FF2B5EF4-FFF2-40B4-BE49-F238E27FC236}">
                      <a16:creationId xmlns:a16="http://schemas.microsoft.com/office/drawing/2014/main" id="{8C684E3B-6381-49AD-2CB7-78DBB4C736CA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9610100" y="3519705"/>
                  <a:ext cx="498392" cy="507536"/>
                </a:xfrm>
                <a:prstGeom prst="rect">
                  <a:avLst/>
                </a:prstGeom>
              </p:spPr>
            </p:pic>
            <p:pic>
              <p:nvPicPr>
                <p:cNvPr id="312" name="Picture 311">
                  <a:extLst>
                    <a:ext uri="{FF2B5EF4-FFF2-40B4-BE49-F238E27FC236}">
                      <a16:creationId xmlns:a16="http://schemas.microsoft.com/office/drawing/2014/main" id="{D4DF191A-73CE-6130-FEE4-CF73736B1E44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9"/>
                <a:srcRect l="6381" t="6381" r="6381" b="6381"/>
                <a:stretch/>
              </p:blipFill>
              <p:spPr>
                <a:xfrm>
                  <a:off x="9680900" y="3595077"/>
                  <a:ext cx="356792" cy="356792"/>
                </a:xfrm>
                <a:prstGeom prst="ellipse">
                  <a:avLst/>
                </a:prstGeom>
                <a:solidFill>
                  <a:schemeClr val="bg1"/>
                </a:solidFill>
              </p:spPr>
            </p:pic>
          </p:grpSp>
          <p:pic>
            <p:nvPicPr>
              <p:cNvPr id="310" name="Picture 309">
                <a:extLst>
                  <a:ext uri="{FF2B5EF4-FFF2-40B4-BE49-F238E27FC236}">
                    <a16:creationId xmlns:a16="http://schemas.microsoft.com/office/drawing/2014/main" id="{AB0ABF6F-FB4C-34AA-1299-8D2032E4582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0"/>
              <a:srcRect l="70600" t="4796" r="541" b="37615"/>
              <a:stretch/>
            </p:blipFill>
            <p:spPr>
              <a:xfrm>
                <a:off x="10136699" y="941309"/>
                <a:ext cx="255340" cy="266096"/>
              </a:xfrm>
              <a:prstGeom prst="ellipse">
                <a:avLst/>
              </a:prstGeom>
            </p:spPr>
          </p:pic>
        </p:grpSp>
        <p:grpSp>
          <p:nvGrpSpPr>
            <p:cNvPr id="313" name="Group 312">
              <a:extLst>
                <a:ext uri="{FF2B5EF4-FFF2-40B4-BE49-F238E27FC236}">
                  <a16:creationId xmlns:a16="http://schemas.microsoft.com/office/drawing/2014/main" id="{824C5D72-4C78-4E7C-9282-C715BF8A0165}"/>
                </a:ext>
              </a:extLst>
            </p:cNvPr>
            <p:cNvGrpSpPr/>
            <p:nvPr/>
          </p:nvGrpSpPr>
          <p:grpSpPr>
            <a:xfrm>
              <a:off x="9181271" y="2300144"/>
              <a:ext cx="821464" cy="993715"/>
              <a:chOff x="10807402" y="1038680"/>
              <a:chExt cx="821464" cy="993715"/>
            </a:xfrm>
          </p:grpSpPr>
          <p:sp>
            <p:nvSpPr>
              <p:cNvPr id="314" name="Rectangle: Rounded Corners 313">
                <a:extLst>
                  <a:ext uri="{FF2B5EF4-FFF2-40B4-BE49-F238E27FC236}">
                    <a16:creationId xmlns:a16="http://schemas.microsoft.com/office/drawing/2014/main" id="{E897AF72-3540-7511-40B4-3D5A8C9D7396}"/>
                  </a:ext>
                </a:extLst>
              </p:cNvPr>
              <p:cNvSpPr/>
              <p:nvPr/>
            </p:nvSpPr>
            <p:spPr>
              <a:xfrm>
                <a:off x="10903681" y="1381253"/>
                <a:ext cx="628907" cy="628907"/>
              </a:xfrm>
              <a:prstGeom prst="roundRect">
                <a:avLst>
                  <a:gd name="adj" fmla="val 8678"/>
                </a:avLst>
              </a:prstGeom>
              <a:solidFill>
                <a:schemeClr val="bg1"/>
              </a:solidFill>
              <a:ln w="28575">
                <a:solidFill>
                  <a:srgbClr val="3963DA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3963DA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315" name="TextBox 314">
                <a:extLst>
                  <a:ext uri="{FF2B5EF4-FFF2-40B4-BE49-F238E27FC236}">
                    <a16:creationId xmlns:a16="http://schemas.microsoft.com/office/drawing/2014/main" id="{6753F1C5-0AFB-ECE7-046B-A4FB5A93B312}"/>
                  </a:ext>
                </a:extLst>
              </p:cNvPr>
              <p:cNvSpPr txBox="1"/>
              <p:nvPr/>
            </p:nvSpPr>
            <p:spPr>
              <a:xfrm>
                <a:off x="10807402" y="1570730"/>
                <a:ext cx="821464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3963DA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W2-GTS Gateway</a:t>
                </a:r>
              </a:p>
            </p:txBody>
          </p:sp>
          <p:grpSp>
            <p:nvGrpSpPr>
              <p:cNvPr id="316" name="Group 315">
                <a:extLst>
                  <a:ext uri="{FF2B5EF4-FFF2-40B4-BE49-F238E27FC236}">
                    <a16:creationId xmlns:a16="http://schemas.microsoft.com/office/drawing/2014/main" id="{6FE7DE85-4C25-842F-2769-FCE6B4F57E5B}"/>
                  </a:ext>
                </a:extLst>
              </p:cNvPr>
              <p:cNvGrpSpPr/>
              <p:nvPr/>
            </p:nvGrpSpPr>
            <p:grpSpPr>
              <a:xfrm>
                <a:off x="10956673" y="1114995"/>
                <a:ext cx="522922" cy="532516"/>
                <a:chOff x="9610100" y="3519705"/>
                <a:chExt cx="498392" cy="507536"/>
              </a:xfrm>
            </p:grpSpPr>
            <p:pic>
              <p:nvPicPr>
                <p:cNvPr id="318" name="Picture 317">
                  <a:extLst>
                    <a:ext uri="{FF2B5EF4-FFF2-40B4-BE49-F238E27FC236}">
                      <a16:creationId xmlns:a16="http://schemas.microsoft.com/office/drawing/2014/main" id="{C97CBDB9-2A14-B295-9866-35D4B692629B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9610100" y="3519705"/>
                  <a:ext cx="498392" cy="507536"/>
                </a:xfrm>
                <a:prstGeom prst="rect">
                  <a:avLst/>
                </a:prstGeom>
              </p:spPr>
            </p:pic>
            <p:pic>
              <p:nvPicPr>
                <p:cNvPr id="319" name="Picture 318">
                  <a:extLst>
                    <a:ext uri="{FF2B5EF4-FFF2-40B4-BE49-F238E27FC236}">
                      <a16:creationId xmlns:a16="http://schemas.microsoft.com/office/drawing/2014/main" id="{26EF03BE-39A8-E07D-5D91-0C932B9481E3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9"/>
                <a:srcRect l="6381" t="6381" r="6381" b="6381"/>
                <a:stretch/>
              </p:blipFill>
              <p:spPr>
                <a:xfrm>
                  <a:off x="9680900" y="3595077"/>
                  <a:ext cx="356792" cy="356792"/>
                </a:xfrm>
                <a:prstGeom prst="ellipse">
                  <a:avLst/>
                </a:prstGeom>
                <a:solidFill>
                  <a:schemeClr val="bg1"/>
                </a:solidFill>
              </p:spPr>
            </p:pic>
          </p:grpSp>
          <p:pic>
            <p:nvPicPr>
              <p:cNvPr id="317" name="Picture 316">
                <a:extLst>
                  <a:ext uri="{FF2B5EF4-FFF2-40B4-BE49-F238E27FC236}">
                    <a16:creationId xmlns:a16="http://schemas.microsoft.com/office/drawing/2014/main" id="{2ECD1D62-5A23-5D8C-DECD-6BB86D1CF12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0"/>
              <a:srcRect l="-953" t="6033" r="72094" b="41106"/>
              <a:stretch/>
            </p:blipFill>
            <p:spPr>
              <a:xfrm>
                <a:off x="11283093" y="1038680"/>
                <a:ext cx="255340" cy="244246"/>
              </a:xfrm>
              <a:prstGeom prst="ellipse">
                <a:avLst/>
              </a:prstGeom>
            </p:spPr>
          </p:pic>
        </p:grpSp>
      </p:grpSp>
      <p:grpSp>
        <p:nvGrpSpPr>
          <p:cNvPr id="330" name="Group 329">
            <a:extLst>
              <a:ext uri="{FF2B5EF4-FFF2-40B4-BE49-F238E27FC236}">
                <a16:creationId xmlns:a16="http://schemas.microsoft.com/office/drawing/2014/main" id="{902CD1EB-B808-FEB0-EA9A-5CCC33FEDC8F}"/>
              </a:ext>
            </a:extLst>
          </p:cNvPr>
          <p:cNvGrpSpPr/>
          <p:nvPr/>
        </p:nvGrpSpPr>
        <p:grpSpPr>
          <a:xfrm>
            <a:off x="5495925" y="1943100"/>
            <a:ext cx="3686175" cy="933450"/>
            <a:chOff x="5495925" y="1943100"/>
            <a:chExt cx="3686175" cy="933450"/>
          </a:xfrm>
        </p:grpSpPr>
        <p:sp>
          <p:nvSpPr>
            <p:cNvPr id="320" name="Freeform: Shape 319">
              <a:extLst>
                <a:ext uri="{FF2B5EF4-FFF2-40B4-BE49-F238E27FC236}">
                  <a16:creationId xmlns:a16="http://schemas.microsoft.com/office/drawing/2014/main" id="{07D88478-EE6B-5D19-ACB7-99DAEECB43D7}"/>
                </a:ext>
              </a:extLst>
            </p:cNvPr>
            <p:cNvSpPr/>
            <p:nvPr/>
          </p:nvSpPr>
          <p:spPr>
            <a:xfrm>
              <a:off x="5495925" y="2105025"/>
              <a:ext cx="609600" cy="504825"/>
            </a:xfrm>
            <a:custGeom>
              <a:avLst/>
              <a:gdLst>
                <a:gd name="connsiteX0" fmla="*/ 609600 w 609600"/>
                <a:gd name="connsiteY0" fmla="*/ 504825 h 504825"/>
                <a:gd name="connsiteX1" fmla="*/ 257175 w 609600"/>
                <a:gd name="connsiteY1" fmla="*/ 381000 h 504825"/>
                <a:gd name="connsiteX2" fmla="*/ 0 w 609600"/>
                <a:gd name="connsiteY2" fmla="*/ 0 h 504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09600" h="504825">
                  <a:moveTo>
                    <a:pt x="609600" y="504825"/>
                  </a:moveTo>
                  <a:cubicBezTo>
                    <a:pt x="484187" y="484981"/>
                    <a:pt x="358775" y="465137"/>
                    <a:pt x="257175" y="381000"/>
                  </a:cubicBezTo>
                  <a:cubicBezTo>
                    <a:pt x="155575" y="296863"/>
                    <a:pt x="77787" y="148431"/>
                    <a:pt x="0" y="0"/>
                  </a:cubicBezTo>
                </a:path>
              </a:pathLst>
            </a:custGeom>
            <a:noFill/>
            <a:ln>
              <a:solidFill>
                <a:schemeClr val="accent6">
                  <a:lumMod val="75000"/>
                </a:schemeClr>
              </a:solidFill>
              <a:headEnd type="none" w="med" len="med"/>
              <a:tailEnd type="triangle" w="med" len="me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321" name="Freeform: Shape 320">
              <a:extLst>
                <a:ext uri="{FF2B5EF4-FFF2-40B4-BE49-F238E27FC236}">
                  <a16:creationId xmlns:a16="http://schemas.microsoft.com/office/drawing/2014/main" id="{9CFC721C-3A76-0BA6-44DD-A938719C627A}"/>
                </a:ext>
              </a:extLst>
            </p:cNvPr>
            <p:cNvSpPr/>
            <p:nvPr/>
          </p:nvSpPr>
          <p:spPr>
            <a:xfrm>
              <a:off x="5810250" y="1943100"/>
              <a:ext cx="3371850" cy="933450"/>
            </a:xfrm>
            <a:custGeom>
              <a:avLst/>
              <a:gdLst>
                <a:gd name="connsiteX0" fmla="*/ 3371850 w 3371850"/>
                <a:gd name="connsiteY0" fmla="*/ 933450 h 933450"/>
                <a:gd name="connsiteX1" fmla="*/ 2419350 w 3371850"/>
                <a:gd name="connsiteY1" fmla="*/ 819150 h 933450"/>
                <a:gd name="connsiteX2" fmla="*/ 1390650 w 3371850"/>
                <a:gd name="connsiteY2" fmla="*/ 276225 h 933450"/>
                <a:gd name="connsiteX3" fmla="*/ 0 w 3371850"/>
                <a:gd name="connsiteY3" fmla="*/ 0 h 9334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371850" h="933450">
                  <a:moveTo>
                    <a:pt x="3371850" y="933450"/>
                  </a:moveTo>
                  <a:cubicBezTo>
                    <a:pt x="3060700" y="931068"/>
                    <a:pt x="2749550" y="928687"/>
                    <a:pt x="2419350" y="819150"/>
                  </a:cubicBezTo>
                  <a:cubicBezTo>
                    <a:pt x="2089150" y="709613"/>
                    <a:pt x="1793875" y="412750"/>
                    <a:pt x="1390650" y="276225"/>
                  </a:cubicBezTo>
                  <a:cubicBezTo>
                    <a:pt x="987425" y="139700"/>
                    <a:pt x="493712" y="69850"/>
                    <a:pt x="0" y="0"/>
                  </a:cubicBezTo>
                </a:path>
              </a:pathLst>
            </a:custGeom>
            <a:noFill/>
            <a:ln>
              <a:solidFill>
                <a:schemeClr val="accent6">
                  <a:lumMod val="75000"/>
                </a:schemeClr>
              </a:solidFill>
              <a:headEnd type="none" w="med" len="med"/>
              <a:tailEnd type="triangle" w="med" len="me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</p:grpSp>
      <p:sp>
        <p:nvSpPr>
          <p:cNvPr id="322" name="TextBox 321">
            <a:extLst>
              <a:ext uri="{FF2B5EF4-FFF2-40B4-BE49-F238E27FC236}">
                <a16:creationId xmlns:a16="http://schemas.microsoft.com/office/drawing/2014/main" id="{C4C10DE2-B42D-E308-E667-AF0643F2C514}"/>
              </a:ext>
            </a:extLst>
          </p:cNvPr>
          <p:cNvSpPr txBox="1"/>
          <p:nvPr/>
        </p:nvSpPr>
        <p:spPr>
          <a:xfrm>
            <a:off x="1558819" y="5629159"/>
            <a:ext cx="4924565" cy="1200329"/>
          </a:xfrm>
          <a:prstGeom prst="rect">
            <a:avLst/>
          </a:prstGeom>
          <a:solidFill>
            <a:srgbClr val="FFFFFF">
              <a:alpha val="69804"/>
            </a:srgbClr>
          </a:solidFill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WIS2-to-GTS gateways</a:t>
            </a: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When a WIS Centre stops sending (a subset* of) bulletins via GTS the gateways will add those bulletin headers to their “whitelist”</a:t>
            </a:r>
          </a:p>
        </p:txBody>
      </p:sp>
      <p:grpSp>
        <p:nvGrpSpPr>
          <p:cNvPr id="331" name="Group 330">
            <a:extLst>
              <a:ext uri="{FF2B5EF4-FFF2-40B4-BE49-F238E27FC236}">
                <a16:creationId xmlns:a16="http://schemas.microsoft.com/office/drawing/2014/main" id="{2E107912-7D22-2AD3-9E8B-B263BD2E790A}"/>
              </a:ext>
            </a:extLst>
          </p:cNvPr>
          <p:cNvGrpSpPr/>
          <p:nvPr/>
        </p:nvGrpSpPr>
        <p:grpSpPr>
          <a:xfrm>
            <a:off x="5645909" y="2666385"/>
            <a:ext cx="4824011" cy="638969"/>
            <a:chOff x="5645909" y="2666385"/>
            <a:chExt cx="4824011" cy="638969"/>
          </a:xfrm>
        </p:grpSpPr>
        <p:grpSp>
          <p:nvGrpSpPr>
            <p:cNvPr id="323" name="Group 322">
              <a:extLst>
                <a:ext uri="{FF2B5EF4-FFF2-40B4-BE49-F238E27FC236}">
                  <a16:creationId xmlns:a16="http://schemas.microsoft.com/office/drawing/2014/main" id="{1B5B8EBF-0160-76EA-BF8C-104AFDC8C6BF}"/>
                </a:ext>
              </a:extLst>
            </p:cNvPr>
            <p:cNvGrpSpPr/>
            <p:nvPr/>
          </p:nvGrpSpPr>
          <p:grpSpPr>
            <a:xfrm>
              <a:off x="5645909" y="2670154"/>
              <a:ext cx="480439" cy="635200"/>
              <a:chOff x="6238875" y="2481185"/>
              <a:chExt cx="480439" cy="635200"/>
            </a:xfrm>
          </p:grpSpPr>
          <p:pic>
            <p:nvPicPr>
              <p:cNvPr id="324" name="Picture 323">
                <a:extLst>
                  <a:ext uri="{FF2B5EF4-FFF2-40B4-BE49-F238E27FC236}">
                    <a16:creationId xmlns:a16="http://schemas.microsoft.com/office/drawing/2014/main" id="{78D4687F-1F26-3280-7F1B-DBFA182CBAF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9">
                <a:duotone>
                  <a:prstClr val="black"/>
                  <a:schemeClr val="accent4">
                    <a:tint val="45000"/>
                    <a:satMod val="400000"/>
                  </a:schemeClr>
                </a:duotone>
              </a:blip>
              <a:stretch>
                <a:fillRect/>
              </a:stretch>
            </p:blipFill>
            <p:spPr>
              <a:xfrm>
                <a:off x="6238875" y="2490456"/>
                <a:ext cx="475706" cy="625929"/>
              </a:xfrm>
              <a:prstGeom prst="rect">
                <a:avLst/>
              </a:prstGeom>
            </p:spPr>
          </p:pic>
          <p:sp>
            <p:nvSpPr>
              <p:cNvPr id="325" name="Freeform: Shape 324">
                <a:extLst>
                  <a:ext uri="{FF2B5EF4-FFF2-40B4-BE49-F238E27FC236}">
                    <a16:creationId xmlns:a16="http://schemas.microsoft.com/office/drawing/2014/main" id="{A4E3E5E9-0243-FD0C-40D3-3B22E7CB3DBE}"/>
                  </a:ext>
                </a:extLst>
              </p:cNvPr>
              <p:cNvSpPr/>
              <p:nvPr/>
            </p:nvSpPr>
            <p:spPr>
              <a:xfrm>
                <a:off x="6444380" y="2481185"/>
                <a:ext cx="274934" cy="287724"/>
              </a:xfrm>
              <a:custGeom>
                <a:avLst/>
                <a:gdLst>
                  <a:gd name="connsiteX0" fmla="*/ 0 w 267789"/>
                  <a:gd name="connsiteY0" fmla="*/ 0 h 277586"/>
                  <a:gd name="connsiteX1" fmla="*/ 267789 w 267789"/>
                  <a:gd name="connsiteY1" fmla="*/ 277586 h 277586"/>
                  <a:gd name="connsiteX2" fmla="*/ 267789 w 267789"/>
                  <a:gd name="connsiteY2" fmla="*/ 117566 h 277586"/>
                  <a:gd name="connsiteX3" fmla="*/ 146957 w 267789"/>
                  <a:gd name="connsiteY3" fmla="*/ 6531 h 277586"/>
                  <a:gd name="connsiteX4" fmla="*/ 0 w 267789"/>
                  <a:gd name="connsiteY4" fmla="*/ 0 h 277586"/>
                  <a:gd name="connsiteX0" fmla="*/ 0 w 267789"/>
                  <a:gd name="connsiteY0" fmla="*/ 613 h 278199"/>
                  <a:gd name="connsiteX1" fmla="*/ 267789 w 267789"/>
                  <a:gd name="connsiteY1" fmla="*/ 278199 h 278199"/>
                  <a:gd name="connsiteX2" fmla="*/ 267789 w 267789"/>
                  <a:gd name="connsiteY2" fmla="*/ 118179 h 278199"/>
                  <a:gd name="connsiteX3" fmla="*/ 156482 w 267789"/>
                  <a:gd name="connsiteY3" fmla="*/ 0 h 278199"/>
                  <a:gd name="connsiteX4" fmla="*/ 0 w 267789"/>
                  <a:gd name="connsiteY4" fmla="*/ 613 h 278199"/>
                  <a:gd name="connsiteX0" fmla="*/ 0 w 270171"/>
                  <a:gd name="connsiteY0" fmla="*/ 5375 h 278199"/>
                  <a:gd name="connsiteX1" fmla="*/ 270171 w 270171"/>
                  <a:gd name="connsiteY1" fmla="*/ 278199 h 278199"/>
                  <a:gd name="connsiteX2" fmla="*/ 270171 w 270171"/>
                  <a:gd name="connsiteY2" fmla="*/ 118179 h 278199"/>
                  <a:gd name="connsiteX3" fmla="*/ 158864 w 270171"/>
                  <a:gd name="connsiteY3" fmla="*/ 0 h 278199"/>
                  <a:gd name="connsiteX4" fmla="*/ 0 w 270171"/>
                  <a:gd name="connsiteY4" fmla="*/ 5375 h 278199"/>
                  <a:gd name="connsiteX0" fmla="*/ 0 w 270171"/>
                  <a:gd name="connsiteY0" fmla="*/ 5375 h 266292"/>
                  <a:gd name="connsiteX1" fmla="*/ 263028 w 270171"/>
                  <a:gd name="connsiteY1" fmla="*/ 266292 h 266292"/>
                  <a:gd name="connsiteX2" fmla="*/ 270171 w 270171"/>
                  <a:gd name="connsiteY2" fmla="*/ 118179 h 266292"/>
                  <a:gd name="connsiteX3" fmla="*/ 158864 w 270171"/>
                  <a:gd name="connsiteY3" fmla="*/ 0 h 266292"/>
                  <a:gd name="connsiteX4" fmla="*/ 0 w 270171"/>
                  <a:gd name="connsiteY4" fmla="*/ 5375 h 266292"/>
                  <a:gd name="connsiteX0" fmla="*/ 0 w 274934"/>
                  <a:gd name="connsiteY0" fmla="*/ 5375 h 287724"/>
                  <a:gd name="connsiteX1" fmla="*/ 274934 w 274934"/>
                  <a:gd name="connsiteY1" fmla="*/ 287724 h 287724"/>
                  <a:gd name="connsiteX2" fmla="*/ 270171 w 274934"/>
                  <a:gd name="connsiteY2" fmla="*/ 118179 h 287724"/>
                  <a:gd name="connsiteX3" fmla="*/ 158864 w 274934"/>
                  <a:gd name="connsiteY3" fmla="*/ 0 h 287724"/>
                  <a:gd name="connsiteX4" fmla="*/ 0 w 274934"/>
                  <a:gd name="connsiteY4" fmla="*/ 5375 h 28772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74934" h="287724">
                    <a:moveTo>
                      <a:pt x="0" y="5375"/>
                    </a:moveTo>
                    <a:lnTo>
                      <a:pt x="274934" y="287724"/>
                    </a:lnTo>
                    <a:lnTo>
                      <a:pt x="270171" y="118179"/>
                    </a:lnTo>
                    <a:lnTo>
                      <a:pt x="158864" y="0"/>
                    </a:lnTo>
                    <a:lnTo>
                      <a:pt x="0" y="5375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</p:grpSp>
        <p:grpSp>
          <p:nvGrpSpPr>
            <p:cNvPr id="326" name="Group 325">
              <a:extLst>
                <a:ext uri="{FF2B5EF4-FFF2-40B4-BE49-F238E27FC236}">
                  <a16:creationId xmlns:a16="http://schemas.microsoft.com/office/drawing/2014/main" id="{334036C6-6982-A4FF-0D5B-27A69246E7A7}"/>
                </a:ext>
              </a:extLst>
            </p:cNvPr>
            <p:cNvGrpSpPr/>
            <p:nvPr/>
          </p:nvGrpSpPr>
          <p:grpSpPr>
            <a:xfrm>
              <a:off x="9989481" y="2666385"/>
              <a:ext cx="480439" cy="635200"/>
              <a:chOff x="6238875" y="2481185"/>
              <a:chExt cx="480439" cy="635200"/>
            </a:xfrm>
          </p:grpSpPr>
          <p:pic>
            <p:nvPicPr>
              <p:cNvPr id="327" name="Picture 326">
                <a:extLst>
                  <a:ext uri="{FF2B5EF4-FFF2-40B4-BE49-F238E27FC236}">
                    <a16:creationId xmlns:a16="http://schemas.microsoft.com/office/drawing/2014/main" id="{76E7965F-E51F-022A-AE07-A3F61E81B95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9">
                <a:duotone>
                  <a:prstClr val="black"/>
                  <a:schemeClr val="accent4">
                    <a:tint val="45000"/>
                    <a:satMod val="400000"/>
                  </a:schemeClr>
                </a:duotone>
              </a:blip>
              <a:stretch>
                <a:fillRect/>
              </a:stretch>
            </p:blipFill>
            <p:spPr>
              <a:xfrm>
                <a:off x="6238875" y="2490456"/>
                <a:ext cx="475706" cy="625929"/>
              </a:xfrm>
              <a:prstGeom prst="rect">
                <a:avLst/>
              </a:prstGeom>
            </p:spPr>
          </p:pic>
          <p:sp>
            <p:nvSpPr>
              <p:cNvPr id="328" name="Freeform: Shape 327">
                <a:extLst>
                  <a:ext uri="{FF2B5EF4-FFF2-40B4-BE49-F238E27FC236}">
                    <a16:creationId xmlns:a16="http://schemas.microsoft.com/office/drawing/2014/main" id="{14F07E97-6C84-FD9F-FB2D-DF1E4E5F4E24}"/>
                  </a:ext>
                </a:extLst>
              </p:cNvPr>
              <p:cNvSpPr/>
              <p:nvPr/>
            </p:nvSpPr>
            <p:spPr>
              <a:xfrm>
                <a:off x="6444380" y="2481185"/>
                <a:ext cx="274934" cy="287724"/>
              </a:xfrm>
              <a:custGeom>
                <a:avLst/>
                <a:gdLst>
                  <a:gd name="connsiteX0" fmla="*/ 0 w 267789"/>
                  <a:gd name="connsiteY0" fmla="*/ 0 h 277586"/>
                  <a:gd name="connsiteX1" fmla="*/ 267789 w 267789"/>
                  <a:gd name="connsiteY1" fmla="*/ 277586 h 277586"/>
                  <a:gd name="connsiteX2" fmla="*/ 267789 w 267789"/>
                  <a:gd name="connsiteY2" fmla="*/ 117566 h 277586"/>
                  <a:gd name="connsiteX3" fmla="*/ 146957 w 267789"/>
                  <a:gd name="connsiteY3" fmla="*/ 6531 h 277586"/>
                  <a:gd name="connsiteX4" fmla="*/ 0 w 267789"/>
                  <a:gd name="connsiteY4" fmla="*/ 0 h 277586"/>
                  <a:gd name="connsiteX0" fmla="*/ 0 w 267789"/>
                  <a:gd name="connsiteY0" fmla="*/ 613 h 278199"/>
                  <a:gd name="connsiteX1" fmla="*/ 267789 w 267789"/>
                  <a:gd name="connsiteY1" fmla="*/ 278199 h 278199"/>
                  <a:gd name="connsiteX2" fmla="*/ 267789 w 267789"/>
                  <a:gd name="connsiteY2" fmla="*/ 118179 h 278199"/>
                  <a:gd name="connsiteX3" fmla="*/ 156482 w 267789"/>
                  <a:gd name="connsiteY3" fmla="*/ 0 h 278199"/>
                  <a:gd name="connsiteX4" fmla="*/ 0 w 267789"/>
                  <a:gd name="connsiteY4" fmla="*/ 613 h 278199"/>
                  <a:gd name="connsiteX0" fmla="*/ 0 w 270171"/>
                  <a:gd name="connsiteY0" fmla="*/ 5375 h 278199"/>
                  <a:gd name="connsiteX1" fmla="*/ 270171 w 270171"/>
                  <a:gd name="connsiteY1" fmla="*/ 278199 h 278199"/>
                  <a:gd name="connsiteX2" fmla="*/ 270171 w 270171"/>
                  <a:gd name="connsiteY2" fmla="*/ 118179 h 278199"/>
                  <a:gd name="connsiteX3" fmla="*/ 158864 w 270171"/>
                  <a:gd name="connsiteY3" fmla="*/ 0 h 278199"/>
                  <a:gd name="connsiteX4" fmla="*/ 0 w 270171"/>
                  <a:gd name="connsiteY4" fmla="*/ 5375 h 278199"/>
                  <a:gd name="connsiteX0" fmla="*/ 0 w 270171"/>
                  <a:gd name="connsiteY0" fmla="*/ 5375 h 266292"/>
                  <a:gd name="connsiteX1" fmla="*/ 263028 w 270171"/>
                  <a:gd name="connsiteY1" fmla="*/ 266292 h 266292"/>
                  <a:gd name="connsiteX2" fmla="*/ 270171 w 270171"/>
                  <a:gd name="connsiteY2" fmla="*/ 118179 h 266292"/>
                  <a:gd name="connsiteX3" fmla="*/ 158864 w 270171"/>
                  <a:gd name="connsiteY3" fmla="*/ 0 h 266292"/>
                  <a:gd name="connsiteX4" fmla="*/ 0 w 270171"/>
                  <a:gd name="connsiteY4" fmla="*/ 5375 h 266292"/>
                  <a:gd name="connsiteX0" fmla="*/ 0 w 274934"/>
                  <a:gd name="connsiteY0" fmla="*/ 5375 h 287724"/>
                  <a:gd name="connsiteX1" fmla="*/ 274934 w 274934"/>
                  <a:gd name="connsiteY1" fmla="*/ 287724 h 287724"/>
                  <a:gd name="connsiteX2" fmla="*/ 270171 w 274934"/>
                  <a:gd name="connsiteY2" fmla="*/ 118179 h 287724"/>
                  <a:gd name="connsiteX3" fmla="*/ 158864 w 274934"/>
                  <a:gd name="connsiteY3" fmla="*/ 0 h 287724"/>
                  <a:gd name="connsiteX4" fmla="*/ 0 w 274934"/>
                  <a:gd name="connsiteY4" fmla="*/ 5375 h 28772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74934" h="287724">
                    <a:moveTo>
                      <a:pt x="0" y="5375"/>
                    </a:moveTo>
                    <a:lnTo>
                      <a:pt x="274934" y="287724"/>
                    </a:lnTo>
                    <a:lnTo>
                      <a:pt x="270171" y="118179"/>
                    </a:lnTo>
                    <a:lnTo>
                      <a:pt x="158864" y="0"/>
                    </a:lnTo>
                    <a:lnTo>
                      <a:pt x="0" y="5375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</p:grpSp>
      </p:grpSp>
      <p:sp>
        <p:nvSpPr>
          <p:cNvPr id="30" name="TextBox 29">
            <a:extLst>
              <a:ext uri="{FF2B5EF4-FFF2-40B4-BE49-F238E27FC236}">
                <a16:creationId xmlns:a16="http://schemas.microsoft.com/office/drawing/2014/main" id="{77797E53-2DF6-7E0F-D049-F1C98051B472}"/>
              </a:ext>
            </a:extLst>
          </p:cNvPr>
          <p:cNvSpPr txBox="1"/>
          <p:nvPr/>
        </p:nvSpPr>
        <p:spPr>
          <a:xfrm>
            <a:off x="2059127" y="4567522"/>
            <a:ext cx="117919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1" i="0" u="none" strike="noStrike" kern="0" cap="none" spc="0" normalizeH="0" baseline="0" noProof="0" dirty="0">
                <a:ln>
                  <a:noFill/>
                </a:ln>
                <a:solidFill>
                  <a:srgbClr val="E8E8E8">
                    <a:lumMod val="75000"/>
                  </a:srgbClr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ISMD01TEST</a:t>
            </a:r>
            <a:endParaRPr kumimoji="0" lang="en-GB" sz="1600" b="1" i="0" u="none" strike="noStrike" kern="0" cap="none" spc="0" normalizeH="0" baseline="0" noProof="0" dirty="0">
              <a:ln>
                <a:noFill/>
              </a:ln>
              <a:solidFill>
                <a:srgbClr val="E8E8E8">
                  <a:lumMod val="75000"/>
                </a:srgbClr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+mn-cs"/>
            </a:endParaRPr>
          </a:p>
        </p:txBody>
      </p:sp>
      <p:grpSp>
        <p:nvGrpSpPr>
          <p:cNvPr id="33" name="Group 32">
            <a:extLst>
              <a:ext uri="{FF2B5EF4-FFF2-40B4-BE49-F238E27FC236}">
                <a16:creationId xmlns:a16="http://schemas.microsoft.com/office/drawing/2014/main" id="{012329FD-A24F-2670-AE86-F91372E08887}"/>
              </a:ext>
            </a:extLst>
          </p:cNvPr>
          <p:cNvGrpSpPr/>
          <p:nvPr/>
        </p:nvGrpSpPr>
        <p:grpSpPr>
          <a:xfrm>
            <a:off x="4520975" y="2880049"/>
            <a:ext cx="4791979" cy="461665"/>
            <a:chOff x="4520975" y="2880049"/>
            <a:chExt cx="4791979" cy="461665"/>
          </a:xfrm>
        </p:grpSpPr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13065457-597D-541D-4FF8-BFA686C450FB}"/>
                </a:ext>
              </a:extLst>
            </p:cNvPr>
            <p:cNvSpPr txBox="1"/>
            <p:nvPr/>
          </p:nvSpPr>
          <p:spPr>
            <a:xfrm>
              <a:off x="4520975" y="2880049"/>
              <a:ext cx="117919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0B0004020202020204" pitchFamily="34" charset="0"/>
                  <a:ea typeface="+mn-ea"/>
                  <a:cs typeface="+mn-cs"/>
                </a:rPr>
                <a:t>whitelist:</a:t>
              </a:r>
            </a:p>
            <a:p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0B0004020202020204" pitchFamily="34" charset="0"/>
                  <a:ea typeface="+mn-ea"/>
                  <a:cs typeface="+mn-cs"/>
                </a:rPr>
                <a:t>ISMD01TEST</a:t>
              </a:r>
              <a:endParaRPr kumimoji="0" lang="en-GB" sz="16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030359B5-D074-2747-3108-85AED497CAE3}"/>
                </a:ext>
              </a:extLst>
            </p:cNvPr>
            <p:cNvSpPr txBox="1"/>
            <p:nvPr/>
          </p:nvSpPr>
          <p:spPr>
            <a:xfrm>
              <a:off x="8133761" y="2880049"/>
              <a:ext cx="117919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0B0004020202020204" pitchFamily="34" charset="0"/>
                  <a:ea typeface="+mn-ea"/>
                  <a:cs typeface="+mn-cs"/>
                </a:rPr>
                <a:t>whitelist:</a:t>
              </a:r>
            </a:p>
            <a:p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0B0004020202020204" pitchFamily="34" charset="0"/>
                  <a:ea typeface="+mn-ea"/>
                  <a:cs typeface="+mn-cs"/>
                </a:rPr>
                <a:t>ISMD01TEST</a:t>
              </a:r>
              <a:endParaRPr kumimoji="0" lang="en-GB" sz="16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endParaRPr>
            </a:p>
          </p:txBody>
        </p:sp>
      </p:grp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86B1D459-C21D-9D55-7BDA-F5E46EFD3DA9}"/>
              </a:ext>
            </a:extLst>
          </p:cNvPr>
          <p:cNvCxnSpPr>
            <a:cxnSpLocks/>
          </p:cNvCxnSpPr>
          <p:nvPr/>
        </p:nvCxnSpPr>
        <p:spPr>
          <a:xfrm flipV="1">
            <a:off x="9496425" y="4419600"/>
            <a:ext cx="1743075" cy="838200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171282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4CC6C7-FDA5-8343-6B10-621A18E7F9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9" name="Group 228">
            <a:extLst>
              <a:ext uri="{FF2B5EF4-FFF2-40B4-BE49-F238E27FC236}">
                <a16:creationId xmlns:a16="http://schemas.microsoft.com/office/drawing/2014/main" id="{96001E27-05AE-7E8C-FBDA-EEB4104E69AB}"/>
              </a:ext>
            </a:extLst>
          </p:cNvPr>
          <p:cNvGrpSpPr/>
          <p:nvPr/>
        </p:nvGrpSpPr>
        <p:grpSpPr>
          <a:xfrm>
            <a:off x="1715333" y="622374"/>
            <a:ext cx="1850457" cy="672547"/>
            <a:chOff x="1715333" y="622374"/>
            <a:chExt cx="1850457" cy="672547"/>
          </a:xfrm>
        </p:grpSpPr>
        <p:cxnSp>
          <p:nvCxnSpPr>
            <p:cNvPr id="215" name="Straight Connector 214">
              <a:extLst>
                <a:ext uri="{FF2B5EF4-FFF2-40B4-BE49-F238E27FC236}">
                  <a16:creationId xmlns:a16="http://schemas.microsoft.com/office/drawing/2014/main" id="{1DF33155-F81C-758D-117C-A5CC6F43B4E8}"/>
                </a:ext>
              </a:extLst>
            </p:cNvPr>
            <p:cNvCxnSpPr/>
            <p:nvPr/>
          </p:nvCxnSpPr>
          <p:spPr>
            <a:xfrm>
              <a:off x="1715333" y="622374"/>
              <a:ext cx="0" cy="661357"/>
            </a:xfrm>
            <a:prstGeom prst="line">
              <a:avLst/>
            </a:prstGeom>
            <a:ln w="12700">
              <a:solidFill>
                <a:schemeClr val="tx1"/>
              </a:solidFill>
              <a:prstDash val="sysDot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6" name="Straight Connector 215">
              <a:extLst>
                <a:ext uri="{FF2B5EF4-FFF2-40B4-BE49-F238E27FC236}">
                  <a16:creationId xmlns:a16="http://schemas.microsoft.com/office/drawing/2014/main" id="{B22C9850-5AC2-124B-3D6B-F989B9A3107D}"/>
                </a:ext>
              </a:extLst>
            </p:cNvPr>
            <p:cNvCxnSpPr/>
            <p:nvPr/>
          </p:nvCxnSpPr>
          <p:spPr>
            <a:xfrm>
              <a:off x="2341276" y="622375"/>
              <a:ext cx="0" cy="661357"/>
            </a:xfrm>
            <a:prstGeom prst="line">
              <a:avLst/>
            </a:prstGeom>
            <a:ln w="12700">
              <a:solidFill>
                <a:schemeClr val="tx1"/>
              </a:solidFill>
              <a:prstDash val="sysDot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7" name="Straight Connector 216">
              <a:extLst>
                <a:ext uri="{FF2B5EF4-FFF2-40B4-BE49-F238E27FC236}">
                  <a16:creationId xmlns:a16="http://schemas.microsoft.com/office/drawing/2014/main" id="{A16B33D0-87B5-7C9D-C083-39F66A47202A}"/>
                </a:ext>
              </a:extLst>
            </p:cNvPr>
            <p:cNvCxnSpPr/>
            <p:nvPr/>
          </p:nvCxnSpPr>
          <p:spPr>
            <a:xfrm>
              <a:off x="2956921" y="633564"/>
              <a:ext cx="0" cy="661357"/>
            </a:xfrm>
            <a:prstGeom prst="line">
              <a:avLst/>
            </a:prstGeom>
            <a:ln w="12700">
              <a:solidFill>
                <a:schemeClr val="tx1"/>
              </a:solidFill>
              <a:prstDash val="sysDot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9" name="Straight Connector 218">
              <a:extLst>
                <a:ext uri="{FF2B5EF4-FFF2-40B4-BE49-F238E27FC236}">
                  <a16:creationId xmlns:a16="http://schemas.microsoft.com/office/drawing/2014/main" id="{A2C2E875-CC43-AFFA-0E7F-5B2F9D8C4680}"/>
                </a:ext>
              </a:extLst>
            </p:cNvPr>
            <p:cNvCxnSpPr/>
            <p:nvPr/>
          </p:nvCxnSpPr>
          <p:spPr>
            <a:xfrm>
              <a:off x="3565790" y="626521"/>
              <a:ext cx="0" cy="661357"/>
            </a:xfrm>
            <a:prstGeom prst="line">
              <a:avLst/>
            </a:prstGeom>
            <a:ln w="12700">
              <a:solidFill>
                <a:schemeClr val="tx1"/>
              </a:solidFill>
              <a:prstDash val="sysDot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222" name="Picture 221">
            <a:extLst>
              <a:ext uri="{FF2B5EF4-FFF2-40B4-BE49-F238E27FC236}">
                <a16:creationId xmlns:a16="http://schemas.microsoft.com/office/drawing/2014/main" id="{7544CA46-9DF5-7BBB-B8BE-F5644F4EA1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418180"/>
            <a:ext cx="5197907" cy="1439820"/>
          </a:xfrm>
          <a:prstGeom prst="rect">
            <a:avLst/>
          </a:prstGeom>
        </p:spPr>
      </p:pic>
      <p:grpSp>
        <p:nvGrpSpPr>
          <p:cNvPr id="13" name="Group 12">
            <a:extLst>
              <a:ext uri="{FF2B5EF4-FFF2-40B4-BE49-F238E27FC236}">
                <a16:creationId xmlns:a16="http://schemas.microsoft.com/office/drawing/2014/main" id="{1C8FC5AE-3840-A2F5-0C0E-4BDCF08EF8FB}"/>
              </a:ext>
            </a:extLst>
          </p:cNvPr>
          <p:cNvGrpSpPr/>
          <p:nvPr/>
        </p:nvGrpSpPr>
        <p:grpSpPr>
          <a:xfrm>
            <a:off x="2588900" y="323658"/>
            <a:ext cx="8879200" cy="6210684"/>
            <a:chOff x="1942544" y="1301750"/>
            <a:chExt cx="6082512" cy="4254500"/>
          </a:xfrm>
        </p:grpSpPr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0B3701F5-0278-8F50-3A2D-FB992BF76D14}"/>
                </a:ext>
              </a:extLst>
            </p:cNvPr>
            <p:cNvGrpSpPr/>
            <p:nvPr/>
          </p:nvGrpSpPr>
          <p:grpSpPr>
            <a:xfrm>
              <a:off x="1942544" y="1301750"/>
              <a:ext cx="6082512" cy="4254500"/>
              <a:chOff x="1942544" y="1301750"/>
              <a:chExt cx="6082512" cy="4254500"/>
            </a:xfrm>
          </p:grpSpPr>
          <p:sp>
            <p:nvSpPr>
              <p:cNvPr id="7" name="Cloud 6">
                <a:extLst>
                  <a:ext uri="{FF2B5EF4-FFF2-40B4-BE49-F238E27FC236}">
                    <a16:creationId xmlns:a16="http://schemas.microsoft.com/office/drawing/2014/main" id="{82D6DF86-34C6-1B19-3FEB-0848A457A47A}"/>
                  </a:ext>
                </a:extLst>
              </p:cNvPr>
              <p:cNvSpPr/>
              <p:nvPr/>
            </p:nvSpPr>
            <p:spPr>
              <a:xfrm rot="401311">
                <a:off x="1948500" y="1301750"/>
                <a:ext cx="6070600" cy="4254500"/>
              </a:xfrm>
              <a:prstGeom prst="cloud">
                <a:avLst/>
              </a:prstGeom>
              <a:solidFill>
                <a:schemeClr val="bg1"/>
              </a:solidFill>
              <a:ln w="38100">
                <a:solidFill>
                  <a:schemeClr val="bg1">
                    <a:lumMod val="75000"/>
                  </a:schemeClr>
                </a:solidFill>
                <a:prstDash val="sysDash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8" name="Cloud 7">
                <a:extLst>
                  <a:ext uri="{FF2B5EF4-FFF2-40B4-BE49-F238E27FC236}">
                    <a16:creationId xmlns:a16="http://schemas.microsoft.com/office/drawing/2014/main" id="{415E43BF-CA9B-BA47-1293-7686BC1F81DE}"/>
                  </a:ext>
                </a:extLst>
              </p:cNvPr>
              <p:cNvSpPr/>
              <p:nvPr/>
            </p:nvSpPr>
            <p:spPr>
              <a:xfrm rot="401311">
                <a:off x="1942544" y="1382575"/>
                <a:ext cx="6082512" cy="4118248"/>
              </a:xfrm>
              <a:prstGeom prst="cloud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</p:grp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E3B08CFF-ADCD-C2EC-2AAB-1C141F2F941F}"/>
                </a:ext>
              </a:extLst>
            </p:cNvPr>
            <p:cNvCxnSpPr>
              <a:cxnSpLocks/>
            </p:cNvCxnSpPr>
            <p:nvPr/>
          </p:nvCxnSpPr>
          <p:spPr>
            <a:xfrm>
              <a:off x="2133600" y="3429000"/>
              <a:ext cx="5867400" cy="0"/>
            </a:xfrm>
            <a:prstGeom prst="line">
              <a:avLst/>
            </a:prstGeom>
            <a:solidFill>
              <a:schemeClr val="bg1"/>
            </a:solidFill>
            <a:ln w="38100">
              <a:solidFill>
                <a:schemeClr val="bg1">
                  <a:lumMod val="75000"/>
                </a:schemeClr>
              </a:solidFill>
              <a:prstDash val="sys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sp>
        <p:nvSpPr>
          <p:cNvPr id="14" name="TextBox 13">
            <a:extLst>
              <a:ext uri="{FF2B5EF4-FFF2-40B4-BE49-F238E27FC236}">
                <a16:creationId xmlns:a16="http://schemas.microsoft.com/office/drawing/2014/main" id="{7752B565-1684-1FF5-D674-5B31543480DA}"/>
              </a:ext>
            </a:extLst>
          </p:cNvPr>
          <p:cNvSpPr txBox="1"/>
          <p:nvPr/>
        </p:nvSpPr>
        <p:spPr>
          <a:xfrm>
            <a:off x="6238875" y="314003"/>
            <a:ext cx="818636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WIS2</a:t>
            </a:r>
          </a:p>
        </p:txBody>
      </p:sp>
      <p:grpSp>
        <p:nvGrpSpPr>
          <p:cNvPr id="225" name="Group 224">
            <a:extLst>
              <a:ext uri="{FF2B5EF4-FFF2-40B4-BE49-F238E27FC236}">
                <a16:creationId xmlns:a16="http://schemas.microsoft.com/office/drawing/2014/main" id="{683711F2-1581-8B2D-2069-4292B16200C5}"/>
              </a:ext>
            </a:extLst>
          </p:cNvPr>
          <p:cNvGrpSpPr/>
          <p:nvPr/>
        </p:nvGrpSpPr>
        <p:grpSpPr>
          <a:xfrm>
            <a:off x="350689" y="4160355"/>
            <a:ext cx="466050" cy="669682"/>
            <a:chOff x="1159011" y="4934512"/>
            <a:chExt cx="466050" cy="669682"/>
          </a:xfrm>
        </p:grpSpPr>
        <p:sp>
          <p:nvSpPr>
            <p:cNvPr id="224" name="Rectangle: Rounded Corners 223">
              <a:extLst>
                <a:ext uri="{FF2B5EF4-FFF2-40B4-BE49-F238E27FC236}">
                  <a16:creationId xmlns:a16="http://schemas.microsoft.com/office/drawing/2014/main" id="{94D91E67-4E33-7506-AC17-222FC5119AF4}"/>
                </a:ext>
              </a:extLst>
            </p:cNvPr>
            <p:cNvSpPr/>
            <p:nvPr/>
          </p:nvSpPr>
          <p:spPr>
            <a:xfrm>
              <a:off x="1159011" y="4934512"/>
              <a:ext cx="466050" cy="669682"/>
            </a:xfrm>
            <a:prstGeom prst="roundRect">
              <a:avLst>
                <a:gd name="adj" fmla="val 8535"/>
              </a:avLst>
            </a:prstGeom>
            <a:solidFill>
              <a:schemeClr val="bg1"/>
            </a:solidFill>
            <a:ln w="12700">
              <a:prstDash val="sys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218" name="Rectangle 217">
              <a:extLst>
                <a:ext uri="{FF2B5EF4-FFF2-40B4-BE49-F238E27FC236}">
                  <a16:creationId xmlns:a16="http://schemas.microsoft.com/office/drawing/2014/main" id="{630500F4-1B93-40D4-A1C8-B240D39530E4}"/>
                </a:ext>
              </a:extLst>
            </p:cNvPr>
            <p:cNvSpPr/>
            <p:nvPr/>
          </p:nvSpPr>
          <p:spPr>
            <a:xfrm>
              <a:off x="1307134" y="5356687"/>
              <a:ext cx="169804" cy="169804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A</a:t>
              </a:r>
            </a:p>
          </p:txBody>
        </p:sp>
        <p:pic>
          <p:nvPicPr>
            <p:cNvPr id="223" name="Picture 222" descr="A black and white symbol&#10;&#10;Description automatically generated">
              <a:extLst>
                <a:ext uri="{FF2B5EF4-FFF2-40B4-BE49-F238E27FC236}">
                  <a16:creationId xmlns:a16="http://schemas.microsoft.com/office/drawing/2014/main" id="{3ABB4FB7-DE80-FE87-70B9-BE72067D38D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216187" y="4970684"/>
              <a:ext cx="351698" cy="351696"/>
            </a:xfrm>
            <a:prstGeom prst="rect">
              <a:avLst/>
            </a:prstGeom>
          </p:spPr>
        </p:pic>
      </p:grpSp>
      <p:grpSp>
        <p:nvGrpSpPr>
          <p:cNvPr id="234" name="Group 233">
            <a:extLst>
              <a:ext uri="{FF2B5EF4-FFF2-40B4-BE49-F238E27FC236}">
                <a16:creationId xmlns:a16="http://schemas.microsoft.com/office/drawing/2014/main" id="{460AC1B5-E405-8F49-5067-0296DD0C6C22}"/>
              </a:ext>
            </a:extLst>
          </p:cNvPr>
          <p:cNvGrpSpPr/>
          <p:nvPr/>
        </p:nvGrpSpPr>
        <p:grpSpPr>
          <a:xfrm>
            <a:off x="858066" y="4163562"/>
            <a:ext cx="466050" cy="669682"/>
            <a:chOff x="1159011" y="4934512"/>
            <a:chExt cx="466050" cy="669682"/>
          </a:xfrm>
        </p:grpSpPr>
        <p:sp>
          <p:nvSpPr>
            <p:cNvPr id="235" name="Rectangle: Rounded Corners 234">
              <a:extLst>
                <a:ext uri="{FF2B5EF4-FFF2-40B4-BE49-F238E27FC236}">
                  <a16:creationId xmlns:a16="http://schemas.microsoft.com/office/drawing/2014/main" id="{676E4B89-A33D-B160-198B-F8227CC32332}"/>
                </a:ext>
              </a:extLst>
            </p:cNvPr>
            <p:cNvSpPr/>
            <p:nvPr/>
          </p:nvSpPr>
          <p:spPr>
            <a:xfrm>
              <a:off x="1159011" y="4934512"/>
              <a:ext cx="466050" cy="669682"/>
            </a:xfrm>
            <a:prstGeom prst="roundRect">
              <a:avLst>
                <a:gd name="adj" fmla="val 8535"/>
              </a:avLst>
            </a:prstGeom>
            <a:solidFill>
              <a:schemeClr val="bg1"/>
            </a:solidFill>
            <a:ln w="12700">
              <a:prstDash val="sys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236" name="Rectangle 235">
              <a:extLst>
                <a:ext uri="{FF2B5EF4-FFF2-40B4-BE49-F238E27FC236}">
                  <a16:creationId xmlns:a16="http://schemas.microsoft.com/office/drawing/2014/main" id="{00301EBB-6FF2-42CB-BB5A-DDA37DE33D03}"/>
                </a:ext>
              </a:extLst>
            </p:cNvPr>
            <p:cNvSpPr/>
            <p:nvPr/>
          </p:nvSpPr>
          <p:spPr>
            <a:xfrm>
              <a:off x="1307134" y="5356687"/>
              <a:ext cx="169804" cy="169804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B</a:t>
              </a:r>
            </a:p>
          </p:txBody>
        </p:sp>
        <p:pic>
          <p:nvPicPr>
            <p:cNvPr id="237" name="Picture 236" descr="A black and white symbol&#10;&#10;Description automatically generated">
              <a:extLst>
                <a:ext uri="{FF2B5EF4-FFF2-40B4-BE49-F238E27FC236}">
                  <a16:creationId xmlns:a16="http://schemas.microsoft.com/office/drawing/2014/main" id="{B3DD79FC-A72A-A33A-50AD-D0A611B091F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216187" y="4970684"/>
              <a:ext cx="351698" cy="351696"/>
            </a:xfrm>
            <a:prstGeom prst="rect">
              <a:avLst/>
            </a:prstGeom>
          </p:spPr>
        </p:pic>
      </p:grpSp>
      <p:grpSp>
        <p:nvGrpSpPr>
          <p:cNvPr id="238" name="Group 237">
            <a:extLst>
              <a:ext uri="{FF2B5EF4-FFF2-40B4-BE49-F238E27FC236}">
                <a16:creationId xmlns:a16="http://schemas.microsoft.com/office/drawing/2014/main" id="{BCAE4F6E-A262-C60C-86E7-2F9C145DB768}"/>
              </a:ext>
            </a:extLst>
          </p:cNvPr>
          <p:cNvGrpSpPr/>
          <p:nvPr/>
        </p:nvGrpSpPr>
        <p:grpSpPr>
          <a:xfrm>
            <a:off x="856832" y="4869695"/>
            <a:ext cx="466050" cy="669682"/>
            <a:chOff x="1159011" y="4934512"/>
            <a:chExt cx="466050" cy="669682"/>
          </a:xfrm>
        </p:grpSpPr>
        <p:sp>
          <p:nvSpPr>
            <p:cNvPr id="239" name="Rectangle: Rounded Corners 238">
              <a:extLst>
                <a:ext uri="{FF2B5EF4-FFF2-40B4-BE49-F238E27FC236}">
                  <a16:creationId xmlns:a16="http://schemas.microsoft.com/office/drawing/2014/main" id="{1C80B20E-3039-4DE3-EB48-199C81615A45}"/>
                </a:ext>
              </a:extLst>
            </p:cNvPr>
            <p:cNvSpPr/>
            <p:nvPr/>
          </p:nvSpPr>
          <p:spPr>
            <a:xfrm>
              <a:off x="1159011" y="4934512"/>
              <a:ext cx="466050" cy="669682"/>
            </a:xfrm>
            <a:prstGeom prst="roundRect">
              <a:avLst>
                <a:gd name="adj" fmla="val 8535"/>
              </a:avLst>
            </a:prstGeom>
            <a:solidFill>
              <a:schemeClr val="bg1"/>
            </a:solidFill>
            <a:ln w="12700">
              <a:prstDash val="sys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240" name="Rectangle 239">
              <a:extLst>
                <a:ext uri="{FF2B5EF4-FFF2-40B4-BE49-F238E27FC236}">
                  <a16:creationId xmlns:a16="http://schemas.microsoft.com/office/drawing/2014/main" id="{45FDC428-D791-0248-531A-F74A82AED844}"/>
                </a:ext>
              </a:extLst>
            </p:cNvPr>
            <p:cNvSpPr/>
            <p:nvPr/>
          </p:nvSpPr>
          <p:spPr>
            <a:xfrm>
              <a:off x="1307134" y="5356687"/>
              <a:ext cx="169804" cy="169804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D</a:t>
              </a:r>
            </a:p>
          </p:txBody>
        </p:sp>
        <p:pic>
          <p:nvPicPr>
            <p:cNvPr id="241" name="Picture 240" descr="A black and white symbol&#10;&#10;Description automatically generated">
              <a:extLst>
                <a:ext uri="{FF2B5EF4-FFF2-40B4-BE49-F238E27FC236}">
                  <a16:creationId xmlns:a16="http://schemas.microsoft.com/office/drawing/2014/main" id="{08A9977B-F89B-CFC3-56FD-A99A4F7C037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216187" y="4970684"/>
              <a:ext cx="351698" cy="351696"/>
            </a:xfrm>
            <a:prstGeom prst="rect">
              <a:avLst/>
            </a:prstGeom>
          </p:spPr>
        </p:pic>
      </p:grpSp>
      <p:grpSp>
        <p:nvGrpSpPr>
          <p:cNvPr id="242" name="Group 241">
            <a:extLst>
              <a:ext uri="{FF2B5EF4-FFF2-40B4-BE49-F238E27FC236}">
                <a16:creationId xmlns:a16="http://schemas.microsoft.com/office/drawing/2014/main" id="{492B99EA-A7B8-4E68-ACB1-F1E813763B37}"/>
              </a:ext>
            </a:extLst>
          </p:cNvPr>
          <p:cNvGrpSpPr/>
          <p:nvPr/>
        </p:nvGrpSpPr>
        <p:grpSpPr>
          <a:xfrm>
            <a:off x="349454" y="4869695"/>
            <a:ext cx="466050" cy="669682"/>
            <a:chOff x="1159011" y="4934512"/>
            <a:chExt cx="466050" cy="669682"/>
          </a:xfrm>
        </p:grpSpPr>
        <p:sp>
          <p:nvSpPr>
            <p:cNvPr id="243" name="Rectangle: Rounded Corners 242">
              <a:extLst>
                <a:ext uri="{FF2B5EF4-FFF2-40B4-BE49-F238E27FC236}">
                  <a16:creationId xmlns:a16="http://schemas.microsoft.com/office/drawing/2014/main" id="{CC14B465-3FD7-9EAF-CCA9-B53F14A819CB}"/>
                </a:ext>
              </a:extLst>
            </p:cNvPr>
            <p:cNvSpPr/>
            <p:nvPr/>
          </p:nvSpPr>
          <p:spPr>
            <a:xfrm>
              <a:off x="1159011" y="4934512"/>
              <a:ext cx="466050" cy="669682"/>
            </a:xfrm>
            <a:prstGeom prst="roundRect">
              <a:avLst>
                <a:gd name="adj" fmla="val 8535"/>
              </a:avLst>
            </a:prstGeom>
            <a:solidFill>
              <a:schemeClr val="bg1"/>
            </a:solidFill>
            <a:ln w="12700">
              <a:prstDash val="sys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244" name="Rectangle 243">
              <a:extLst>
                <a:ext uri="{FF2B5EF4-FFF2-40B4-BE49-F238E27FC236}">
                  <a16:creationId xmlns:a16="http://schemas.microsoft.com/office/drawing/2014/main" id="{B854085C-85FC-C189-9B27-46DD52032CD6}"/>
                </a:ext>
              </a:extLst>
            </p:cNvPr>
            <p:cNvSpPr/>
            <p:nvPr/>
          </p:nvSpPr>
          <p:spPr>
            <a:xfrm>
              <a:off x="1307134" y="5356687"/>
              <a:ext cx="169804" cy="169804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C</a:t>
              </a:r>
            </a:p>
          </p:txBody>
        </p:sp>
        <p:pic>
          <p:nvPicPr>
            <p:cNvPr id="245" name="Picture 244" descr="A black and white symbol&#10;&#10;Description automatically generated">
              <a:extLst>
                <a:ext uri="{FF2B5EF4-FFF2-40B4-BE49-F238E27FC236}">
                  <a16:creationId xmlns:a16="http://schemas.microsoft.com/office/drawing/2014/main" id="{EFB257A6-BDED-7A25-FFCA-CFD09052F96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216187" y="4970684"/>
              <a:ext cx="351698" cy="351696"/>
            </a:xfrm>
            <a:prstGeom prst="rect">
              <a:avLst/>
            </a:prstGeom>
          </p:spPr>
        </p:pic>
      </p:grpSp>
      <p:grpSp>
        <p:nvGrpSpPr>
          <p:cNvPr id="249" name="Group 248">
            <a:extLst>
              <a:ext uri="{FF2B5EF4-FFF2-40B4-BE49-F238E27FC236}">
                <a16:creationId xmlns:a16="http://schemas.microsoft.com/office/drawing/2014/main" id="{FFE6E440-3BBE-433A-95D5-747DFA30271E}"/>
              </a:ext>
            </a:extLst>
          </p:cNvPr>
          <p:cNvGrpSpPr/>
          <p:nvPr/>
        </p:nvGrpSpPr>
        <p:grpSpPr>
          <a:xfrm>
            <a:off x="1633202" y="1621248"/>
            <a:ext cx="1960897" cy="3158269"/>
            <a:chOff x="1633202" y="1621248"/>
            <a:chExt cx="1960897" cy="3158269"/>
          </a:xfrm>
        </p:grpSpPr>
        <p:sp>
          <p:nvSpPr>
            <p:cNvPr id="247" name="Rectangle: Rounded Corners 246">
              <a:extLst>
                <a:ext uri="{FF2B5EF4-FFF2-40B4-BE49-F238E27FC236}">
                  <a16:creationId xmlns:a16="http://schemas.microsoft.com/office/drawing/2014/main" id="{2BF33A88-DA1B-B6B7-15D7-525068F75F74}"/>
                </a:ext>
              </a:extLst>
            </p:cNvPr>
            <p:cNvSpPr/>
            <p:nvPr/>
          </p:nvSpPr>
          <p:spPr>
            <a:xfrm>
              <a:off x="1633202" y="1858519"/>
              <a:ext cx="1960897" cy="2920998"/>
            </a:xfrm>
            <a:prstGeom prst="roundRect">
              <a:avLst>
                <a:gd name="adj" fmla="val 3624"/>
              </a:avLst>
            </a:prstGeom>
            <a:solidFill>
              <a:schemeClr val="bg1">
                <a:lumMod val="95000"/>
                <a:alpha val="50196"/>
              </a:schemeClr>
            </a:solidFill>
            <a:ln w="12700">
              <a:solidFill>
                <a:schemeClr val="tx1">
                  <a:lumMod val="50000"/>
                  <a:lumOff val="50000"/>
                </a:schemeClr>
              </a:solidFill>
              <a:prstDash val="sysDot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248" name="TextBox 247">
              <a:extLst>
                <a:ext uri="{FF2B5EF4-FFF2-40B4-BE49-F238E27FC236}">
                  <a16:creationId xmlns:a16="http://schemas.microsoft.com/office/drawing/2014/main" id="{223BE84E-8C94-7909-72C4-95F4DBE48BC0}"/>
                </a:ext>
              </a:extLst>
            </p:cNvPr>
            <p:cNvSpPr txBox="1"/>
            <p:nvPr/>
          </p:nvSpPr>
          <p:spPr>
            <a:xfrm>
              <a:off x="2059127" y="1621248"/>
              <a:ext cx="1179193" cy="2539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5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WIS Centre</a:t>
              </a:r>
              <a:endParaRPr kumimoji="0" lang="en-GB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246" name="Group 245">
            <a:extLst>
              <a:ext uri="{FF2B5EF4-FFF2-40B4-BE49-F238E27FC236}">
                <a16:creationId xmlns:a16="http://schemas.microsoft.com/office/drawing/2014/main" id="{D01E589E-DAC6-0CEB-89DC-A5C3ABA31840}"/>
              </a:ext>
            </a:extLst>
          </p:cNvPr>
          <p:cNvGrpSpPr/>
          <p:nvPr/>
        </p:nvGrpSpPr>
        <p:grpSpPr>
          <a:xfrm>
            <a:off x="238558" y="2004858"/>
            <a:ext cx="2724621" cy="2574854"/>
            <a:chOff x="238558" y="2004858"/>
            <a:chExt cx="2724621" cy="2574854"/>
          </a:xfrm>
        </p:grpSpPr>
        <p:pic>
          <p:nvPicPr>
            <p:cNvPr id="52" name="Picture 51">
              <a:extLst>
                <a:ext uri="{FF2B5EF4-FFF2-40B4-BE49-F238E27FC236}">
                  <a16:creationId xmlns:a16="http://schemas.microsoft.com/office/drawing/2014/main" id="{AF0222E3-57BA-F5AF-EF80-5C0A0201D3BD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256121" y="3053461"/>
              <a:ext cx="1338982" cy="751078"/>
            </a:xfrm>
            <a:prstGeom prst="rect">
              <a:avLst/>
            </a:prstGeom>
          </p:spPr>
        </p:pic>
        <p:grpSp>
          <p:nvGrpSpPr>
            <p:cNvPr id="53" name="Group 52">
              <a:extLst>
                <a:ext uri="{FF2B5EF4-FFF2-40B4-BE49-F238E27FC236}">
                  <a16:creationId xmlns:a16="http://schemas.microsoft.com/office/drawing/2014/main" id="{E7DB71E6-9605-06DA-BCCC-AA63F768041D}"/>
                </a:ext>
              </a:extLst>
            </p:cNvPr>
            <p:cNvGrpSpPr/>
            <p:nvPr/>
          </p:nvGrpSpPr>
          <p:grpSpPr>
            <a:xfrm>
              <a:off x="2334271" y="2004858"/>
              <a:ext cx="628907" cy="910662"/>
              <a:chOff x="6648193" y="889820"/>
              <a:chExt cx="628907" cy="910662"/>
            </a:xfrm>
          </p:grpSpPr>
          <p:sp>
            <p:nvSpPr>
              <p:cNvPr id="54" name="Rectangle: Rounded Corners 53">
                <a:extLst>
                  <a:ext uri="{FF2B5EF4-FFF2-40B4-BE49-F238E27FC236}">
                    <a16:creationId xmlns:a16="http://schemas.microsoft.com/office/drawing/2014/main" id="{91D7DF3C-9E64-2A47-7863-C73A0EFEF796}"/>
                  </a:ext>
                </a:extLst>
              </p:cNvPr>
              <p:cNvSpPr/>
              <p:nvPr/>
            </p:nvSpPr>
            <p:spPr>
              <a:xfrm>
                <a:off x="6648193" y="1171575"/>
                <a:ext cx="628907" cy="628907"/>
              </a:xfrm>
              <a:prstGeom prst="roundRect">
                <a:avLst>
                  <a:gd name="adj" fmla="val 8678"/>
                </a:avLst>
              </a:prstGeom>
              <a:solidFill>
                <a:schemeClr val="bg1"/>
              </a:solidFill>
              <a:ln w="28575">
                <a:solidFill>
                  <a:srgbClr val="3963DA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3963DA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3963DA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WIS2 Node</a:t>
                </a:r>
              </a:p>
            </p:txBody>
          </p:sp>
          <p:pic>
            <p:nvPicPr>
              <p:cNvPr id="55" name="Picture 54">
                <a:extLst>
                  <a:ext uri="{FF2B5EF4-FFF2-40B4-BE49-F238E27FC236}">
                    <a16:creationId xmlns:a16="http://schemas.microsoft.com/office/drawing/2014/main" id="{40165E12-382B-2076-4E4B-59D48C7A42B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6701185" y="889820"/>
                <a:ext cx="522922" cy="532516"/>
              </a:xfrm>
              <a:prstGeom prst="rect">
                <a:avLst/>
              </a:prstGeom>
            </p:spPr>
          </p:pic>
        </p:grpSp>
        <p:sp>
          <p:nvSpPr>
            <p:cNvPr id="56" name="Rectangle: Rounded Corners 55">
              <a:extLst>
                <a:ext uri="{FF2B5EF4-FFF2-40B4-BE49-F238E27FC236}">
                  <a16:creationId xmlns:a16="http://schemas.microsoft.com/office/drawing/2014/main" id="{309EFBB4-AFD8-6C9C-6F58-AE4736FD3459}"/>
                </a:ext>
              </a:extLst>
            </p:cNvPr>
            <p:cNvSpPr/>
            <p:nvPr/>
          </p:nvSpPr>
          <p:spPr>
            <a:xfrm>
              <a:off x="2334272" y="3950805"/>
              <a:ext cx="628907" cy="628907"/>
            </a:xfrm>
            <a:prstGeom prst="roundRect">
              <a:avLst>
                <a:gd name="adj" fmla="val 8678"/>
              </a:avLst>
            </a:prstGeom>
            <a:solidFill>
              <a:schemeClr val="bg1"/>
            </a:solidFill>
            <a:ln w="28575"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E8E8E8">
                      <a:lumMod val="75000"/>
                    </a:srgbClr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MSS</a:t>
              </a:r>
            </a:p>
          </p:txBody>
        </p:sp>
        <p:cxnSp>
          <p:nvCxnSpPr>
            <p:cNvPr id="58" name="Straight Arrow Connector 57">
              <a:extLst>
                <a:ext uri="{FF2B5EF4-FFF2-40B4-BE49-F238E27FC236}">
                  <a16:creationId xmlns:a16="http://schemas.microsoft.com/office/drawing/2014/main" id="{6866B4E4-4462-3463-1435-A36B14792FE2}"/>
                </a:ext>
              </a:extLst>
            </p:cNvPr>
            <p:cNvCxnSpPr/>
            <p:nvPr/>
          </p:nvCxnSpPr>
          <p:spPr>
            <a:xfrm flipV="1">
              <a:off x="1476375" y="2733675"/>
              <a:ext cx="751592" cy="419100"/>
            </a:xfrm>
            <a:prstGeom prst="straightConnector1">
              <a:avLst/>
            </a:prstGeom>
            <a:ln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Straight Arrow Connector 60">
              <a:extLst>
                <a:ext uri="{FF2B5EF4-FFF2-40B4-BE49-F238E27FC236}">
                  <a16:creationId xmlns:a16="http://schemas.microsoft.com/office/drawing/2014/main" id="{010261DA-9513-DB89-318E-26456B77F981}"/>
                </a:ext>
              </a:extLst>
            </p:cNvPr>
            <p:cNvCxnSpPr>
              <a:cxnSpLocks/>
            </p:cNvCxnSpPr>
            <p:nvPr/>
          </p:nvCxnSpPr>
          <p:spPr>
            <a:xfrm>
              <a:off x="1476375" y="3741255"/>
              <a:ext cx="751592" cy="419100"/>
            </a:xfrm>
            <a:prstGeom prst="straightConnector1">
              <a:avLst/>
            </a:prstGeom>
            <a:ln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62" name="TextBox 61">
              <a:extLst>
                <a:ext uri="{FF2B5EF4-FFF2-40B4-BE49-F238E27FC236}">
                  <a16:creationId xmlns:a16="http://schemas.microsoft.com/office/drawing/2014/main" id="{ABA5F176-AD30-3536-C613-211FDE9F4746}"/>
                </a:ext>
              </a:extLst>
            </p:cNvPr>
            <p:cNvSpPr txBox="1"/>
            <p:nvPr/>
          </p:nvSpPr>
          <p:spPr>
            <a:xfrm>
              <a:off x="238558" y="3676872"/>
              <a:ext cx="1179193" cy="43858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5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data management system</a:t>
              </a: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</a:t>
              </a:r>
            </a:p>
          </p:txBody>
        </p:sp>
      </p:grpSp>
      <p:sp>
        <p:nvSpPr>
          <p:cNvPr id="250" name="TextBox 249">
            <a:extLst>
              <a:ext uri="{FF2B5EF4-FFF2-40B4-BE49-F238E27FC236}">
                <a16:creationId xmlns:a16="http://schemas.microsoft.com/office/drawing/2014/main" id="{9E30BEBF-4BA0-49F1-9248-21D5675BC62E}"/>
              </a:ext>
            </a:extLst>
          </p:cNvPr>
          <p:cNvSpPr txBox="1"/>
          <p:nvPr/>
        </p:nvSpPr>
        <p:spPr>
          <a:xfrm>
            <a:off x="6619182" y="6359331"/>
            <a:ext cx="818636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GTS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B343046-066F-1931-068A-1C800E3895F0}"/>
              </a:ext>
            </a:extLst>
          </p:cNvPr>
          <p:cNvSpPr txBox="1"/>
          <p:nvPr/>
        </p:nvSpPr>
        <p:spPr>
          <a:xfrm>
            <a:off x="2074853" y="3688682"/>
            <a:ext cx="117919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0" i="0" u="none" strike="noStrike" kern="0" cap="none" spc="0" normalizeH="0" baseline="0" noProof="0" dirty="0">
                <a:ln>
                  <a:noFill/>
                </a:ln>
                <a:solidFill>
                  <a:srgbClr val="E8E8E8">
                    <a:lumMod val="75000"/>
                  </a:srgbClr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CCCC = </a:t>
            </a:r>
            <a:r>
              <a:rPr kumimoji="0" lang="en-GB" sz="1200" b="1" i="0" u="none" strike="noStrike" kern="0" cap="none" spc="0" normalizeH="0" baseline="0" noProof="0" dirty="0">
                <a:ln>
                  <a:noFill/>
                </a:ln>
                <a:solidFill>
                  <a:srgbClr val="E8E8E8">
                    <a:lumMod val="75000"/>
                  </a:srgbClr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TEST</a:t>
            </a:r>
            <a:endParaRPr kumimoji="0" lang="en-GB" sz="1600" b="1" i="0" u="none" strike="noStrike" kern="0" cap="none" spc="0" normalizeH="0" baseline="0" noProof="0" dirty="0">
              <a:ln>
                <a:noFill/>
              </a:ln>
              <a:solidFill>
                <a:srgbClr val="E8E8E8">
                  <a:lumMod val="75000"/>
                </a:srgbClr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+mn-cs"/>
            </a:endParaRPr>
          </a:p>
        </p:txBody>
      </p:sp>
      <p:grpSp>
        <p:nvGrpSpPr>
          <p:cNvPr id="209" name="Group 208">
            <a:extLst>
              <a:ext uri="{FF2B5EF4-FFF2-40B4-BE49-F238E27FC236}">
                <a16:creationId xmlns:a16="http://schemas.microsoft.com/office/drawing/2014/main" id="{739342AD-819B-CB03-CEE9-B5E431B92EFD}"/>
              </a:ext>
            </a:extLst>
          </p:cNvPr>
          <p:cNvGrpSpPr/>
          <p:nvPr/>
        </p:nvGrpSpPr>
        <p:grpSpPr>
          <a:xfrm>
            <a:off x="1430655" y="808440"/>
            <a:ext cx="2456202" cy="855395"/>
            <a:chOff x="1430655" y="770340"/>
            <a:chExt cx="2456202" cy="855395"/>
          </a:xfrm>
        </p:grpSpPr>
        <p:grpSp>
          <p:nvGrpSpPr>
            <p:cNvPr id="49" name="Group 48">
              <a:extLst>
                <a:ext uri="{FF2B5EF4-FFF2-40B4-BE49-F238E27FC236}">
                  <a16:creationId xmlns:a16="http://schemas.microsoft.com/office/drawing/2014/main" id="{70042D95-DA1F-CB03-9F0C-9A78ABC9DDD8}"/>
                </a:ext>
              </a:extLst>
            </p:cNvPr>
            <p:cNvGrpSpPr/>
            <p:nvPr/>
          </p:nvGrpSpPr>
          <p:grpSpPr>
            <a:xfrm>
              <a:off x="1430655" y="770340"/>
              <a:ext cx="612283" cy="855395"/>
              <a:chOff x="2425679" y="690821"/>
              <a:chExt cx="612283" cy="855395"/>
            </a:xfrm>
          </p:grpSpPr>
          <p:pic>
            <p:nvPicPr>
              <p:cNvPr id="43" name="Picture 42">
                <a:extLst>
                  <a:ext uri="{FF2B5EF4-FFF2-40B4-BE49-F238E27FC236}">
                    <a16:creationId xmlns:a16="http://schemas.microsoft.com/office/drawing/2014/main" id="{447B72F4-5788-0CD5-88D1-45F32DE7129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2425679" y="690821"/>
                <a:ext cx="612283" cy="855395"/>
              </a:xfrm>
              <a:prstGeom prst="rect">
                <a:avLst/>
              </a:prstGeom>
            </p:spPr>
          </p:pic>
          <p:sp>
            <p:nvSpPr>
              <p:cNvPr id="45" name="Rectangle 44">
                <a:extLst>
                  <a:ext uri="{FF2B5EF4-FFF2-40B4-BE49-F238E27FC236}">
                    <a16:creationId xmlns:a16="http://schemas.microsoft.com/office/drawing/2014/main" id="{DB9274F3-9ACC-0D2F-518F-F780037C7483}"/>
                  </a:ext>
                </a:extLst>
              </p:cNvPr>
              <p:cNvSpPr/>
              <p:nvPr/>
            </p:nvSpPr>
            <p:spPr>
              <a:xfrm>
                <a:off x="2631993" y="1000455"/>
                <a:ext cx="169804" cy="169804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A</a:t>
                </a:r>
              </a:p>
            </p:txBody>
          </p:sp>
        </p:grpSp>
        <p:grpSp>
          <p:nvGrpSpPr>
            <p:cNvPr id="50" name="Group 49">
              <a:extLst>
                <a:ext uri="{FF2B5EF4-FFF2-40B4-BE49-F238E27FC236}">
                  <a16:creationId xmlns:a16="http://schemas.microsoft.com/office/drawing/2014/main" id="{C1994632-AD28-96E9-DB62-36B62076BB1C}"/>
                </a:ext>
              </a:extLst>
            </p:cNvPr>
            <p:cNvGrpSpPr/>
            <p:nvPr/>
          </p:nvGrpSpPr>
          <p:grpSpPr>
            <a:xfrm>
              <a:off x="2045295" y="770340"/>
              <a:ext cx="612283" cy="855395"/>
              <a:chOff x="2425679" y="690821"/>
              <a:chExt cx="612283" cy="855395"/>
            </a:xfrm>
          </p:grpSpPr>
          <p:pic>
            <p:nvPicPr>
              <p:cNvPr id="57" name="Picture 56">
                <a:extLst>
                  <a:ext uri="{FF2B5EF4-FFF2-40B4-BE49-F238E27FC236}">
                    <a16:creationId xmlns:a16="http://schemas.microsoft.com/office/drawing/2014/main" id="{5EBEE298-4571-80C6-05D4-901E9C432C1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2425679" y="690821"/>
                <a:ext cx="612283" cy="855395"/>
              </a:xfrm>
              <a:prstGeom prst="rect">
                <a:avLst/>
              </a:prstGeom>
            </p:spPr>
          </p:pic>
          <p:sp>
            <p:nvSpPr>
              <p:cNvPr id="59" name="Rectangle 58">
                <a:extLst>
                  <a:ext uri="{FF2B5EF4-FFF2-40B4-BE49-F238E27FC236}">
                    <a16:creationId xmlns:a16="http://schemas.microsoft.com/office/drawing/2014/main" id="{B99E8F87-7613-9400-6F86-10119D82B343}"/>
                  </a:ext>
                </a:extLst>
              </p:cNvPr>
              <p:cNvSpPr/>
              <p:nvPr/>
            </p:nvSpPr>
            <p:spPr>
              <a:xfrm>
                <a:off x="2631993" y="1000455"/>
                <a:ext cx="169804" cy="169804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B</a:t>
                </a:r>
              </a:p>
            </p:txBody>
          </p:sp>
        </p:grpSp>
        <p:grpSp>
          <p:nvGrpSpPr>
            <p:cNvPr id="60" name="Group 59">
              <a:extLst>
                <a:ext uri="{FF2B5EF4-FFF2-40B4-BE49-F238E27FC236}">
                  <a16:creationId xmlns:a16="http://schemas.microsoft.com/office/drawing/2014/main" id="{0CCC4556-10D0-CC85-A178-9212736A6AD1}"/>
                </a:ext>
              </a:extLst>
            </p:cNvPr>
            <p:cNvGrpSpPr/>
            <p:nvPr/>
          </p:nvGrpSpPr>
          <p:grpSpPr>
            <a:xfrm>
              <a:off x="2659935" y="770340"/>
              <a:ext cx="612283" cy="855395"/>
              <a:chOff x="2425679" y="690821"/>
              <a:chExt cx="612283" cy="855395"/>
            </a:xfrm>
          </p:grpSpPr>
          <p:pic>
            <p:nvPicPr>
              <p:cNvPr id="63" name="Picture 62">
                <a:extLst>
                  <a:ext uri="{FF2B5EF4-FFF2-40B4-BE49-F238E27FC236}">
                    <a16:creationId xmlns:a16="http://schemas.microsoft.com/office/drawing/2014/main" id="{4E1A37BE-BF0D-AD5A-4AD6-CE78C62CA25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2425679" y="690821"/>
                <a:ext cx="612283" cy="855395"/>
              </a:xfrm>
              <a:prstGeom prst="rect">
                <a:avLst/>
              </a:prstGeom>
            </p:spPr>
          </p:pic>
          <p:sp>
            <p:nvSpPr>
              <p:cNvPr id="192" name="Rectangle 191">
                <a:extLst>
                  <a:ext uri="{FF2B5EF4-FFF2-40B4-BE49-F238E27FC236}">
                    <a16:creationId xmlns:a16="http://schemas.microsoft.com/office/drawing/2014/main" id="{5BAE6920-316C-9FDF-CEF4-3ED892445A35}"/>
                  </a:ext>
                </a:extLst>
              </p:cNvPr>
              <p:cNvSpPr/>
              <p:nvPr/>
            </p:nvSpPr>
            <p:spPr>
              <a:xfrm>
                <a:off x="2631993" y="1000455"/>
                <a:ext cx="169804" cy="169804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C</a:t>
                </a:r>
              </a:p>
            </p:txBody>
          </p:sp>
        </p:grpSp>
        <p:grpSp>
          <p:nvGrpSpPr>
            <p:cNvPr id="193" name="Group 192">
              <a:extLst>
                <a:ext uri="{FF2B5EF4-FFF2-40B4-BE49-F238E27FC236}">
                  <a16:creationId xmlns:a16="http://schemas.microsoft.com/office/drawing/2014/main" id="{EA5807CC-AAF0-E14C-58C4-C6E5159E4B32}"/>
                </a:ext>
              </a:extLst>
            </p:cNvPr>
            <p:cNvGrpSpPr/>
            <p:nvPr/>
          </p:nvGrpSpPr>
          <p:grpSpPr>
            <a:xfrm>
              <a:off x="3274574" y="770340"/>
              <a:ext cx="612283" cy="855395"/>
              <a:chOff x="2425679" y="690821"/>
              <a:chExt cx="612283" cy="855395"/>
            </a:xfrm>
          </p:grpSpPr>
          <p:pic>
            <p:nvPicPr>
              <p:cNvPr id="194" name="Picture 193">
                <a:extLst>
                  <a:ext uri="{FF2B5EF4-FFF2-40B4-BE49-F238E27FC236}">
                    <a16:creationId xmlns:a16="http://schemas.microsoft.com/office/drawing/2014/main" id="{9A36109E-1D3B-E699-DE64-F6A31845542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2425679" y="690821"/>
                <a:ext cx="612283" cy="855395"/>
              </a:xfrm>
              <a:prstGeom prst="rect">
                <a:avLst/>
              </a:prstGeom>
            </p:spPr>
          </p:pic>
          <p:sp>
            <p:nvSpPr>
              <p:cNvPr id="201" name="Rectangle 200">
                <a:extLst>
                  <a:ext uri="{FF2B5EF4-FFF2-40B4-BE49-F238E27FC236}">
                    <a16:creationId xmlns:a16="http://schemas.microsoft.com/office/drawing/2014/main" id="{91D636DF-48FE-B470-895E-911B51736E76}"/>
                  </a:ext>
                </a:extLst>
              </p:cNvPr>
              <p:cNvSpPr/>
              <p:nvPr/>
            </p:nvSpPr>
            <p:spPr>
              <a:xfrm>
                <a:off x="2631993" y="1000455"/>
                <a:ext cx="169804" cy="169804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D</a:t>
                </a:r>
              </a:p>
            </p:txBody>
          </p:sp>
        </p:grpSp>
      </p:grpSp>
      <p:grpSp>
        <p:nvGrpSpPr>
          <p:cNvPr id="214" name="Group 213">
            <a:extLst>
              <a:ext uri="{FF2B5EF4-FFF2-40B4-BE49-F238E27FC236}">
                <a16:creationId xmlns:a16="http://schemas.microsoft.com/office/drawing/2014/main" id="{51FA5A24-E4ED-76B8-D970-203BD0913D61}"/>
              </a:ext>
            </a:extLst>
          </p:cNvPr>
          <p:cNvGrpSpPr/>
          <p:nvPr/>
        </p:nvGrpSpPr>
        <p:grpSpPr>
          <a:xfrm>
            <a:off x="2963924" y="2367446"/>
            <a:ext cx="716753" cy="326665"/>
            <a:chOff x="2963924" y="2367446"/>
            <a:chExt cx="716753" cy="326665"/>
          </a:xfrm>
        </p:grpSpPr>
        <p:grpSp>
          <p:nvGrpSpPr>
            <p:cNvPr id="210" name="Group 209">
              <a:extLst>
                <a:ext uri="{FF2B5EF4-FFF2-40B4-BE49-F238E27FC236}">
                  <a16:creationId xmlns:a16="http://schemas.microsoft.com/office/drawing/2014/main" id="{BD642998-C89E-D877-67CC-5DB1618B32A3}"/>
                </a:ext>
              </a:extLst>
            </p:cNvPr>
            <p:cNvGrpSpPr/>
            <p:nvPr/>
          </p:nvGrpSpPr>
          <p:grpSpPr>
            <a:xfrm>
              <a:off x="2963924" y="2367446"/>
              <a:ext cx="534458" cy="127000"/>
              <a:chOff x="2963178" y="2725764"/>
              <a:chExt cx="534458" cy="127000"/>
            </a:xfrm>
          </p:grpSpPr>
          <p:cxnSp>
            <p:nvCxnSpPr>
              <p:cNvPr id="211" name="Straight Connector 210">
                <a:extLst>
                  <a:ext uri="{FF2B5EF4-FFF2-40B4-BE49-F238E27FC236}">
                    <a16:creationId xmlns:a16="http://schemas.microsoft.com/office/drawing/2014/main" id="{77A1F14F-7982-BDD4-2C7E-C792A654750A}"/>
                  </a:ext>
                </a:extLst>
              </p:cNvPr>
              <p:cNvCxnSpPr/>
              <p:nvPr/>
            </p:nvCxnSpPr>
            <p:spPr>
              <a:xfrm flipV="1">
                <a:off x="2963178" y="2789264"/>
                <a:ext cx="400050" cy="1"/>
              </a:xfrm>
              <a:prstGeom prst="line">
                <a:avLst/>
              </a:prstGeom>
              <a:noFill/>
              <a:ln w="19050" cap="flat" cmpd="sng" algn="ctr">
                <a:solidFill>
                  <a:schemeClr val="accent2">
                    <a:lumMod val="75000"/>
                  </a:schemeClr>
                </a:solidFill>
                <a:prstDash val="solid"/>
                <a:miter lim="800000"/>
              </a:ln>
              <a:effectLst/>
            </p:spPr>
          </p:cxnSp>
          <p:sp>
            <p:nvSpPr>
              <p:cNvPr id="212" name="Oval 211">
                <a:extLst>
                  <a:ext uri="{FF2B5EF4-FFF2-40B4-BE49-F238E27FC236}">
                    <a16:creationId xmlns:a16="http://schemas.microsoft.com/office/drawing/2014/main" id="{B2A21F1A-105F-D1BE-CA6E-F98C6CDCF10B}"/>
                  </a:ext>
                </a:extLst>
              </p:cNvPr>
              <p:cNvSpPr/>
              <p:nvPr/>
            </p:nvSpPr>
            <p:spPr>
              <a:xfrm>
                <a:off x="3370636" y="2725764"/>
                <a:ext cx="127000" cy="127000"/>
              </a:xfrm>
              <a:prstGeom prst="ellipse">
                <a:avLst/>
              </a:prstGeom>
              <a:solidFill>
                <a:sysClr val="window" lastClr="FFFFFF"/>
              </a:solidFill>
              <a:ln w="19050" cap="flat" cmpd="sng" algn="ctr">
                <a:solidFill>
                  <a:schemeClr val="accent2">
                    <a:lumMod val="75000"/>
                  </a:schemeClr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sp>
          <p:nvSpPr>
            <p:cNvPr id="213" name="TextBox 212">
              <a:extLst>
                <a:ext uri="{FF2B5EF4-FFF2-40B4-BE49-F238E27FC236}">
                  <a16:creationId xmlns:a16="http://schemas.microsoft.com/office/drawing/2014/main" id="{9D82A1B6-C544-F5E7-FA82-812DD9BBD881}"/>
                </a:ext>
              </a:extLst>
            </p:cNvPr>
            <p:cNvSpPr txBox="1"/>
            <p:nvPr/>
          </p:nvSpPr>
          <p:spPr>
            <a:xfrm>
              <a:off x="3194968" y="2440195"/>
              <a:ext cx="485709" cy="2539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50" b="0" i="0" u="none" strike="noStrike" kern="0" cap="none" spc="0" normalizeH="0" baseline="0" noProof="0" dirty="0">
                  <a:ln>
                    <a:noFill/>
                  </a:ln>
                  <a:solidFill>
                    <a:srgbClr val="E97132">
                      <a:lumMod val="75000"/>
                    </a:srgbClr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https</a:t>
              </a:r>
              <a:endParaRPr kumimoji="0" lang="en-GB" sz="1200" b="0" i="0" u="none" strike="noStrike" kern="0" cap="none" spc="0" normalizeH="0" baseline="0" noProof="0" dirty="0">
                <a:ln>
                  <a:noFill/>
                </a:ln>
                <a:solidFill>
                  <a:srgbClr val="E97132">
                    <a:lumMod val="75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pic>
        <p:nvPicPr>
          <p:cNvPr id="47" name="Picture 46">
            <a:extLst>
              <a:ext uri="{FF2B5EF4-FFF2-40B4-BE49-F238E27FC236}">
                <a16:creationId xmlns:a16="http://schemas.microsoft.com/office/drawing/2014/main" id="{6D77338F-1BE8-BE18-658C-65BA868C5F48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504409" y="107790"/>
            <a:ext cx="444034" cy="620341"/>
          </a:xfrm>
          <a:prstGeom prst="rect">
            <a:avLst/>
          </a:prstGeom>
        </p:spPr>
      </p:pic>
      <p:pic>
        <p:nvPicPr>
          <p:cNvPr id="205" name="Picture 204">
            <a:extLst>
              <a:ext uri="{FF2B5EF4-FFF2-40B4-BE49-F238E27FC236}">
                <a16:creationId xmlns:a16="http://schemas.microsoft.com/office/drawing/2014/main" id="{E7549DC5-17A5-BB77-C387-78C76C602BB6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122688" y="107539"/>
            <a:ext cx="444034" cy="620341"/>
          </a:xfrm>
          <a:prstGeom prst="rect">
            <a:avLst/>
          </a:prstGeom>
        </p:spPr>
      </p:pic>
      <p:pic>
        <p:nvPicPr>
          <p:cNvPr id="206" name="Picture 205">
            <a:extLst>
              <a:ext uri="{FF2B5EF4-FFF2-40B4-BE49-F238E27FC236}">
                <a16:creationId xmlns:a16="http://schemas.microsoft.com/office/drawing/2014/main" id="{9C80348C-4097-ED41-069C-5873EACBF4B5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738968" y="107539"/>
            <a:ext cx="444034" cy="620341"/>
          </a:xfrm>
          <a:prstGeom prst="rect">
            <a:avLst/>
          </a:prstGeom>
        </p:spPr>
      </p:pic>
      <p:pic>
        <p:nvPicPr>
          <p:cNvPr id="207" name="Picture 206">
            <a:extLst>
              <a:ext uri="{FF2B5EF4-FFF2-40B4-BE49-F238E27FC236}">
                <a16:creationId xmlns:a16="http://schemas.microsoft.com/office/drawing/2014/main" id="{8C540ECF-5AF7-63AF-0D90-0BF7CF669814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353933" y="108876"/>
            <a:ext cx="444034" cy="620341"/>
          </a:xfrm>
          <a:prstGeom prst="rect">
            <a:avLst/>
          </a:prstGeom>
        </p:spPr>
      </p:pic>
      <p:grpSp>
        <p:nvGrpSpPr>
          <p:cNvPr id="228" name="Group 227">
            <a:extLst>
              <a:ext uri="{FF2B5EF4-FFF2-40B4-BE49-F238E27FC236}">
                <a16:creationId xmlns:a16="http://schemas.microsoft.com/office/drawing/2014/main" id="{0F554B2D-AE43-4999-C5F2-22F9A9901281}"/>
              </a:ext>
            </a:extLst>
          </p:cNvPr>
          <p:cNvGrpSpPr/>
          <p:nvPr/>
        </p:nvGrpSpPr>
        <p:grpSpPr>
          <a:xfrm>
            <a:off x="2963178" y="2725764"/>
            <a:ext cx="786853" cy="316693"/>
            <a:chOff x="2963178" y="2725764"/>
            <a:chExt cx="786853" cy="316693"/>
          </a:xfrm>
        </p:grpSpPr>
        <p:grpSp>
          <p:nvGrpSpPr>
            <p:cNvPr id="220" name="Group 219">
              <a:extLst>
                <a:ext uri="{FF2B5EF4-FFF2-40B4-BE49-F238E27FC236}">
                  <a16:creationId xmlns:a16="http://schemas.microsoft.com/office/drawing/2014/main" id="{6FF73E2C-F11C-7D22-DE46-9B5320F61459}"/>
                </a:ext>
              </a:extLst>
            </p:cNvPr>
            <p:cNvGrpSpPr/>
            <p:nvPr/>
          </p:nvGrpSpPr>
          <p:grpSpPr>
            <a:xfrm>
              <a:off x="2963178" y="2725764"/>
              <a:ext cx="534458" cy="127000"/>
              <a:chOff x="2963178" y="2725764"/>
              <a:chExt cx="534458" cy="127000"/>
            </a:xfrm>
          </p:grpSpPr>
          <p:cxnSp>
            <p:nvCxnSpPr>
              <p:cNvPr id="221" name="Straight Connector 220">
                <a:extLst>
                  <a:ext uri="{FF2B5EF4-FFF2-40B4-BE49-F238E27FC236}">
                    <a16:creationId xmlns:a16="http://schemas.microsoft.com/office/drawing/2014/main" id="{D8CE6427-3176-44C3-5A81-7C3882252580}"/>
                  </a:ext>
                </a:extLst>
              </p:cNvPr>
              <p:cNvCxnSpPr/>
              <p:nvPr/>
            </p:nvCxnSpPr>
            <p:spPr>
              <a:xfrm flipV="1">
                <a:off x="2963178" y="2789264"/>
                <a:ext cx="400050" cy="1"/>
              </a:xfrm>
              <a:prstGeom prst="line">
                <a:avLst/>
              </a:prstGeom>
              <a:noFill/>
              <a:ln w="19050" cap="flat" cmpd="sng" algn="ctr">
                <a:solidFill>
                  <a:schemeClr val="accent6">
                    <a:lumMod val="75000"/>
                  </a:schemeClr>
                </a:solidFill>
                <a:prstDash val="solid"/>
                <a:miter lim="800000"/>
              </a:ln>
              <a:effectLst/>
            </p:spPr>
          </p:cxnSp>
          <p:sp>
            <p:nvSpPr>
              <p:cNvPr id="226" name="Oval 225">
                <a:extLst>
                  <a:ext uri="{FF2B5EF4-FFF2-40B4-BE49-F238E27FC236}">
                    <a16:creationId xmlns:a16="http://schemas.microsoft.com/office/drawing/2014/main" id="{5E096E43-B5A2-63CB-5D44-480812F38CAC}"/>
                  </a:ext>
                </a:extLst>
              </p:cNvPr>
              <p:cNvSpPr/>
              <p:nvPr/>
            </p:nvSpPr>
            <p:spPr>
              <a:xfrm>
                <a:off x="3370636" y="2725764"/>
                <a:ext cx="127000" cy="127000"/>
              </a:xfrm>
              <a:prstGeom prst="ellipse">
                <a:avLst/>
              </a:prstGeom>
              <a:solidFill>
                <a:sysClr val="window" lastClr="FFFFFF"/>
              </a:solidFill>
              <a:ln w="19050" cap="flat" cmpd="sng" algn="ctr">
                <a:solidFill>
                  <a:schemeClr val="accent6">
                    <a:lumMod val="75000"/>
                  </a:schemeClr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sp>
          <p:nvSpPr>
            <p:cNvPr id="227" name="TextBox 226">
              <a:extLst>
                <a:ext uri="{FF2B5EF4-FFF2-40B4-BE49-F238E27FC236}">
                  <a16:creationId xmlns:a16="http://schemas.microsoft.com/office/drawing/2014/main" id="{64014483-7A37-C7D3-8217-9CCC03B75C37}"/>
                </a:ext>
              </a:extLst>
            </p:cNvPr>
            <p:cNvSpPr txBox="1"/>
            <p:nvPr/>
          </p:nvSpPr>
          <p:spPr>
            <a:xfrm>
              <a:off x="3118241" y="2788541"/>
              <a:ext cx="631790" cy="2539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50" b="0" i="0" u="none" strike="noStrike" kern="0" cap="none" spc="0" normalizeH="0" baseline="0" noProof="0" dirty="0" err="1">
                  <a:ln>
                    <a:noFill/>
                  </a:ln>
                  <a:solidFill>
                    <a:srgbClr val="4EA72E">
                      <a:lumMod val="75000"/>
                    </a:srgbClr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mqtts</a:t>
              </a:r>
              <a:endParaRPr kumimoji="0" lang="en-GB" sz="1200" b="0" i="0" u="none" strike="noStrike" kern="0" cap="none" spc="0" normalizeH="0" baseline="0" noProof="0" dirty="0">
                <a:ln>
                  <a:noFill/>
                </a:ln>
                <a:solidFill>
                  <a:srgbClr val="4EA72E">
                    <a:lumMod val="75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44" name="Freeform: Shape 43">
            <a:extLst>
              <a:ext uri="{FF2B5EF4-FFF2-40B4-BE49-F238E27FC236}">
                <a16:creationId xmlns:a16="http://schemas.microsoft.com/office/drawing/2014/main" id="{8F9DDF57-3AC7-5813-0964-AEB9E0A13352}"/>
              </a:ext>
            </a:extLst>
          </p:cNvPr>
          <p:cNvSpPr/>
          <p:nvPr/>
        </p:nvSpPr>
        <p:spPr>
          <a:xfrm>
            <a:off x="3581400" y="2114550"/>
            <a:ext cx="1809750" cy="685800"/>
          </a:xfrm>
          <a:custGeom>
            <a:avLst/>
            <a:gdLst>
              <a:gd name="connsiteX0" fmla="*/ 0 w 1809750"/>
              <a:gd name="connsiteY0" fmla="*/ 685800 h 685800"/>
              <a:gd name="connsiteX1" fmla="*/ 742950 w 1809750"/>
              <a:gd name="connsiteY1" fmla="*/ 628650 h 685800"/>
              <a:gd name="connsiteX2" fmla="*/ 1419225 w 1809750"/>
              <a:gd name="connsiteY2" fmla="*/ 438150 h 685800"/>
              <a:gd name="connsiteX3" fmla="*/ 1809750 w 1809750"/>
              <a:gd name="connsiteY3" fmla="*/ 0 h 685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809750" h="685800">
                <a:moveTo>
                  <a:pt x="0" y="685800"/>
                </a:moveTo>
                <a:cubicBezTo>
                  <a:pt x="253206" y="677862"/>
                  <a:pt x="506413" y="669925"/>
                  <a:pt x="742950" y="628650"/>
                </a:cubicBezTo>
                <a:cubicBezTo>
                  <a:pt x="979487" y="587375"/>
                  <a:pt x="1241425" y="542925"/>
                  <a:pt x="1419225" y="438150"/>
                </a:cubicBezTo>
                <a:cubicBezTo>
                  <a:pt x="1597025" y="333375"/>
                  <a:pt x="1703387" y="166687"/>
                  <a:pt x="1809750" y="0"/>
                </a:cubicBezTo>
              </a:path>
            </a:pathLst>
          </a:custGeom>
          <a:noFill/>
          <a:ln>
            <a:solidFill>
              <a:schemeClr val="accent6">
                <a:lumMod val="75000"/>
              </a:schemeClr>
            </a:solidFill>
            <a:headEnd type="triangl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pic>
        <p:nvPicPr>
          <p:cNvPr id="197" name="Picture 196">
            <a:extLst>
              <a:ext uri="{FF2B5EF4-FFF2-40B4-BE49-F238E27FC236}">
                <a16:creationId xmlns:a16="http://schemas.microsoft.com/office/drawing/2014/main" id="{DAEDF4D8-3A60-4A13-806E-BB29C689FE6D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590807" y="1385810"/>
            <a:ext cx="432460" cy="569026"/>
          </a:xfrm>
          <a:prstGeom prst="rect">
            <a:avLst/>
          </a:prstGeom>
        </p:spPr>
      </p:pic>
      <p:grpSp>
        <p:nvGrpSpPr>
          <p:cNvPr id="46" name="Group 45">
            <a:extLst>
              <a:ext uri="{FF2B5EF4-FFF2-40B4-BE49-F238E27FC236}">
                <a16:creationId xmlns:a16="http://schemas.microsoft.com/office/drawing/2014/main" id="{EA9500D1-AE11-DE5A-00EC-D7C0294C6E6C}"/>
              </a:ext>
            </a:extLst>
          </p:cNvPr>
          <p:cNvGrpSpPr/>
          <p:nvPr/>
        </p:nvGrpSpPr>
        <p:grpSpPr>
          <a:xfrm>
            <a:off x="7809040" y="580845"/>
            <a:ext cx="821464" cy="919480"/>
            <a:chOff x="7894810" y="1381253"/>
            <a:chExt cx="821464" cy="919480"/>
          </a:xfrm>
        </p:grpSpPr>
        <p:sp>
          <p:nvSpPr>
            <p:cNvPr id="48" name="Rectangle: Rounded Corners 47">
              <a:extLst>
                <a:ext uri="{FF2B5EF4-FFF2-40B4-BE49-F238E27FC236}">
                  <a16:creationId xmlns:a16="http://schemas.microsoft.com/office/drawing/2014/main" id="{0B720BC5-59BC-EAC1-A41D-006D165C10D6}"/>
                </a:ext>
              </a:extLst>
            </p:cNvPr>
            <p:cNvSpPr/>
            <p:nvPr/>
          </p:nvSpPr>
          <p:spPr>
            <a:xfrm>
              <a:off x="7991089" y="1649591"/>
              <a:ext cx="628907" cy="628907"/>
            </a:xfrm>
            <a:prstGeom prst="roundRect">
              <a:avLst>
                <a:gd name="adj" fmla="val 8678"/>
              </a:avLst>
            </a:prstGeom>
            <a:solidFill>
              <a:schemeClr val="bg1"/>
            </a:solidFill>
            <a:ln w="28575">
              <a:solidFill>
                <a:srgbClr val="3963DA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srgbClr val="3963DA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7E72E8ED-2FE0-DCCF-28C1-5EA9D2A5D34C}"/>
                </a:ext>
              </a:extLst>
            </p:cNvPr>
            <p:cNvSpPr txBox="1"/>
            <p:nvPr/>
          </p:nvSpPr>
          <p:spPr>
            <a:xfrm>
              <a:off x="7894810" y="1839068"/>
              <a:ext cx="821464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3963DA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Global Cache</a:t>
              </a:r>
            </a:p>
          </p:txBody>
        </p:sp>
        <p:grpSp>
          <p:nvGrpSpPr>
            <p:cNvPr id="195" name="Group 194">
              <a:extLst>
                <a:ext uri="{FF2B5EF4-FFF2-40B4-BE49-F238E27FC236}">
                  <a16:creationId xmlns:a16="http://schemas.microsoft.com/office/drawing/2014/main" id="{E9FC582C-C4F4-6895-4C06-AA88A4E3E2E7}"/>
                </a:ext>
              </a:extLst>
            </p:cNvPr>
            <p:cNvGrpSpPr/>
            <p:nvPr/>
          </p:nvGrpSpPr>
          <p:grpSpPr>
            <a:xfrm>
              <a:off x="8036660" y="1381253"/>
              <a:ext cx="537764" cy="547628"/>
              <a:chOff x="6976094" y="2574516"/>
              <a:chExt cx="664523" cy="676715"/>
            </a:xfrm>
          </p:grpSpPr>
          <p:pic>
            <p:nvPicPr>
              <p:cNvPr id="196" name="Picture 195">
                <a:extLst>
                  <a:ext uri="{FF2B5EF4-FFF2-40B4-BE49-F238E27FC236}">
                    <a16:creationId xmlns:a16="http://schemas.microsoft.com/office/drawing/2014/main" id="{4D1CC02C-D111-0978-B4F1-FCA545D0B07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6976094" y="2574516"/>
                <a:ext cx="664522" cy="676715"/>
              </a:xfrm>
              <a:prstGeom prst="rect">
                <a:avLst/>
              </a:prstGeom>
            </p:spPr>
          </p:pic>
          <p:pic>
            <p:nvPicPr>
              <p:cNvPr id="198" name="Picture 197">
                <a:extLst>
                  <a:ext uri="{FF2B5EF4-FFF2-40B4-BE49-F238E27FC236}">
                    <a16:creationId xmlns:a16="http://schemas.microsoft.com/office/drawing/2014/main" id="{579A9194-79A5-94FD-F5C9-5AE7BB2DDE0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>
                <a:extLst>
                  <a:ext uri="{BEBA8EAE-BF5A-486C-A8C5-ECC9F3942E4B}">
                    <a14:imgProps xmlns:a14="http://schemas.microsoft.com/office/drawing/2010/main">
                      <a14:imgLayer r:embed="rId11">
                        <a14:imgEffect>
                          <a14:colorTemperature colorTemp="4700"/>
                        </a14:imgEffect>
                        <a14:imgEffect>
                          <a14:brightnessContrast bright="-20000" contrast="40000"/>
                        </a14:imgEffect>
                      </a14:imgLayer>
                    </a14:imgProps>
                  </a:ext>
                </a:extLst>
              </a:blip>
              <a:stretch>
                <a:fillRect/>
              </a:stretch>
            </p:blipFill>
            <p:spPr>
              <a:xfrm>
                <a:off x="7044932" y="2644373"/>
                <a:ext cx="526845" cy="528534"/>
              </a:xfrm>
              <a:prstGeom prst="ellipse">
                <a:avLst/>
              </a:prstGeom>
              <a:solidFill>
                <a:schemeClr val="bg1"/>
              </a:solidFill>
            </p:spPr>
          </p:pic>
          <p:pic>
            <p:nvPicPr>
              <p:cNvPr id="199" name="Picture 198">
                <a:extLst>
                  <a:ext uri="{FF2B5EF4-FFF2-40B4-BE49-F238E27FC236}">
                    <a16:creationId xmlns:a16="http://schemas.microsoft.com/office/drawing/2014/main" id="{1EB3CA85-0FA5-0EC4-576B-433C4521769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6976095" y="2574516"/>
                <a:ext cx="664522" cy="676715"/>
              </a:xfrm>
              <a:prstGeom prst="rect">
                <a:avLst/>
              </a:prstGeom>
            </p:spPr>
          </p:pic>
          <p:pic>
            <p:nvPicPr>
              <p:cNvPr id="200" name="Picture 199">
                <a:extLst>
                  <a:ext uri="{FF2B5EF4-FFF2-40B4-BE49-F238E27FC236}">
                    <a16:creationId xmlns:a16="http://schemas.microsoft.com/office/drawing/2014/main" id="{1D981370-1EAF-3127-5F54-036FD7F56F4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>
                <a:extLst>
                  <a:ext uri="{BEBA8EAE-BF5A-486C-A8C5-ECC9F3942E4B}">
                    <a14:imgProps xmlns:a14="http://schemas.microsoft.com/office/drawing/2010/main">
                      <a14:imgLayer r:embed="rId11">
                        <a14:imgEffect>
                          <a14:colorTemperature colorTemp="4700"/>
                        </a14:imgEffect>
                        <a14:imgEffect>
                          <a14:brightnessContrast bright="-20000" contrast="40000"/>
                        </a14:imgEffect>
                      </a14:imgLayer>
                    </a14:imgProps>
                  </a:ext>
                </a:extLst>
              </a:blip>
              <a:stretch>
                <a:fillRect/>
              </a:stretch>
            </p:blipFill>
            <p:spPr>
              <a:xfrm>
                <a:off x="7064641" y="2664144"/>
                <a:ext cx="487430" cy="488992"/>
              </a:xfrm>
              <a:prstGeom prst="ellipse">
                <a:avLst/>
              </a:prstGeom>
              <a:solidFill>
                <a:schemeClr val="bg1"/>
              </a:solidFill>
            </p:spPr>
          </p:pic>
        </p:grpSp>
      </p:grpSp>
      <p:pic>
        <p:nvPicPr>
          <p:cNvPr id="204" name="Picture 203">
            <a:extLst>
              <a:ext uri="{FF2B5EF4-FFF2-40B4-BE49-F238E27FC236}">
                <a16:creationId xmlns:a16="http://schemas.microsoft.com/office/drawing/2014/main" id="{5F2A71B0-C8FF-CCFE-B4F0-E4E1660DACE0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587713" y="863597"/>
            <a:ext cx="475706" cy="625929"/>
          </a:xfrm>
          <a:prstGeom prst="rect">
            <a:avLst/>
          </a:prstGeom>
        </p:spPr>
      </p:pic>
      <p:sp>
        <p:nvSpPr>
          <p:cNvPr id="208" name="Freeform: Shape 207">
            <a:extLst>
              <a:ext uri="{FF2B5EF4-FFF2-40B4-BE49-F238E27FC236}">
                <a16:creationId xmlns:a16="http://schemas.microsoft.com/office/drawing/2014/main" id="{FDF8987D-6485-6DE8-4C7D-59D9C35A210D}"/>
              </a:ext>
            </a:extLst>
          </p:cNvPr>
          <p:cNvSpPr/>
          <p:nvPr/>
        </p:nvSpPr>
        <p:spPr>
          <a:xfrm>
            <a:off x="5819775" y="1181100"/>
            <a:ext cx="2009775" cy="647700"/>
          </a:xfrm>
          <a:custGeom>
            <a:avLst/>
            <a:gdLst>
              <a:gd name="connsiteX0" fmla="*/ 2009775 w 2009775"/>
              <a:gd name="connsiteY0" fmla="*/ 0 h 647700"/>
              <a:gd name="connsiteX1" fmla="*/ 1266825 w 2009775"/>
              <a:gd name="connsiteY1" fmla="*/ 133350 h 647700"/>
              <a:gd name="connsiteX2" fmla="*/ 609600 w 2009775"/>
              <a:gd name="connsiteY2" fmla="*/ 542925 h 647700"/>
              <a:gd name="connsiteX3" fmla="*/ 0 w 2009775"/>
              <a:gd name="connsiteY3" fmla="*/ 647700 h 6477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009775" h="647700">
                <a:moveTo>
                  <a:pt x="2009775" y="0"/>
                </a:moveTo>
                <a:cubicBezTo>
                  <a:pt x="1754981" y="21431"/>
                  <a:pt x="1500187" y="42863"/>
                  <a:pt x="1266825" y="133350"/>
                </a:cubicBezTo>
                <a:cubicBezTo>
                  <a:pt x="1033463" y="223837"/>
                  <a:pt x="820737" y="457200"/>
                  <a:pt x="609600" y="542925"/>
                </a:cubicBezTo>
                <a:cubicBezTo>
                  <a:pt x="398462" y="628650"/>
                  <a:pt x="199231" y="638175"/>
                  <a:pt x="0" y="647700"/>
                </a:cubicBezTo>
              </a:path>
            </a:pathLst>
          </a:custGeom>
          <a:noFill/>
          <a:ln>
            <a:solidFill>
              <a:schemeClr val="accent6">
                <a:lumMod val="75000"/>
              </a:schemeClr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30" name="Freeform: Shape 229">
            <a:extLst>
              <a:ext uri="{FF2B5EF4-FFF2-40B4-BE49-F238E27FC236}">
                <a16:creationId xmlns:a16="http://schemas.microsoft.com/office/drawing/2014/main" id="{F90D8C49-BBB1-7042-1EBD-16DCF40EA57A}"/>
              </a:ext>
            </a:extLst>
          </p:cNvPr>
          <p:cNvSpPr/>
          <p:nvPr/>
        </p:nvSpPr>
        <p:spPr>
          <a:xfrm>
            <a:off x="3533775" y="851552"/>
            <a:ext cx="4238625" cy="1472548"/>
          </a:xfrm>
          <a:custGeom>
            <a:avLst/>
            <a:gdLst>
              <a:gd name="connsiteX0" fmla="*/ 4238625 w 4238625"/>
              <a:gd name="connsiteY0" fmla="*/ 72373 h 1472548"/>
              <a:gd name="connsiteX1" fmla="*/ 1657350 w 4238625"/>
              <a:gd name="connsiteY1" fmla="*/ 158098 h 1472548"/>
              <a:gd name="connsiteX2" fmla="*/ 0 w 4238625"/>
              <a:gd name="connsiteY2" fmla="*/ 1472548 h 14725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4238625" h="1472548">
                <a:moveTo>
                  <a:pt x="4238625" y="72373"/>
                </a:moveTo>
                <a:cubicBezTo>
                  <a:pt x="3301206" y="-1446"/>
                  <a:pt x="2363787" y="-75264"/>
                  <a:pt x="1657350" y="158098"/>
                </a:cubicBezTo>
                <a:cubicBezTo>
                  <a:pt x="950913" y="391460"/>
                  <a:pt x="475456" y="932004"/>
                  <a:pt x="0" y="1472548"/>
                </a:cubicBezTo>
              </a:path>
            </a:pathLst>
          </a:custGeom>
          <a:noFill/>
          <a:ln>
            <a:solidFill>
              <a:schemeClr val="accent2">
                <a:lumMod val="75000"/>
              </a:schemeClr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grpSp>
        <p:nvGrpSpPr>
          <p:cNvPr id="266" name="Group 265">
            <a:extLst>
              <a:ext uri="{FF2B5EF4-FFF2-40B4-BE49-F238E27FC236}">
                <a16:creationId xmlns:a16="http://schemas.microsoft.com/office/drawing/2014/main" id="{9C3FE20F-76A9-4B3A-11CC-EE53BBE63552}"/>
              </a:ext>
            </a:extLst>
          </p:cNvPr>
          <p:cNvGrpSpPr/>
          <p:nvPr/>
        </p:nvGrpSpPr>
        <p:grpSpPr>
          <a:xfrm>
            <a:off x="9106083" y="884873"/>
            <a:ext cx="1745352" cy="583376"/>
            <a:chOff x="9538950" y="2402423"/>
            <a:chExt cx="1745352" cy="583376"/>
          </a:xfrm>
        </p:grpSpPr>
        <p:pic>
          <p:nvPicPr>
            <p:cNvPr id="262" name="Picture 261">
              <a:extLst>
                <a:ext uri="{FF2B5EF4-FFF2-40B4-BE49-F238E27FC236}">
                  <a16:creationId xmlns:a16="http://schemas.microsoft.com/office/drawing/2014/main" id="{CED196C7-D58B-4CB1-8FC5-3DDD1CD75226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10866423" y="2402423"/>
              <a:ext cx="417879" cy="583376"/>
            </a:xfrm>
            <a:prstGeom prst="rect">
              <a:avLst/>
            </a:prstGeom>
          </p:spPr>
        </p:pic>
        <p:pic>
          <p:nvPicPr>
            <p:cNvPr id="263" name="Picture 262">
              <a:extLst>
                <a:ext uri="{FF2B5EF4-FFF2-40B4-BE49-F238E27FC236}">
                  <a16:creationId xmlns:a16="http://schemas.microsoft.com/office/drawing/2014/main" id="{6CF69A8C-BCFA-24A8-F836-8BA81B6450AA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/>
            <a:stretch>
              <a:fillRect/>
            </a:stretch>
          </p:blipFill>
          <p:spPr>
            <a:xfrm>
              <a:off x="10423932" y="2402423"/>
              <a:ext cx="413742" cy="583376"/>
            </a:xfrm>
            <a:prstGeom prst="rect">
              <a:avLst/>
            </a:prstGeom>
          </p:spPr>
        </p:pic>
        <p:pic>
          <p:nvPicPr>
            <p:cNvPr id="264" name="Picture 263">
              <a:extLst>
                <a:ext uri="{FF2B5EF4-FFF2-40B4-BE49-F238E27FC236}">
                  <a16:creationId xmlns:a16="http://schemas.microsoft.com/office/drawing/2014/main" id="{836B4634-4ED6-A51C-2668-AC7043162440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/>
            <a:stretch>
              <a:fillRect/>
            </a:stretch>
          </p:blipFill>
          <p:spPr>
            <a:xfrm>
              <a:off x="9981441" y="2402423"/>
              <a:ext cx="413742" cy="583376"/>
            </a:xfrm>
            <a:prstGeom prst="rect">
              <a:avLst/>
            </a:prstGeom>
          </p:spPr>
        </p:pic>
        <p:pic>
          <p:nvPicPr>
            <p:cNvPr id="265" name="Picture 264">
              <a:extLst>
                <a:ext uri="{FF2B5EF4-FFF2-40B4-BE49-F238E27FC236}">
                  <a16:creationId xmlns:a16="http://schemas.microsoft.com/office/drawing/2014/main" id="{D8453676-F5C1-52BE-8509-99D459FB082F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/>
            <a:stretch>
              <a:fillRect/>
            </a:stretch>
          </p:blipFill>
          <p:spPr>
            <a:xfrm>
              <a:off x="9538950" y="2402423"/>
              <a:ext cx="413742" cy="583376"/>
            </a:xfrm>
            <a:prstGeom prst="rect">
              <a:avLst/>
            </a:prstGeom>
          </p:spPr>
        </p:pic>
      </p:grpSp>
      <p:pic>
        <p:nvPicPr>
          <p:cNvPr id="267" name="Picture 266">
            <a:extLst>
              <a:ext uri="{FF2B5EF4-FFF2-40B4-BE49-F238E27FC236}">
                <a16:creationId xmlns:a16="http://schemas.microsoft.com/office/drawing/2014/main" id="{2D60E8D5-2038-9FAA-5BD6-558F05E44D19}"/>
              </a:ext>
            </a:extLst>
          </p:cNvPr>
          <p:cNvPicPr>
            <a:picLocks noChangeAspect="1"/>
          </p:cNvPicPr>
          <p:nvPr/>
        </p:nvPicPr>
        <p:blipFill>
          <a:blip r:embed="rId9">
            <a:duotone>
              <a:prstClr val="black"/>
              <a:schemeClr val="accent4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8588284" y="863596"/>
            <a:ext cx="475706" cy="625929"/>
          </a:xfrm>
          <a:prstGeom prst="rect">
            <a:avLst/>
          </a:prstGeom>
        </p:spPr>
      </p:pic>
      <p:sp>
        <p:nvSpPr>
          <p:cNvPr id="270" name="Freeform: Shape 269">
            <a:extLst>
              <a:ext uri="{FF2B5EF4-FFF2-40B4-BE49-F238E27FC236}">
                <a16:creationId xmlns:a16="http://schemas.microsoft.com/office/drawing/2014/main" id="{4980B203-5E83-7DCD-7FD0-492AF98223FA}"/>
              </a:ext>
            </a:extLst>
          </p:cNvPr>
          <p:cNvSpPr/>
          <p:nvPr/>
        </p:nvSpPr>
        <p:spPr>
          <a:xfrm>
            <a:off x="8793957" y="858269"/>
            <a:ext cx="274934" cy="287724"/>
          </a:xfrm>
          <a:custGeom>
            <a:avLst/>
            <a:gdLst>
              <a:gd name="connsiteX0" fmla="*/ 0 w 267789"/>
              <a:gd name="connsiteY0" fmla="*/ 0 h 277586"/>
              <a:gd name="connsiteX1" fmla="*/ 267789 w 267789"/>
              <a:gd name="connsiteY1" fmla="*/ 277586 h 277586"/>
              <a:gd name="connsiteX2" fmla="*/ 267789 w 267789"/>
              <a:gd name="connsiteY2" fmla="*/ 117566 h 277586"/>
              <a:gd name="connsiteX3" fmla="*/ 146957 w 267789"/>
              <a:gd name="connsiteY3" fmla="*/ 6531 h 277586"/>
              <a:gd name="connsiteX4" fmla="*/ 0 w 267789"/>
              <a:gd name="connsiteY4" fmla="*/ 0 h 277586"/>
              <a:gd name="connsiteX0" fmla="*/ 0 w 267789"/>
              <a:gd name="connsiteY0" fmla="*/ 613 h 278199"/>
              <a:gd name="connsiteX1" fmla="*/ 267789 w 267789"/>
              <a:gd name="connsiteY1" fmla="*/ 278199 h 278199"/>
              <a:gd name="connsiteX2" fmla="*/ 267789 w 267789"/>
              <a:gd name="connsiteY2" fmla="*/ 118179 h 278199"/>
              <a:gd name="connsiteX3" fmla="*/ 156482 w 267789"/>
              <a:gd name="connsiteY3" fmla="*/ 0 h 278199"/>
              <a:gd name="connsiteX4" fmla="*/ 0 w 267789"/>
              <a:gd name="connsiteY4" fmla="*/ 613 h 278199"/>
              <a:gd name="connsiteX0" fmla="*/ 0 w 270171"/>
              <a:gd name="connsiteY0" fmla="*/ 5375 h 278199"/>
              <a:gd name="connsiteX1" fmla="*/ 270171 w 270171"/>
              <a:gd name="connsiteY1" fmla="*/ 278199 h 278199"/>
              <a:gd name="connsiteX2" fmla="*/ 270171 w 270171"/>
              <a:gd name="connsiteY2" fmla="*/ 118179 h 278199"/>
              <a:gd name="connsiteX3" fmla="*/ 158864 w 270171"/>
              <a:gd name="connsiteY3" fmla="*/ 0 h 278199"/>
              <a:gd name="connsiteX4" fmla="*/ 0 w 270171"/>
              <a:gd name="connsiteY4" fmla="*/ 5375 h 278199"/>
              <a:gd name="connsiteX0" fmla="*/ 0 w 270171"/>
              <a:gd name="connsiteY0" fmla="*/ 5375 h 266292"/>
              <a:gd name="connsiteX1" fmla="*/ 263028 w 270171"/>
              <a:gd name="connsiteY1" fmla="*/ 266292 h 266292"/>
              <a:gd name="connsiteX2" fmla="*/ 270171 w 270171"/>
              <a:gd name="connsiteY2" fmla="*/ 118179 h 266292"/>
              <a:gd name="connsiteX3" fmla="*/ 158864 w 270171"/>
              <a:gd name="connsiteY3" fmla="*/ 0 h 266292"/>
              <a:gd name="connsiteX4" fmla="*/ 0 w 270171"/>
              <a:gd name="connsiteY4" fmla="*/ 5375 h 266292"/>
              <a:gd name="connsiteX0" fmla="*/ 0 w 274934"/>
              <a:gd name="connsiteY0" fmla="*/ 5375 h 287724"/>
              <a:gd name="connsiteX1" fmla="*/ 274934 w 274934"/>
              <a:gd name="connsiteY1" fmla="*/ 287724 h 287724"/>
              <a:gd name="connsiteX2" fmla="*/ 270171 w 274934"/>
              <a:gd name="connsiteY2" fmla="*/ 118179 h 287724"/>
              <a:gd name="connsiteX3" fmla="*/ 158864 w 274934"/>
              <a:gd name="connsiteY3" fmla="*/ 0 h 287724"/>
              <a:gd name="connsiteX4" fmla="*/ 0 w 274934"/>
              <a:gd name="connsiteY4" fmla="*/ 5375 h 2877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4934" h="287724">
                <a:moveTo>
                  <a:pt x="0" y="5375"/>
                </a:moveTo>
                <a:lnTo>
                  <a:pt x="274934" y="287724"/>
                </a:lnTo>
                <a:lnTo>
                  <a:pt x="270171" y="118179"/>
                </a:lnTo>
                <a:lnTo>
                  <a:pt x="158864" y="0"/>
                </a:lnTo>
                <a:lnTo>
                  <a:pt x="0" y="5375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31" name="Freeform: Shape 230">
            <a:extLst>
              <a:ext uri="{FF2B5EF4-FFF2-40B4-BE49-F238E27FC236}">
                <a16:creationId xmlns:a16="http://schemas.microsoft.com/office/drawing/2014/main" id="{17C7E8D1-F9C2-826E-A248-C4A7ECE9C725}"/>
              </a:ext>
            </a:extLst>
          </p:cNvPr>
          <p:cNvSpPr/>
          <p:nvPr/>
        </p:nvSpPr>
        <p:spPr>
          <a:xfrm>
            <a:off x="5799995" y="1077850"/>
            <a:ext cx="2009775" cy="647700"/>
          </a:xfrm>
          <a:custGeom>
            <a:avLst/>
            <a:gdLst>
              <a:gd name="connsiteX0" fmla="*/ 2009775 w 2009775"/>
              <a:gd name="connsiteY0" fmla="*/ 0 h 647700"/>
              <a:gd name="connsiteX1" fmla="*/ 1266825 w 2009775"/>
              <a:gd name="connsiteY1" fmla="*/ 133350 h 647700"/>
              <a:gd name="connsiteX2" fmla="*/ 609600 w 2009775"/>
              <a:gd name="connsiteY2" fmla="*/ 542925 h 647700"/>
              <a:gd name="connsiteX3" fmla="*/ 0 w 2009775"/>
              <a:gd name="connsiteY3" fmla="*/ 647700 h 6477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009775" h="647700">
                <a:moveTo>
                  <a:pt x="2009775" y="0"/>
                </a:moveTo>
                <a:cubicBezTo>
                  <a:pt x="1754981" y="21431"/>
                  <a:pt x="1500187" y="42863"/>
                  <a:pt x="1266825" y="133350"/>
                </a:cubicBezTo>
                <a:cubicBezTo>
                  <a:pt x="1033463" y="223837"/>
                  <a:pt x="820737" y="457200"/>
                  <a:pt x="609600" y="542925"/>
                </a:cubicBezTo>
                <a:cubicBezTo>
                  <a:pt x="398462" y="628650"/>
                  <a:pt x="199231" y="638175"/>
                  <a:pt x="0" y="647700"/>
                </a:cubicBezTo>
              </a:path>
            </a:pathLst>
          </a:custGeom>
          <a:noFill/>
          <a:ln>
            <a:solidFill>
              <a:schemeClr val="accent6">
                <a:lumMod val="75000"/>
              </a:schemeClr>
            </a:solidFill>
            <a:headEnd type="triangl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grpSp>
        <p:nvGrpSpPr>
          <p:cNvPr id="252" name="Group 251">
            <a:extLst>
              <a:ext uri="{FF2B5EF4-FFF2-40B4-BE49-F238E27FC236}">
                <a16:creationId xmlns:a16="http://schemas.microsoft.com/office/drawing/2014/main" id="{1990042D-21D0-2BC2-84B4-9C641F34E075}"/>
              </a:ext>
            </a:extLst>
          </p:cNvPr>
          <p:cNvGrpSpPr/>
          <p:nvPr/>
        </p:nvGrpSpPr>
        <p:grpSpPr>
          <a:xfrm>
            <a:off x="4589288" y="1373398"/>
            <a:ext cx="480439" cy="635200"/>
            <a:chOff x="6238875" y="2481185"/>
            <a:chExt cx="480439" cy="635200"/>
          </a:xfrm>
        </p:grpSpPr>
        <p:pic>
          <p:nvPicPr>
            <p:cNvPr id="232" name="Picture 231">
              <a:extLst>
                <a:ext uri="{FF2B5EF4-FFF2-40B4-BE49-F238E27FC236}">
                  <a16:creationId xmlns:a16="http://schemas.microsoft.com/office/drawing/2014/main" id="{BAD9C6D5-C68A-3FB4-37A1-83F673B7B684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duotone>
                <a:prstClr val="black"/>
                <a:schemeClr val="accent4">
                  <a:tint val="45000"/>
                  <a:satMod val="400000"/>
                </a:schemeClr>
              </a:duotone>
            </a:blip>
            <a:stretch>
              <a:fillRect/>
            </a:stretch>
          </p:blipFill>
          <p:spPr>
            <a:xfrm>
              <a:off x="6238875" y="2490456"/>
              <a:ext cx="475706" cy="625929"/>
            </a:xfrm>
            <a:prstGeom prst="rect">
              <a:avLst/>
            </a:prstGeom>
          </p:spPr>
        </p:pic>
        <p:sp>
          <p:nvSpPr>
            <p:cNvPr id="233" name="Freeform: Shape 232">
              <a:extLst>
                <a:ext uri="{FF2B5EF4-FFF2-40B4-BE49-F238E27FC236}">
                  <a16:creationId xmlns:a16="http://schemas.microsoft.com/office/drawing/2014/main" id="{7DBCB749-1734-A0E7-51E1-BBF1933B90B1}"/>
                </a:ext>
              </a:extLst>
            </p:cNvPr>
            <p:cNvSpPr/>
            <p:nvPr/>
          </p:nvSpPr>
          <p:spPr>
            <a:xfrm>
              <a:off x="6444380" y="2481185"/>
              <a:ext cx="274934" cy="287724"/>
            </a:xfrm>
            <a:custGeom>
              <a:avLst/>
              <a:gdLst>
                <a:gd name="connsiteX0" fmla="*/ 0 w 267789"/>
                <a:gd name="connsiteY0" fmla="*/ 0 h 277586"/>
                <a:gd name="connsiteX1" fmla="*/ 267789 w 267789"/>
                <a:gd name="connsiteY1" fmla="*/ 277586 h 277586"/>
                <a:gd name="connsiteX2" fmla="*/ 267789 w 267789"/>
                <a:gd name="connsiteY2" fmla="*/ 117566 h 277586"/>
                <a:gd name="connsiteX3" fmla="*/ 146957 w 267789"/>
                <a:gd name="connsiteY3" fmla="*/ 6531 h 277586"/>
                <a:gd name="connsiteX4" fmla="*/ 0 w 267789"/>
                <a:gd name="connsiteY4" fmla="*/ 0 h 277586"/>
                <a:gd name="connsiteX0" fmla="*/ 0 w 267789"/>
                <a:gd name="connsiteY0" fmla="*/ 613 h 278199"/>
                <a:gd name="connsiteX1" fmla="*/ 267789 w 267789"/>
                <a:gd name="connsiteY1" fmla="*/ 278199 h 278199"/>
                <a:gd name="connsiteX2" fmla="*/ 267789 w 267789"/>
                <a:gd name="connsiteY2" fmla="*/ 118179 h 278199"/>
                <a:gd name="connsiteX3" fmla="*/ 156482 w 267789"/>
                <a:gd name="connsiteY3" fmla="*/ 0 h 278199"/>
                <a:gd name="connsiteX4" fmla="*/ 0 w 267789"/>
                <a:gd name="connsiteY4" fmla="*/ 613 h 278199"/>
                <a:gd name="connsiteX0" fmla="*/ 0 w 270171"/>
                <a:gd name="connsiteY0" fmla="*/ 5375 h 278199"/>
                <a:gd name="connsiteX1" fmla="*/ 270171 w 270171"/>
                <a:gd name="connsiteY1" fmla="*/ 278199 h 278199"/>
                <a:gd name="connsiteX2" fmla="*/ 270171 w 270171"/>
                <a:gd name="connsiteY2" fmla="*/ 118179 h 278199"/>
                <a:gd name="connsiteX3" fmla="*/ 158864 w 270171"/>
                <a:gd name="connsiteY3" fmla="*/ 0 h 278199"/>
                <a:gd name="connsiteX4" fmla="*/ 0 w 270171"/>
                <a:gd name="connsiteY4" fmla="*/ 5375 h 278199"/>
                <a:gd name="connsiteX0" fmla="*/ 0 w 270171"/>
                <a:gd name="connsiteY0" fmla="*/ 5375 h 266292"/>
                <a:gd name="connsiteX1" fmla="*/ 263028 w 270171"/>
                <a:gd name="connsiteY1" fmla="*/ 266292 h 266292"/>
                <a:gd name="connsiteX2" fmla="*/ 270171 w 270171"/>
                <a:gd name="connsiteY2" fmla="*/ 118179 h 266292"/>
                <a:gd name="connsiteX3" fmla="*/ 158864 w 270171"/>
                <a:gd name="connsiteY3" fmla="*/ 0 h 266292"/>
                <a:gd name="connsiteX4" fmla="*/ 0 w 270171"/>
                <a:gd name="connsiteY4" fmla="*/ 5375 h 266292"/>
                <a:gd name="connsiteX0" fmla="*/ 0 w 274934"/>
                <a:gd name="connsiteY0" fmla="*/ 5375 h 287724"/>
                <a:gd name="connsiteX1" fmla="*/ 274934 w 274934"/>
                <a:gd name="connsiteY1" fmla="*/ 287724 h 287724"/>
                <a:gd name="connsiteX2" fmla="*/ 270171 w 274934"/>
                <a:gd name="connsiteY2" fmla="*/ 118179 h 287724"/>
                <a:gd name="connsiteX3" fmla="*/ 158864 w 274934"/>
                <a:gd name="connsiteY3" fmla="*/ 0 h 287724"/>
                <a:gd name="connsiteX4" fmla="*/ 0 w 274934"/>
                <a:gd name="connsiteY4" fmla="*/ 5375 h 2877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74934" h="287724">
                  <a:moveTo>
                    <a:pt x="0" y="5375"/>
                  </a:moveTo>
                  <a:lnTo>
                    <a:pt x="274934" y="287724"/>
                  </a:lnTo>
                  <a:lnTo>
                    <a:pt x="270171" y="118179"/>
                  </a:lnTo>
                  <a:lnTo>
                    <a:pt x="158864" y="0"/>
                  </a:lnTo>
                  <a:lnTo>
                    <a:pt x="0" y="5375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1F458ECE-83BD-9521-2F05-9579DC0E5B37}"/>
              </a:ext>
            </a:extLst>
          </p:cNvPr>
          <p:cNvGrpSpPr/>
          <p:nvPr/>
        </p:nvGrpSpPr>
        <p:grpSpPr>
          <a:xfrm>
            <a:off x="4975127" y="1161045"/>
            <a:ext cx="821464" cy="913071"/>
            <a:chOff x="8941274" y="4193447"/>
            <a:chExt cx="821464" cy="913071"/>
          </a:xfrm>
        </p:grpSpPr>
        <p:sp>
          <p:nvSpPr>
            <p:cNvPr id="18" name="Rectangle: Rounded Corners 17">
              <a:extLst>
                <a:ext uri="{FF2B5EF4-FFF2-40B4-BE49-F238E27FC236}">
                  <a16:creationId xmlns:a16="http://schemas.microsoft.com/office/drawing/2014/main" id="{C5EB94A0-222F-21AE-B9A2-9FF86D7960B6}"/>
                </a:ext>
              </a:extLst>
            </p:cNvPr>
            <p:cNvSpPr/>
            <p:nvPr/>
          </p:nvSpPr>
          <p:spPr>
            <a:xfrm>
              <a:off x="9037553" y="4455376"/>
              <a:ext cx="628907" cy="628907"/>
            </a:xfrm>
            <a:prstGeom prst="roundRect">
              <a:avLst>
                <a:gd name="adj" fmla="val 8678"/>
              </a:avLst>
            </a:prstGeom>
            <a:solidFill>
              <a:schemeClr val="bg1"/>
            </a:solidFill>
            <a:ln w="28575">
              <a:solidFill>
                <a:srgbClr val="3963DA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srgbClr val="3963DA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1621AC97-4840-20BE-D9D3-E836AE20341F}"/>
                </a:ext>
              </a:extLst>
            </p:cNvPr>
            <p:cNvSpPr txBox="1"/>
            <p:nvPr/>
          </p:nvSpPr>
          <p:spPr>
            <a:xfrm>
              <a:off x="8941274" y="4644853"/>
              <a:ext cx="821464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3963DA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Global Broker</a:t>
              </a:r>
            </a:p>
          </p:txBody>
        </p:sp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EE67EB8F-D954-F557-D423-975BB07A5457}"/>
                </a:ext>
              </a:extLst>
            </p:cNvPr>
            <p:cNvGrpSpPr/>
            <p:nvPr/>
          </p:nvGrpSpPr>
          <p:grpSpPr>
            <a:xfrm>
              <a:off x="9094796" y="4193447"/>
              <a:ext cx="514420" cy="523858"/>
              <a:chOff x="6520709" y="4021299"/>
              <a:chExt cx="664522" cy="676715"/>
            </a:xfrm>
          </p:grpSpPr>
          <p:pic>
            <p:nvPicPr>
              <p:cNvPr id="21" name="Picture 20">
                <a:extLst>
                  <a:ext uri="{FF2B5EF4-FFF2-40B4-BE49-F238E27FC236}">
                    <a16:creationId xmlns:a16="http://schemas.microsoft.com/office/drawing/2014/main" id="{656EFDB9-7A52-696A-44CB-F7DFA2952C3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6520709" y="4021299"/>
                <a:ext cx="664522" cy="676715"/>
              </a:xfrm>
              <a:prstGeom prst="rect">
                <a:avLst/>
              </a:prstGeom>
            </p:spPr>
          </p:pic>
          <p:sp>
            <p:nvSpPr>
              <p:cNvPr id="22" name="Oval 21">
                <a:extLst>
                  <a:ext uri="{FF2B5EF4-FFF2-40B4-BE49-F238E27FC236}">
                    <a16:creationId xmlns:a16="http://schemas.microsoft.com/office/drawing/2014/main" id="{F2466549-5A4A-432F-4081-CFDA3D27D77B}"/>
                  </a:ext>
                </a:extLst>
              </p:cNvPr>
              <p:cNvSpPr/>
              <p:nvPr/>
            </p:nvSpPr>
            <p:spPr>
              <a:xfrm>
                <a:off x="6610176" y="4113239"/>
                <a:ext cx="485588" cy="485586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pic>
            <p:nvPicPr>
              <p:cNvPr id="25" name="Picture 24">
                <a:extLst>
                  <a:ext uri="{FF2B5EF4-FFF2-40B4-BE49-F238E27FC236}">
                    <a16:creationId xmlns:a16="http://schemas.microsoft.com/office/drawing/2014/main" id="{B64A5B2F-4EE3-2A62-FF74-9394646D69A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6647343" y="4147676"/>
                <a:ext cx="424360" cy="387637"/>
              </a:xfrm>
              <a:prstGeom prst="rect">
                <a:avLst/>
              </a:prstGeom>
            </p:spPr>
          </p:pic>
        </p:grpSp>
      </p:grpSp>
      <p:grpSp>
        <p:nvGrpSpPr>
          <p:cNvPr id="253" name="Group 252">
            <a:extLst>
              <a:ext uri="{FF2B5EF4-FFF2-40B4-BE49-F238E27FC236}">
                <a16:creationId xmlns:a16="http://schemas.microsoft.com/office/drawing/2014/main" id="{98E67634-DCF4-C5B5-A20F-300425F8D50B}"/>
              </a:ext>
            </a:extLst>
          </p:cNvPr>
          <p:cNvGrpSpPr/>
          <p:nvPr/>
        </p:nvGrpSpPr>
        <p:grpSpPr>
          <a:xfrm>
            <a:off x="11164420" y="3622704"/>
            <a:ext cx="970364" cy="1164438"/>
            <a:chOff x="10835927" y="2405227"/>
            <a:chExt cx="970364" cy="1164438"/>
          </a:xfrm>
        </p:grpSpPr>
        <p:pic>
          <p:nvPicPr>
            <p:cNvPr id="254" name="Picture 253">
              <a:extLst>
                <a:ext uri="{FF2B5EF4-FFF2-40B4-BE49-F238E27FC236}">
                  <a16:creationId xmlns:a16="http://schemas.microsoft.com/office/drawing/2014/main" id="{586EE50D-B5C9-8272-FBE3-EC289773A142}"/>
                </a:ext>
              </a:extLst>
            </p:cNvPr>
            <p:cNvPicPr>
              <a:picLocks noChangeAspect="1"/>
            </p:cNvPicPr>
            <p:nvPr/>
          </p:nvPicPr>
          <p:blipFill>
            <a:blip r:embed="rId17"/>
            <a:stretch>
              <a:fillRect/>
            </a:stretch>
          </p:blipFill>
          <p:spPr>
            <a:xfrm>
              <a:off x="10835927" y="2405227"/>
              <a:ext cx="970364" cy="1164438"/>
            </a:xfrm>
            <a:prstGeom prst="rect">
              <a:avLst/>
            </a:prstGeom>
          </p:spPr>
        </p:pic>
        <p:pic>
          <p:nvPicPr>
            <p:cNvPr id="255" name="Picture 254" descr="Space4Water Portal">
              <a:extLst>
                <a:ext uri="{FF2B5EF4-FFF2-40B4-BE49-F238E27FC236}">
                  <a16:creationId xmlns:a16="http://schemas.microsoft.com/office/drawing/2014/main" id="{B9E4B7E2-009B-EE21-DB4D-50EDC3D099FA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1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555" t="31422" r="63711" b="36133"/>
            <a:stretch/>
          </p:blipFill>
          <p:spPr bwMode="auto">
            <a:xfrm rot="21430420">
              <a:off x="11363402" y="3178637"/>
              <a:ext cx="143756" cy="15176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329" name="Group 328">
            <a:extLst>
              <a:ext uri="{FF2B5EF4-FFF2-40B4-BE49-F238E27FC236}">
                <a16:creationId xmlns:a16="http://schemas.microsoft.com/office/drawing/2014/main" id="{8A4DE11A-83B3-4E48-3D1F-6F02D9277552}"/>
              </a:ext>
            </a:extLst>
          </p:cNvPr>
          <p:cNvGrpSpPr/>
          <p:nvPr/>
        </p:nvGrpSpPr>
        <p:grpSpPr>
          <a:xfrm>
            <a:off x="6091945" y="2291271"/>
            <a:ext cx="3910790" cy="1002588"/>
            <a:chOff x="6091945" y="2291271"/>
            <a:chExt cx="3910790" cy="1002588"/>
          </a:xfrm>
        </p:grpSpPr>
        <p:grpSp>
          <p:nvGrpSpPr>
            <p:cNvPr id="306" name="Group 305">
              <a:extLst>
                <a:ext uri="{FF2B5EF4-FFF2-40B4-BE49-F238E27FC236}">
                  <a16:creationId xmlns:a16="http://schemas.microsoft.com/office/drawing/2014/main" id="{F922A207-2292-7C9C-11ED-9E33F282836C}"/>
                </a:ext>
              </a:extLst>
            </p:cNvPr>
            <p:cNvGrpSpPr/>
            <p:nvPr/>
          </p:nvGrpSpPr>
          <p:grpSpPr>
            <a:xfrm>
              <a:off x="6091945" y="2291271"/>
              <a:ext cx="821464" cy="995698"/>
              <a:chOff x="9666460" y="941309"/>
              <a:chExt cx="821464" cy="995698"/>
            </a:xfrm>
          </p:grpSpPr>
          <p:sp>
            <p:nvSpPr>
              <p:cNvPr id="307" name="Rectangle: Rounded Corners 306">
                <a:extLst>
                  <a:ext uri="{FF2B5EF4-FFF2-40B4-BE49-F238E27FC236}">
                    <a16:creationId xmlns:a16="http://schemas.microsoft.com/office/drawing/2014/main" id="{4B32E42E-CE73-43A9-639D-45E836A507D3}"/>
                  </a:ext>
                </a:extLst>
              </p:cNvPr>
              <p:cNvSpPr/>
              <p:nvPr/>
            </p:nvSpPr>
            <p:spPr>
              <a:xfrm>
                <a:off x="9762739" y="1285865"/>
                <a:ext cx="628907" cy="628907"/>
              </a:xfrm>
              <a:prstGeom prst="roundRect">
                <a:avLst>
                  <a:gd name="adj" fmla="val 8678"/>
                </a:avLst>
              </a:prstGeom>
              <a:solidFill>
                <a:schemeClr val="bg1"/>
              </a:solidFill>
              <a:ln w="28575">
                <a:solidFill>
                  <a:srgbClr val="3963DA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3963DA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308" name="TextBox 307">
                <a:extLst>
                  <a:ext uri="{FF2B5EF4-FFF2-40B4-BE49-F238E27FC236}">
                    <a16:creationId xmlns:a16="http://schemas.microsoft.com/office/drawing/2014/main" id="{1106E83A-55F9-A224-7A41-E4D839180FDB}"/>
                  </a:ext>
                </a:extLst>
              </p:cNvPr>
              <p:cNvSpPr txBox="1"/>
              <p:nvPr/>
            </p:nvSpPr>
            <p:spPr>
              <a:xfrm>
                <a:off x="9666460" y="1475342"/>
                <a:ext cx="821464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3963DA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W2-GTS Gateway</a:t>
                </a:r>
              </a:p>
            </p:txBody>
          </p:sp>
          <p:grpSp>
            <p:nvGrpSpPr>
              <p:cNvPr id="309" name="Group 308">
                <a:extLst>
                  <a:ext uri="{FF2B5EF4-FFF2-40B4-BE49-F238E27FC236}">
                    <a16:creationId xmlns:a16="http://schemas.microsoft.com/office/drawing/2014/main" id="{2683959D-E363-0E28-9F18-F5D899A366DB}"/>
                  </a:ext>
                </a:extLst>
              </p:cNvPr>
              <p:cNvGrpSpPr/>
              <p:nvPr/>
            </p:nvGrpSpPr>
            <p:grpSpPr>
              <a:xfrm>
                <a:off x="9815731" y="1019607"/>
                <a:ext cx="522922" cy="532516"/>
                <a:chOff x="9610100" y="3519705"/>
                <a:chExt cx="498392" cy="507536"/>
              </a:xfrm>
            </p:grpSpPr>
            <p:pic>
              <p:nvPicPr>
                <p:cNvPr id="311" name="Picture 310">
                  <a:extLst>
                    <a:ext uri="{FF2B5EF4-FFF2-40B4-BE49-F238E27FC236}">
                      <a16:creationId xmlns:a16="http://schemas.microsoft.com/office/drawing/2014/main" id="{60B96035-1428-DC0F-8681-6D7D64504313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9610100" y="3519705"/>
                  <a:ext cx="498392" cy="507536"/>
                </a:xfrm>
                <a:prstGeom prst="rect">
                  <a:avLst/>
                </a:prstGeom>
              </p:spPr>
            </p:pic>
            <p:pic>
              <p:nvPicPr>
                <p:cNvPr id="312" name="Picture 311">
                  <a:extLst>
                    <a:ext uri="{FF2B5EF4-FFF2-40B4-BE49-F238E27FC236}">
                      <a16:creationId xmlns:a16="http://schemas.microsoft.com/office/drawing/2014/main" id="{863D8A13-DA06-8C7F-475D-9BC8E46F95F3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9"/>
                <a:srcRect l="6381" t="6381" r="6381" b="6381"/>
                <a:stretch/>
              </p:blipFill>
              <p:spPr>
                <a:xfrm>
                  <a:off x="9680900" y="3595077"/>
                  <a:ext cx="356792" cy="356792"/>
                </a:xfrm>
                <a:prstGeom prst="ellipse">
                  <a:avLst/>
                </a:prstGeom>
                <a:solidFill>
                  <a:schemeClr val="bg1"/>
                </a:solidFill>
              </p:spPr>
            </p:pic>
          </p:grpSp>
          <p:pic>
            <p:nvPicPr>
              <p:cNvPr id="310" name="Picture 309">
                <a:extLst>
                  <a:ext uri="{FF2B5EF4-FFF2-40B4-BE49-F238E27FC236}">
                    <a16:creationId xmlns:a16="http://schemas.microsoft.com/office/drawing/2014/main" id="{094DA55C-829A-06A8-E28D-311DD426831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0"/>
              <a:srcRect l="70600" t="4796" r="541" b="37615"/>
              <a:stretch/>
            </p:blipFill>
            <p:spPr>
              <a:xfrm>
                <a:off x="10136699" y="941309"/>
                <a:ext cx="255340" cy="266096"/>
              </a:xfrm>
              <a:prstGeom prst="ellipse">
                <a:avLst/>
              </a:prstGeom>
            </p:spPr>
          </p:pic>
        </p:grpSp>
        <p:grpSp>
          <p:nvGrpSpPr>
            <p:cNvPr id="313" name="Group 312">
              <a:extLst>
                <a:ext uri="{FF2B5EF4-FFF2-40B4-BE49-F238E27FC236}">
                  <a16:creationId xmlns:a16="http://schemas.microsoft.com/office/drawing/2014/main" id="{1E5CF9BA-A177-890A-8732-D88F828A3965}"/>
                </a:ext>
              </a:extLst>
            </p:cNvPr>
            <p:cNvGrpSpPr/>
            <p:nvPr/>
          </p:nvGrpSpPr>
          <p:grpSpPr>
            <a:xfrm>
              <a:off x="9181271" y="2300144"/>
              <a:ext cx="821464" cy="993715"/>
              <a:chOff x="10807402" y="1038680"/>
              <a:chExt cx="821464" cy="993715"/>
            </a:xfrm>
          </p:grpSpPr>
          <p:sp>
            <p:nvSpPr>
              <p:cNvPr id="314" name="Rectangle: Rounded Corners 313">
                <a:extLst>
                  <a:ext uri="{FF2B5EF4-FFF2-40B4-BE49-F238E27FC236}">
                    <a16:creationId xmlns:a16="http://schemas.microsoft.com/office/drawing/2014/main" id="{CD3C7210-0E8E-3C63-EB38-DA621DFBF84A}"/>
                  </a:ext>
                </a:extLst>
              </p:cNvPr>
              <p:cNvSpPr/>
              <p:nvPr/>
            </p:nvSpPr>
            <p:spPr>
              <a:xfrm>
                <a:off x="10903681" y="1381253"/>
                <a:ext cx="628907" cy="628907"/>
              </a:xfrm>
              <a:prstGeom prst="roundRect">
                <a:avLst>
                  <a:gd name="adj" fmla="val 8678"/>
                </a:avLst>
              </a:prstGeom>
              <a:solidFill>
                <a:schemeClr val="bg1"/>
              </a:solidFill>
              <a:ln w="28575">
                <a:solidFill>
                  <a:srgbClr val="3963DA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3963DA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315" name="TextBox 314">
                <a:extLst>
                  <a:ext uri="{FF2B5EF4-FFF2-40B4-BE49-F238E27FC236}">
                    <a16:creationId xmlns:a16="http://schemas.microsoft.com/office/drawing/2014/main" id="{4D521096-9D38-DFEA-46B2-14EE7DFA0528}"/>
                  </a:ext>
                </a:extLst>
              </p:cNvPr>
              <p:cNvSpPr txBox="1"/>
              <p:nvPr/>
            </p:nvSpPr>
            <p:spPr>
              <a:xfrm>
                <a:off x="10807402" y="1570730"/>
                <a:ext cx="821464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3963DA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W2-GTS Gateway</a:t>
                </a:r>
              </a:p>
            </p:txBody>
          </p:sp>
          <p:grpSp>
            <p:nvGrpSpPr>
              <p:cNvPr id="316" name="Group 315">
                <a:extLst>
                  <a:ext uri="{FF2B5EF4-FFF2-40B4-BE49-F238E27FC236}">
                    <a16:creationId xmlns:a16="http://schemas.microsoft.com/office/drawing/2014/main" id="{CB959885-D2A5-8A8F-0FBF-93E48F8E523E}"/>
                  </a:ext>
                </a:extLst>
              </p:cNvPr>
              <p:cNvGrpSpPr/>
              <p:nvPr/>
            </p:nvGrpSpPr>
            <p:grpSpPr>
              <a:xfrm>
                <a:off x="10956673" y="1114995"/>
                <a:ext cx="522922" cy="532516"/>
                <a:chOff x="9610100" y="3519705"/>
                <a:chExt cx="498392" cy="507536"/>
              </a:xfrm>
            </p:grpSpPr>
            <p:pic>
              <p:nvPicPr>
                <p:cNvPr id="318" name="Picture 317">
                  <a:extLst>
                    <a:ext uri="{FF2B5EF4-FFF2-40B4-BE49-F238E27FC236}">
                      <a16:creationId xmlns:a16="http://schemas.microsoft.com/office/drawing/2014/main" id="{BF73EA3E-9891-6788-D33E-BEFC15B33C30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9610100" y="3519705"/>
                  <a:ext cx="498392" cy="507536"/>
                </a:xfrm>
                <a:prstGeom prst="rect">
                  <a:avLst/>
                </a:prstGeom>
              </p:spPr>
            </p:pic>
            <p:pic>
              <p:nvPicPr>
                <p:cNvPr id="319" name="Picture 318">
                  <a:extLst>
                    <a:ext uri="{FF2B5EF4-FFF2-40B4-BE49-F238E27FC236}">
                      <a16:creationId xmlns:a16="http://schemas.microsoft.com/office/drawing/2014/main" id="{08FFA289-CEC2-A025-B794-62E10BB2294D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9"/>
                <a:srcRect l="6381" t="6381" r="6381" b="6381"/>
                <a:stretch/>
              </p:blipFill>
              <p:spPr>
                <a:xfrm>
                  <a:off x="9680900" y="3595077"/>
                  <a:ext cx="356792" cy="356792"/>
                </a:xfrm>
                <a:prstGeom prst="ellipse">
                  <a:avLst/>
                </a:prstGeom>
                <a:solidFill>
                  <a:schemeClr val="bg1"/>
                </a:solidFill>
              </p:spPr>
            </p:pic>
          </p:grpSp>
          <p:pic>
            <p:nvPicPr>
              <p:cNvPr id="317" name="Picture 316">
                <a:extLst>
                  <a:ext uri="{FF2B5EF4-FFF2-40B4-BE49-F238E27FC236}">
                    <a16:creationId xmlns:a16="http://schemas.microsoft.com/office/drawing/2014/main" id="{070F033D-ACD8-48F9-3E03-1AFD4CD56A6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0"/>
              <a:srcRect l="-953" t="6033" r="72094" b="41106"/>
              <a:stretch/>
            </p:blipFill>
            <p:spPr>
              <a:xfrm>
                <a:off x="11283093" y="1038680"/>
                <a:ext cx="255340" cy="244246"/>
              </a:xfrm>
              <a:prstGeom prst="ellipse">
                <a:avLst/>
              </a:prstGeom>
            </p:spPr>
          </p:pic>
        </p:grpSp>
      </p:grpSp>
      <p:grpSp>
        <p:nvGrpSpPr>
          <p:cNvPr id="330" name="Group 329">
            <a:extLst>
              <a:ext uri="{FF2B5EF4-FFF2-40B4-BE49-F238E27FC236}">
                <a16:creationId xmlns:a16="http://schemas.microsoft.com/office/drawing/2014/main" id="{657CEA54-4E72-86E3-BC95-23893D07F433}"/>
              </a:ext>
            </a:extLst>
          </p:cNvPr>
          <p:cNvGrpSpPr/>
          <p:nvPr/>
        </p:nvGrpSpPr>
        <p:grpSpPr>
          <a:xfrm>
            <a:off x="5495925" y="1943100"/>
            <a:ext cx="3686175" cy="933450"/>
            <a:chOff x="5495925" y="1943100"/>
            <a:chExt cx="3686175" cy="933450"/>
          </a:xfrm>
        </p:grpSpPr>
        <p:sp>
          <p:nvSpPr>
            <p:cNvPr id="320" name="Freeform: Shape 319">
              <a:extLst>
                <a:ext uri="{FF2B5EF4-FFF2-40B4-BE49-F238E27FC236}">
                  <a16:creationId xmlns:a16="http://schemas.microsoft.com/office/drawing/2014/main" id="{01E3C8EF-53E7-4D3D-6F72-A0EFCF229919}"/>
                </a:ext>
              </a:extLst>
            </p:cNvPr>
            <p:cNvSpPr/>
            <p:nvPr/>
          </p:nvSpPr>
          <p:spPr>
            <a:xfrm>
              <a:off x="5495925" y="2105025"/>
              <a:ext cx="609600" cy="504825"/>
            </a:xfrm>
            <a:custGeom>
              <a:avLst/>
              <a:gdLst>
                <a:gd name="connsiteX0" fmla="*/ 609600 w 609600"/>
                <a:gd name="connsiteY0" fmla="*/ 504825 h 504825"/>
                <a:gd name="connsiteX1" fmla="*/ 257175 w 609600"/>
                <a:gd name="connsiteY1" fmla="*/ 381000 h 504825"/>
                <a:gd name="connsiteX2" fmla="*/ 0 w 609600"/>
                <a:gd name="connsiteY2" fmla="*/ 0 h 504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09600" h="504825">
                  <a:moveTo>
                    <a:pt x="609600" y="504825"/>
                  </a:moveTo>
                  <a:cubicBezTo>
                    <a:pt x="484187" y="484981"/>
                    <a:pt x="358775" y="465137"/>
                    <a:pt x="257175" y="381000"/>
                  </a:cubicBezTo>
                  <a:cubicBezTo>
                    <a:pt x="155575" y="296863"/>
                    <a:pt x="77787" y="148431"/>
                    <a:pt x="0" y="0"/>
                  </a:cubicBezTo>
                </a:path>
              </a:pathLst>
            </a:custGeom>
            <a:noFill/>
            <a:ln>
              <a:solidFill>
                <a:schemeClr val="accent6">
                  <a:lumMod val="75000"/>
                </a:schemeClr>
              </a:solidFill>
              <a:headEnd type="none" w="med" len="med"/>
              <a:tailEnd type="triangle" w="med" len="me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321" name="Freeform: Shape 320">
              <a:extLst>
                <a:ext uri="{FF2B5EF4-FFF2-40B4-BE49-F238E27FC236}">
                  <a16:creationId xmlns:a16="http://schemas.microsoft.com/office/drawing/2014/main" id="{CDDF2FE7-63C9-95D2-0EE9-767FC5A7F331}"/>
                </a:ext>
              </a:extLst>
            </p:cNvPr>
            <p:cNvSpPr/>
            <p:nvPr/>
          </p:nvSpPr>
          <p:spPr>
            <a:xfrm>
              <a:off x="5810250" y="1943100"/>
              <a:ext cx="3371850" cy="933450"/>
            </a:xfrm>
            <a:custGeom>
              <a:avLst/>
              <a:gdLst>
                <a:gd name="connsiteX0" fmla="*/ 3371850 w 3371850"/>
                <a:gd name="connsiteY0" fmla="*/ 933450 h 933450"/>
                <a:gd name="connsiteX1" fmla="*/ 2419350 w 3371850"/>
                <a:gd name="connsiteY1" fmla="*/ 819150 h 933450"/>
                <a:gd name="connsiteX2" fmla="*/ 1390650 w 3371850"/>
                <a:gd name="connsiteY2" fmla="*/ 276225 h 933450"/>
                <a:gd name="connsiteX3" fmla="*/ 0 w 3371850"/>
                <a:gd name="connsiteY3" fmla="*/ 0 h 9334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371850" h="933450">
                  <a:moveTo>
                    <a:pt x="3371850" y="933450"/>
                  </a:moveTo>
                  <a:cubicBezTo>
                    <a:pt x="3060700" y="931068"/>
                    <a:pt x="2749550" y="928687"/>
                    <a:pt x="2419350" y="819150"/>
                  </a:cubicBezTo>
                  <a:cubicBezTo>
                    <a:pt x="2089150" y="709613"/>
                    <a:pt x="1793875" y="412750"/>
                    <a:pt x="1390650" y="276225"/>
                  </a:cubicBezTo>
                  <a:cubicBezTo>
                    <a:pt x="987425" y="139700"/>
                    <a:pt x="493712" y="69850"/>
                    <a:pt x="0" y="0"/>
                  </a:cubicBezTo>
                </a:path>
              </a:pathLst>
            </a:custGeom>
            <a:noFill/>
            <a:ln>
              <a:solidFill>
                <a:schemeClr val="accent6">
                  <a:lumMod val="75000"/>
                </a:schemeClr>
              </a:solidFill>
              <a:headEnd type="none" w="med" len="med"/>
              <a:tailEnd type="triangle" w="med" len="me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</p:grpSp>
      <p:sp>
        <p:nvSpPr>
          <p:cNvPr id="322" name="TextBox 321">
            <a:extLst>
              <a:ext uri="{FF2B5EF4-FFF2-40B4-BE49-F238E27FC236}">
                <a16:creationId xmlns:a16="http://schemas.microsoft.com/office/drawing/2014/main" id="{01D8F7B5-0A70-BA9B-CD5A-4D8F38E3D58B}"/>
              </a:ext>
            </a:extLst>
          </p:cNvPr>
          <p:cNvSpPr txBox="1"/>
          <p:nvPr/>
        </p:nvSpPr>
        <p:spPr>
          <a:xfrm>
            <a:off x="1558819" y="5629159"/>
            <a:ext cx="5060363" cy="1200329"/>
          </a:xfrm>
          <a:prstGeom prst="rect">
            <a:avLst/>
          </a:prstGeom>
          <a:solidFill>
            <a:srgbClr val="FFFFFF">
              <a:alpha val="69804"/>
            </a:srgbClr>
          </a:solidFill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WIS2-to-GTS gateways</a:t>
            </a: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Based on the whitelisted GTS Headers, gateways will parse the WNMs they receive and </a:t>
            </a: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rgbClr val="E97132">
                    <a:lumMod val="75000"/>
                  </a:srgbClr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download</a:t>
            </a: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the related data-objects from the Global Caches*</a:t>
            </a:r>
          </a:p>
        </p:txBody>
      </p:sp>
      <p:grpSp>
        <p:nvGrpSpPr>
          <p:cNvPr id="323" name="Group 322">
            <a:extLst>
              <a:ext uri="{FF2B5EF4-FFF2-40B4-BE49-F238E27FC236}">
                <a16:creationId xmlns:a16="http://schemas.microsoft.com/office/drawing/2014/main" id="{E6623B9B-1574-6D6A-B243-3B8EF7A4B18A}"/>
              </a:ext>
            </a:extLst>
          </p:cNvPr>
          <p:cNvGrpSpPr/>
          <p:nvPr/>
        </p:nvGrpSpPr>
        <p:grpSpPr>
          <a:xfrm>
            <a:off x="5645909" y="2670154"/>
            <a:ext cx="480439" cy="635200"/>
            <a:chOff x="6238875" y="2481185"/>
            <a:chExt cx="480439" cy="635200"/>
          </a:xfrm>
        </p:grpSpPr>
        <p:pic>
          <p:nvPicPr>
            <p:cNvPr id="324" name="Picture 323">
              <a:extLst>
                <a:ext uri="{FF2B5EF4-FFF2-40B4-BE49-F238E27FC236}">
                  <a16:creationId xmlns:a16="http://schemas.microsoft.com/office/drawing/2014/main" id="{CC9E862B-0851-B341-8263-519B99D211AA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duotone>
                <a:prstClr val="black"/>
                <a:schemeClr val="accent4">
                  <a:tint val="45000"/>
                  <a:satMod val="400000"/>
                </a:schemeClr>
              </a:duotone>
            </a:blip>
            <a:stretch>
              <a:fillRect/>
            </a:stretch>
          </p:blipFill>
          <p:spPr>
            <a:xfrm>
              <a:off x="6238875" y="2490456"/>
              <a:ext cx="475706" cy="625929"/>
            </a:xfrm>
            <a:prstGeom prst="rect">
              <a:avLst/>
            </a:prstGeom>
          </p:spPr>
        </p:pic>
        <p:sp>
          <p:nvSpPr>
            <p:cNvPr id="325" name="Freeform: Shape 324">
              <a:extLst>
                <a:ext uri="{FF2B5EF4-FFF2-40B4-BE49-F238E27FC236}">
                  <a16:creationId xmlns:a16="http://schemas.microsoft.com/office/drawing/2014/main" id="{1FE4EFD7-3DF3-2B54-C540-B91EEA308DEC}"/>
                </a:ext>
              </a:extLst>
            </p:cNvPr>
            <p:cNvSpPr/>
            <p:nvPr/>
          </p:nvSpPr>
          <p:spPr>
            <a:xfrm>
              <a:off x="6444380" y="2481185"/>
              <a:ext cx="274934" cy="287724"/>
            </a:xfrm>
            <a:custGeom>
              <a:avLst/>
              <a:gdLst>
                <a:gd name="connsiteX0" fmla="*/ 0 w 267789"/>
                <a:gd name="connsiteY0" fmla="*/ 0 h 277586"/>
                <a:gd name="connsiteX1" fmla="*/ 267789 w 267789"/>
                <a:gd name="connsiteY1" fmla="*/ 277586 h 277586"/>
                <a:gd name="connsiteX2" fmla="*/ 267789 w 267789"/>
                <a:gd name="connsiteY2" fmla="*/ 117566 h 277586"/>
                <a:gd name="connsiteX3" fmla="*/ 146957 w 267789"/>
                <a:gd name="connsiteY3" fmla="*/ 6531 h 277586"/>
                <a:gd name="connsiteX4" fmla="*/ 0 w 267789"/>
                <a:gd name="connsiteY4" fmla="*/ 0 h 277586"/>
                <a:gd name="connsiteX0" fmla="*/ 0 w 267789"/>
                <a:gd name="connsiteY0" fmla="*/ 613 h 278199"/>
                <a:gd name="connsiteX1" fmla="*/ 267789 w 267789"/>
                <a:gd name="connsiteY1" fmla="*/ 278199 h 278199"/>
                <a:gd name="connsiteX2" fmla="*/ 267789 w 267789"/>
                <a:gd name="connsiteY2" fmla="*/ 118179 h 278199"/>
                <a:gd name="connsiteX3" fmla="*/ 156482 w 267789"/>
                <a:gd name="connsiteY3" fmla="*/ 0 h 278199"/>
                <a:gd name="connsiteX4" fmla="*/ 0 w 267789"/>
                <a:gd name="connsiteY4" fmla="*/ 613 h 278199"/>
                <a:gd name="connsiteX0" fmla="*/ 0 w 270171"/>
                <a:gd name="connsiteY0" fmla="*/ 5375 h 278199"/>
                <a:gd name="connsiteX1" fmla="*/ 270171 w 270171"/>
                <a:gd name="connsiteY1" fmla="*/ 278199 h 278199"/>
                <a:gd name="connsiteX2" fmla="*/ 270171 w 270171"/>
                <a:gd name="connsiteY2" fmla="*/ 118179 h 278199"/>
                <a:gd name="connsiteX3" fmla="*/ 158864 w 270171"/>
                <a:gd name="connsiteY3" fmla="*/ 0 h 278199"/>
                <a:gd name="connsiteX4" fmla="*/ 0 w 270171"/>
                <a:gd name="connsiteY4" fmla="*/ 5375 h 278199"/>
                <a:gd name="connsiteX0" fmla="*/ 0 w 270171"/>
                <a:gd name="connsiteY0" fmla="*/ 5375 h 266292"/>
                <a:gd name="connsiteX1" fmla="*/ 263028 w 270171"/>
                <a:gd name="connsiteY1" fmla="*/ 266292 h 266292"/>
                <a:gd name="connsiteX2" fmla="*/ 270171 w 270171"/>
                <a:gd name="connsiteY2" fmla="*/ 118179 h 266292"/>
                <a:gd name="connsiteX3" fmla="*/ 158864 w 270171"/>
                <a:gd name="connsiteY3" fmla="*/ 0 h 266292"/>
                <a:gd name="connsiteX4" fmla="*/ 0 w 270171"/>
                <a:gd name="connsiteY4" fmla="*/ 5375 h 266292"/>
                <a:gd name="connsiteX0" fmla="*/ 0 w 274934"/>
                <a:gd name="connsiteY0" fmla="*/ 5375 h 287724"/>
                <a:gd name="connsiteX1" fmla="*/ 274934 w 274934"/>
                <a:gd name="connsiteY1" fmla="*/ 287724 h 287724"/>
                <a:gd name="connsiteX2" fmla="*/ 270171 w 274934"/>
                <a:gd name="connsiteY2" fmla="*/ 118179 h 287724"/>
                <a:gd name="connsiteX3" fmla="*/ 158864 w 274934"/>
                <a:gd name="connsiteY3" fmla="*/ 0 h 287724"/>
                <a:gd name="connsiteX4" fmla="*/ 0 w 274934"/>
                <a:gd name="connsiteY4" fmla="*/ 5375 h 2877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74934" h="287724">
                  <a:moveTo>
                    <a:pt x="0" y="5375"/>
                  </a:moveTo>
                  <a:lnTo>
                    <a:pt x="274934" y="287724"/>
                  </a:lnTo>
                  <a:lnTo>
                    <a:pt x="270171" y="118179"/>
                  </a:lnTo>
                  <a:lnTo>
                    <a:pt x="158864" y="0"/>
                  </a:lnTo>
                  <a:lnTo>
                    <a:pt x="0" y="5375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</p:grpSp>
      <p:grpSp>
        <p:nvGrpSpPr>
          <p:cNvPr id="326" name="Group 325">
            <a:extLst>
              <a:ext uri="{FF2B5EF4-FFF2-40B4-BE49-F238E27FC236}">
                <a16:creationId xmlns:a16="http://schemas.microsoft.com/office/drawing/2014/main" id="{ACF1DB5F-9751-61B3-E4D8-16290046228D}"/>
              </a:ext>
            </a:extLst>
          </p:cNvPr>
          <p:cNvGrpSpPr/>
          <p:nvPr/>
        </p:nvGrpSpPr>
        <p:grpSpPr>
          <a:xfrm>
            <a:off x="9989481" y="2666385"/>
            <a:ext cx="480439" cy="635200"/>
            <a:chOff x="6238875" y="2481185"/>
            <a:chExt cx="480439" cy="635200"/>
          </a:xfrm>
        </p:grpSpPr>
        <p:pic>
          <p:nvPicPr>
            <p:cNvPr id="327" name="Picture 326">
              <a:extLst>
                <a:ext uri="{FF2B5EF4-FFF2-40B4-BE49-F238E27FC236}">
                  <a16:creationId xmlns:a16="http://schemas.microsoft.com/office/drawing/2014/main" id="{38E9B7B6-2199-7EC4-B498-9121B4AD0264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duotone>
                <a:prstClr val="black"/>
                <a:schemeClr val="accent4">
                  <a:tint val="45000"/>
                  <a:satMod val="400000"/>
                </a:schemeClr>
              </a:duotone>
            </a:blip>
            <a:stretch>
              <a:fillRect/>
            </a:stretch>
          </p:blipFill>
          <p:spPr>
            <a:xfrm>
              <a:off x="6238875" y="2490456"/>
              <a:ext cx="475706" cy="625929"/>
            </a:xfrm>
            <a:prstGeom prst="rect">
              <a:avLst/>
            </a:prstGeom>
          </p:spPr>
        </p:pic>
        <p:sp>
          <p:nvSpPr>
            <p:cNvPr id="328" name="Freeform: Shape 327">
              <a:extLst>
                <a:ext uri="{FF2B5EF4-FFF2-40B4-BE49-F238E27FC236}">
                  <a16:creationId xmlns:a16="http://schemas.microsoft.com/office/drawing/2014/main" id="{8E275124-0D5B-5557-E45B-918D9060B6E5}"/>
                </a:ext>
              </a:extLst>
            </p:cNvPr>
            <p:cNvSpPr/>
            <p:nvPr/>
          </p:nvSpPr>
          <p:spPr>
            <a:xfrm>
              <a:off x="6444380" y="2481185"/>
              <a:ext cx="274934" cy="287724"/>
            </a:xfrm>
            <a:custGeom>
              <a:avLst/>
              <a:gdLst>
                <a:gd name="connsiteX0" fmla="*/ 0 w 267789"/>
                <a:gd name="connsiteY0" fmla="*/ 0 h 277586"/>
                <a:gd name="connsiteX1" fmla="*/ 267789 w 267789"/>
                <a:gd name="connsiteY1" fmla="*/ 277586 h 277586"/>
                <a:gd name="connsiteX2" fmla="*/ 267789 w 267789"/>
                <a:gd name="connsiteY2" fmla="*/ 117566 h 277586"/>
                <a:gd name="connsiteX3" fmla="*/ 146957 w 267789"/>
                <a:gd name="connsiteY3" fmla="*/ 6531 h 277586"/>
                <a:gd name="connsiteX4" fmla="*/ 0 w 267789"/>
                <a:gd name="connsiteY4" fmla="*/ 0 h 277586"/>
                <a:gd name="connsiteX0" fmla="*/ 0 w 267789"/>
                <a:gd name="connsiteY0" fmla="*/ 613 h 278199"/>
                <a:gd name="connsiteX1" fmla="*/ 267789 w 267789"/>
                <a:gd name="connsiteY1" fmla="*/ 278199 h 278199"/>
                <a:gd name="connsiteX2" fmla="*/ 267789 w 267789"/>
                <a:gd name="connsiteY2" fmla="*/ 118179 h 278199"/>
                <a:gd name="connsiteX3" fmla="*/ 156482 w 267789"/>
                <a:gd name="connsiteY3" fmla="*/ 0 h 278199"/>
                <a:gd name="connsiteX4" fmla="*/ 0 w 267789"/>
                <a:gd name="connsiteY4" fmla="*/ 613 h 278199"/>
                <a:gd name="connsiteX0" fmla="*/ 0 w 270171"/>
                <a:gd name="connsiteY0" fmla="*/ 5375 h 278199"/>
                <a:gd name="connsiteX1" fmla="*/ 270171 w 270171"/>
                <a:gd name="connsiteY1" fmla="*/ 278199 h 278199"/>
                <a:gd name="connsiteX2" fmla="*/ 270171 w 270171"/>
                <a:gd name="connsiteY2" fmla="*/ 118179 h 278199"/>
                <a:gd name="connsiteX3" fmla="*/ 158864 w 270171"/>
                <a:gd name="connsiteY3" fmla="*/ 0 h 278199"/>
                <a:gd name="connsiteX4" fmla="*/ 0 w 270171"/>
                <a:gd name="connsiteY4" fmla="*/ 5375 h 278199"/>
                <a:gd name="connsiteX0" fmla="*/ 0 w 270171"/>
                <a:gd name="connsiteY0" fmla="*/ 5375 h 266292"/>
                <a:gd name="connsiteX1" fmla="*/ 263028 w 270171"/>
                <a:gd name="connsiteY1" fmla="*/ 266292 h 266292"/>
                <a:gd name="connsiteX2" fmla="*/ 270171 w 270171"/>
                <a:gd name="connsiteY2" fmla="*/ 118179 h 266292"/>
                <a:gd name="connsiteX3" fmla="*/ 158864 w 270171"/>
                <a:gd name="connsiteY3" fmla="*/ 0 h 266292"/>
                <a:gd name="connsiteX4" fmla="*/ 0 w 270171"/>
                <a:gd name="connsiteY4" fmla="*/ 5375 h 266292"/>
                <a:gd name="connsiteX0" fmla="*/ 0 w 274934"/>
                <a:gd name="connsiteY0" fmla="*/ 5375 h 287724"/>
                <a:gd name="connsiteX1" fmla="*/ 274934 w 274934"/>
                <a:gd name="connsiteY1" fmla="*/ 287724 h 287724"/>
                <a:gd name="connsiteX2" fmla="*/ 270171 w 274934"/>
                <a:gd name="connsiteY2" fmla="*/ 118179 h 287724"/>
                <a:gd name="connsiteX3" fmla="*/ 158864 w 274934"/>
                <a:gd name="connsiteY3" fmla="*/ 0 h 287724"/>
                <a:gd name="connsiteX4" fmla="*/ 0 w 274934"/>
                <a:gd name="connsiteY4" fmla="*/ 5375 h 2877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74934" h="287724">
                  <a:moveTo>
                    <a:pt x="0" y="5375"/>
                  </a:moveTo>
                  <a:lnTo>
                    <a:pt x="274934" y="287724"/>
                  </a:lnTo>
                  <a:lnTo>
                    <a:pt x="270171" y="118179"/>
                  </a:lnTo>
                  <a:lnTo>
                    <a:pt x="158864" y="0"/>
                  </a:lnTo>
                  <a:lnTo>
                    <a:pt x="0" y="5375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</p:grpSp>
      <p:sp>
        <p:nvSpPr>
          <p:cNvPr id="30" name="TextBox 29">
            <a:extLst>
              <a:ext uri="{FF2B5EF4-FFF2-40B4-BE49-F238E27FC236}">
                <a16:creationId xmlns:a16="http://schemas.microsoft.com/office/drawing/2014/main" id="{0C4EFACB-4749-CDD4-42CC-7EC5F923CEFD}"/>
              </a:ext>
            </a:extLst>
          </p:cNvPr>
          <p:cNvSpPr txBox="1"/>
          <p:nvPr/>
        </p:nvSpPr>
        <p:spPr>
          <a:xfrm>
            <a:off x="2059127" y="4567522"/>
            <a:ext cx="117919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1" i="0" u="none" strike="noStrike" kern="0" cap="none" spc="0" normalizeH="0" baseline="0" noProof="0" dirty="0">
                <a:ln>
                  <a:noFill/>
                </a:ln>
                <a:solidFill>
                  <a:srgbClr val="E8E8E8">
                    <a:lumMod val="75000"/>
                  </a:srgbClr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ISMD01TEST</a:t>
            </a:r>
            <a:endParaRPr kumimoji="0" lang="en-GB" sz="1600" b="1" i="0" u="none" strike="noStrike" kern="0" cap="none" spc="0" normalizeH="0" baseline="0" noProof="0" dirty="0">
              <a:ln>
                <a:noFill/>
              </a:ln>
              <a:solidFill>
                <a:srgbClr val="E8E8E8">
                  <a:lumMod val="75000"/>
                </a:srgbClr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+mn-cs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F51B31F7-9430-E8B3-BEE8-8F65DDC8ADF1}"/>
              </a:ext>
            </a:extLst>
          </p:cNvPr>
          <p:cNvSpPr txBox="1"/>
          <p:nvPr/>
        </p:nvSpPr>
        <p:spPr>
          <a:xfrm>
            <a:off x="4520975" y="2880049"/>
            <a:ext cx="117919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whitelist:</a:t>
            </a:r>
          </a:p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ISMD01TEST</a:t>
            </a:r>
            <a:endParaRPr kumimoji="0" lang="en-GB" sz="16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+mn-cs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ED7DAF8F-2BBE-ED0A-7365-B78201297EE4}"/>
              </a:ext>
            </a:extLst>
          </p:cNvPr>
          <p:cNvSpPr txBox="1"/>
          <p:nvPr/>
        </p:nvSpPr>
        <p:spPr>
          <a:xfrm>
            <a:off x="8133761" y="2880049"/>
            <a:ext cx="117919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whitelist:</a:t>
            </a:r>
          </a:p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ISMD01TEST</a:t>
            </a:r>
            <a:endParaRPr kumimoji="0" lang="en-GB" sz="16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+mn-cs"/>
            </a:endParaRPr>
          </a:p>
        </p:txBody>
      </p:sp>
      <p:grpSp>
        <p:nvGrpSpPr>
          <p:cNvPr id="268" name="Group 267">
            <a:extLst>
              <a:ext uri="{FF2B5EF4-FFF2-40B4-BE49-F238E27FC236}">
                <a16:creationId xmlns:a16="http://schemas.microsoft.com/office/drawing/2014/main" id="{2BD8C81A-25DB-14EB-779B-06F7BD10120A}"/>
              </a:ext>
            </a:extLst>
          </p:cNvPr>
          <p:cNvGrpSpPr/>
          <p:nvPr/>
        </p:nvGrpSpPr>
        <p:grpSpPr>
          <a:xfrm>
            <a:off x="3037962" y="3568446"/>
            <a:ext cx="8224599" cy="2603109"/>
            <a:chOff x="3037962" y="3577971"/>
            <a:chExt cx="8224599" cy="2603109"/>
          </a:xfrm>
        </p:grpSpPr>
        <p:grpSp>
          <p:nvGrpSpPr>
            <p:cNvPr id="269" name="Group 268">
              <a:extLst>
                <a:ext uri="{FF2B5EF4-FFF2-40B4-BE49-F238E27FC236}">
                  <a16:creationId xmlns:a16="http://schemas.microsoft.com/office/drawing/2014/main" id="{DD52D109-C3AC-405C-392D-23E78FD8C72F}"/>
                </a:ext>
              </a:extLst>
            </p:cNvPr>
            <p:cNvGrpSpPr/>
            <p:nvPr/>
          </p:nvGrpSpPr>
          <p:grpSpPr>
            <a:xfrm>
              <a:off x="4281843" y="4427055"/>
              <a:ext cx="628907" cy="628907"/>
              <a:chOff x="2867802" y="3950805"/>
              <a:chExt cx="628907" cy="628907"/>
            </a:xfrm>
          </p:grpSpPr>
          <p:sp>
            <p:nvSpPr>
              <p:cNvPr id="296" name="Oval 295">
                <a:extLst>
                  <a:ext uri="{FF2B5EF4-FFF2-40B4-BE49-F238E27FC236}">
                    <a16:creationId xmlns:a16="http://schemas.microsoft.com/office/drawing/2014/main" id="{B9FEA51D-7918-CAD3-5E3A-D87D853DAC6F}"/>
                  </a:ext>
                </a:extLst>
              </p:cNvPr>
              <p:cNvSpPr/>
              <p:nvPr/>
            </p:nvSpPr>
            <p:spPr>
              <a:xfrm>
                <a:off x="2867802" y="3950805"/>
                <a:ext cx="628907" cy="628907"/>
              </a:xfrm>
              <a:prstGeom prst="ellipse">
                <a:avLst/>
              </a:prstGeom>
              <a:solidFill>
                <a:schemeClr val="bg1"/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297" name="TextBox 296">
                <a:extLst>
                  <a:ext uri="{FF2B5EF4-FFF2-40B4-BE49-F238E27FC236}">
                    <a16:creationId xmlns:a16="http://schemas.microsoft.com/office/drawing/2014/main" id="{3514F2EA-18CD-0AD7-2832-03964D056E9A}"/>
                  </a:ext>
                </a:extLst>
              </p:cNvPr>
              <p:cNvSpPr txBox="1"/>
              <p:nvPr/>
            </p:nvSpPr>
            <p:spPr>
              <a:xfrm>
                <a:off x="2949594" y="4126758"/>
                <a:ext cx="465322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2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ptos" panose="020B0004020202020204" pitchFamily="34" charset="0"/>
                    <a:ea typeface="+mn-ea"/>
                    <a:cs typeface="Arial" panose="020B0604020202020204" pitchFamily="34" charset="0"/>
                  </a:rPr>
                  <a:t>RTH</a:t>
                </a:r>
              </a:p>
            </p:txBody>
          </p:sp>
        </p:grpSp>
        <p:cxnSp>
          <p:nvCxnSpPr>
            <p:cNvPr id="271" name="Straight Arrow Connector 270">
              <a:extLst>
                <a:ext uri="{FF2B5EF4-FFF2-40B4-BE49-F238E27FC236}">
                  <a16:creationId xmlns:a16="http://schemas.microsoft.com/office/drawing/2014/main" id="{B908DCE0-2F52-CCDC-08C0-5AA4BB31C7DA}"/>
                </a:ext>
              </a:extLst>
            </p:cNvPr>
            <p:cNvCxnSpPr>
              <a:cxnSpLocks/>
            </p:cNvCxnSpPr>
            <p:nvPr/>
          </p:nvCxnSpPr>
          <p:spPr>
            <a:xfrm>
              <a:off x="3037962" y="4315266"/>
              <a:ext cx="1175587" cy="306792"/>
            </a:xfrm>
            <a:prstGeom prst="straightConnector1">
              <a:avLst/>
            </a:prstGeom>
            <a:ln>
              <a:solidFill>
                <a:schemeClr val="bg2">
                  <a:lumMod val="90000"/>
                </a:schemeClr>
              </a:solidFill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72" name="Group 271">
              <a:extLst>
                <a:ext uri="{FF2B5EF4-FFF2-40B4-BE49-F238E27FC236}">
                  <a16:creationId xmlns:a16="http://schemas.microsoft.com/office/drawing/2014/main" id="{F8E7E119-0A37-8CDF-C18B-4D92CEDD8526}"/>
                </a:ext>
              </a:extLst>
            </p:cNvPr>
            <p:cNvGrpSpPr/>
            <p:nvPr/>
          </p:nvGrpSpPr>
          <p:grpSpPr>
            <a:xfrm>
              <a:off x="6188224" y="3577971"/>
              <a:ext cx="628907" cy="628907"/>
              <a:chOff x="2867802" y="3950805"/>
              <a:chExt cx="628907" cy="628907"/>
            </a:xfrm>
          </p:grpSpPr>
          <p:sp>
            <p:nvSpPr>
              <p:cNvPr id="294" name="Oval 293">
                <a:extLst>
                  <a:ext uri="{FF2B5EF4-FFF2-40B4-BE49-F238E27FC236}">
                    <a16:creationId xmlns:a16="http://schemas.microsoft.com/office/drawing/2014/main" id="{CF88E1D1-18AC-C11D-4239-4D1E8FA420CE}"/>
                  </a:ext>
                </a:extLst>
              </p:cNvPr>
              <p:cNvSpPr/>
              <p:nvPr/>
            </p:nvSpPr>
            <p:spPr>
              <a:xfrm>
                <a:off x="2867802" y="3950805"/>
                <a:ext cx="628907" cy="628907"/>
              </a:xfrm>
              <a:prstGeom prst="ellipse">
                <a:avLst/>
              </a:prstGeom>
              <a:solidFill>
                <a:schemeClr val="bg1"/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295" name="TextBox 294">
                <a:extLst>
                  <a:ext uri="{FF2B5EF4-FFF2-40B4-BE49-F238E27FC236}">
                    <a16:creationId xmlns:a16="http://schemas.microsoft.com/office/drawing/2014/main" id="{9F71D38D-4288-210F-E3AE-7D6A498A2F40}"/>
                  </a:ext>
                </a:extLst>
              </p:cNvPr>
              <p:cNvSpPr txBox="1"/>
              <p:nvPr/>
            </p:nvSpPr>
            <p:spPr>
              <a:xfrm>
                <a:off x="2949594" y="4068702"/>
                <a:ext cx="465322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2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ptos" panose="020B0004020202020204" pitchFamily="34" charset="0"/>
                    <a:ea typeface="+mn-ea"/>
                    <a:cs typeface="Arial" panose="020B0604020202020204" pitchFamily="34" charset="0"/>
                  </a:rPr>
                  <a:t>RTH</a:t>
                </a:r>
              </a:p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8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ptos" panose="020B0004020202020204" pitchFamily="34" charset="0"/>
                    <a:ea typeface="+mn-ea"/>
                    <a:cs typeface="Arial" panose="020B0604020202020204" pitchFamily="34" charset="0"/>
                  </a:rPr>
                  <a:t>Exeter</a:t>
                </a:r>
              </a:p>
            </p:txBody>
          </p:sp>
        </p:grpSp>
        <p:grpSp>
          <p:nvGrpSpPr>
            <p:cNvPr id="273" name="Group 272">
              <a:extLst>
                <a:ext uri="{FF2B5EF4-FFF2-40B4-BE49-F238E27FC236}">
                  <a16:creationId xmlns:a16="http://schemas.microsoft.com/office/drawing/2014/main" id="{20C79A07-3A9F-76FC-F31C-70EE6759419C}"/>
                </a:ext>
              </a:extLst>
            </p:cNvPr>
            <p:cNvGrpSpPr/>
            <p:nvPr/>
          </p:nvGrpSpPr>
          <p:grpSpPr>
            <a:xfrm>
              <a:off x="9293175" y="3577971"/>
              <a:ext cx="628907" cy="628907"/>
              <a:chOff x="2867802" y="3950805"/>
              <a:chExt cx="628907" cy="628907"/>
            </a:xfrm>
          </p:grpSpPr>
          <p:sp>
            <p:nvSpPr>
              <p:cNvPr id="292" name="Oval 291">
                <a:extLst>
                  <a:ext uri="{FF2B5EF4-FFF2-40B4-BE49-F238E27FC236}">
                    <a16:creationId xmlns:a16="http://schemas.microsoft.com/office/drawing/2014/main" id="{DCC7D841-A17D-5B00-E6CD-91F059D65B0A}"/>
                  </a:ext>
                </a:extLst>
              </p:cNvPr>
              <p:cNvSpPr/>
              <p:nvPr/>
            </p:nvSpPr>
            <p:spPr>
              <a:xfrm>
                <a:off x="2867802" y="3950805"/>
                <a:ext cx="628907" cy="628907"/>
              </a:xfrm>
              <a:prstGeom prst="ellipse">
                <a:avLst/>
              </a:prstGeom>
              <a:solidFill>
                <a:schemeClr val="bg1"/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293" name="TextBox 292">
                <a:extLst>
                  <a:ext uri="{FF2B5EF4-FFF2-40B4-BE49-F238E27FC236}">
                    <a16:creationId xmlns:a16="http://schemas.microsoft.com/office/drawing/2014/main" id="{BF2FEB50-CC20-F95F-12F8-250209F06ED7}"/>
                  </a:ext>
                </a:extLst>
              </p:cNvPr>
              <p:cNvSpPr txBox="1"/>
              <p:nvPr/>
            </p:nvSpPr>
            <p:spPr>
              <a:xfrm>
                <a:off x="2932200" y="4068702"/>
                <a:ext cx="500110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2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ptos" panose="020B0004020202020204" pitchFamily="34" charset="0"/>
                    <a:ea typeface="+mn-ea"/>
                    <a:cs typeface="Arial" panose="020B0604020202020204" pitchFamily="34" charset="0"/>
                  </a:rPr>
                  <a:t>RTH</a:t>
                </a:r>
              </a:p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8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ptos" panose="020B0004020202020204" pitchFamily="34" charset="0"/>
                    <a:ea typeface="+mn-ea"/>
                    <a:cs typeface="Arial" panose="020B0604020202020204" pitchFamily="34" charset="0"/>
                  </a:rPr>
                  <a:t>Beijing</a:t>
                </a:r>
                <a:endParaRPr kumimoji="0" lang="en-GB" sz="7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0B0004020202020204" pitchFamily="34" charset="0"/>
                  <a:ea typeface="+mn-ea"/>
                  <a:cs typeface="Arial" panose="020B0604020202020204" pitchFamily="34" charset="0"/>
                </a:endParaRPr>
              </a:p>
            </p:txBody>
          </p:sp>
        </p:grpSp>
        <p:grpSp>
          <p:nvGrpSpPr>
            <p:cNvPr id="274" name="Group 273">
              <a:extLst>
                <a:ext uri="{FF2B5EF4-FFF2-40B4-BE49-F238E27FC236}">
                  <a16:creationId xmlns:a16="http://schemas.microsoft.com/office/drawing/2014/main" id="{5F6B6371-4BFD-EB6C-0562-314193526A25}"/>
                </a:ext>
              </a:extLst>
            </p:cNvPr>
            <p:cNvGrpSpPr/>
            <p:nvPr/>
          </p:nvGrpSpPr>
          <p:grpSpPr>
            <a:xfrm>
              <a:off x="6521485" y="5413675"/>
              <a:ext cx="628907" cy="628907"/>
              <a:chOff x="2867802" y="3950805"/>
              <a:chExt cx="628907" cy="628907"/>
            </a:xfrm>
          </p:grpSpPr>
          <p:sp>
            <p:nvSpPr>
              <p:cNvPr id="290" name="Oval 289">
                <a:extLst>
                  <a:ext uri="{FF2B5EF4-FFF2-40B4-BE49-F238E27FC236}">
                    <a16:creationId xmlns:a16="http://schemas.microsoft.com/office/drawing/2014/main" id="{6A12ABE2-0685-0029-C18C-DC1C59F01C3B}"/>
                  </a:ext>
                </a:extLst>
              </p:cNvPr>
              <p:cNvSpPr/>
              <p:nvPr/>
            </p:nvSpPr>
            <p:spPr>
              <a:xfrm>
                <a:off x="2867802" y="3950805"/>
                <a:ext cx="628907" cy="628907"/>
              </a:xfrm>
              <a:prstGeom prst="ellipse">
                <a:avLst/>
              </a:prstGeom>
              <a:solidFill>
                <a:schemeClr val="bg1"/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>
                      <a:lumMod val="65000"/>
                    </a:prstClr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291" name="TextBox 290">
                <a:extLst>
                  <a:ext uri="{FF2B5EF4-FFF2-40B4-BE49-F238E27FC236}">
                    <a16:creationId xmlns:a16="http://schemas.microsoft.com/office/drawing/2014/main" id="{400FFC6E-1362-E3CA-B70A-B34775A22F97}"/>
                  </a:ext>
                </a:extLst>
              </p:cNvPr>
              <p:cNvSpPr txBox="1"/>
              <p:nvPr/>
            </p:nvSpPr>
            <p:spPr>
              <a:xfrm>
                <a:off x="2949594" y="4126758"/>
                <a:ext cx="465322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2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ptos" panose="020B0004020202020204" pitchFamily="34" charset="0"/>
                    <a:ea typeface="+mn-ea"/>
                    <a:cs typeface="Arial" panose="020B0604020202020204" pitchFamily="34" charset="0"/>
                  </a:rPr>
                  <a:t>RTH</a:t>
                </a:r>
              </a:p>
            </p:txBody>
          </p:sp>
        </p:grpSp>
        <p:grpSp>
          <p:nvGrpSpPr>
            <p:cNvPr id="275" name="Group 274">
              <a:extLst>
                <a:ext uri="{FF2B5EF4-FFF2-40B4-BE49-F238E27FC236}">
                  <a16:creationId xmlns:a16="http://schemas.microsoft.com/office/drawing/2014/main" id="{24C0471F-10C5-24F7-BE33-76B04B1E63EB}"/>
                </a:ext>
              </a:extLst>
            </p:cNvPr>
            <p:cNvGrpSpPr/>
            <p:nvPr/>
          </p:nvGrpSpPr>
          <p:grpSpPr>
            <a:xfrm>
              <a:off x="8862418" y="5165872"/>
              <a:ext cx="628907" cy="628907"/>
              <a:chOff x="2867802" y="3950805"/>
              <a:chExt cx="628907" cy="628907"/>
            </a:xfrm>
          </p:grpSpPr>
          <p:sp>
            <p:nvSpPr>
              <p:cNvPr id="288" name="Oval 287">
                <a:extLst>
                  <a:ext uri="{FF2B5EF4-FFF2-40B4-BE49-F238E27FC236}">
                    <a16:creationId xmlns:a16="http://schemas.microsoft.com/office/drawing/2014/main" id="{0847672F-601A-24AB-BF18-C113B5D04C51}"/>
                  </a:ext>
                </a:extLst>
              </p:cNvPr>
              <p:cNvSpPr/>
              <p:nvPr/>
            </p:nvSpPr>
            <p:spPr>
              <a:xfrm>
                <a:off x="2867802" y="3950805"/>
                <a:ext cx="628907" cy="628907"/>
              </a:xfrm>
              <a:prstGeom prst="ellipse">
                <a:avLst/>
              </a:prstGeom>
              <a:solidFill>
                <a:schemeClr val="bg1"/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>
                      <a:lumMod val="65000"/>
                    </a:prstClr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289" name="TextBox 288">
                <a:extLst>
                  <a:ext uri="{FF2B5EF4-FFF2-40B4-BE49-F238E27FC236}">
                    <a16:creationId xmlns:a16="http://schemas.microsoft.com/office/drawing/2014/main" id="{4DF3F803-462F-65CC-ECF0-F6812935C757}"/>
                  </a:ext>
                </a:extLst>
              </p:cNvPr>
              <p:cNvSpPr txBox="1"/>
              <p:nvPr/>
            </p:nvSpPr>
            <p:spPr>
              <a:xfrm>
                <a:off x="2949594" y="4126758"/>
                <a:ext cx="465322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2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ptos" panose="020B0004020202020204" pitchFamily="34" charset="0"/>
                    <a:ea typeface="+mn-ea"/>
                    <a:cs typeface="Arial" panose="020B0604020202020204" pitchFamily="34" charset="0"/>
                  </a:rPr>
                  <a:t>RTH</a:t>
                </a:r>
              </a:p>
            </p:txBody>
          </p:sp>
        </p:grpSp>
        <p:grpSp>
          <p:nvGrpSpPr>
            <p:cNvPr id="276" name="Group 275">
              <a:extLst>
                <a:ext uri="{FF2B5EF4-FFF2-40B4-BE49-F238E27FC236}">
                  <a16:creationId xmlns:a16="http://schemas.microsoft.com/office/drawing/2014/main" id="{6D05C639-3FD2-C689-5DC6-1808D38113CD}"/>
                </a:ext>
              </a:extLst>
            </p:cNvPr>
            <p:cNvGrpSpPr/>
            <p:nvPr/>
          </p:nvGrpSpPr>
          <p:grpSpPr>
            <a:xfrm>
              <a:off x="7543240" y="4536965"/>
              <a:ext cx="628907" cy="628907"/>
              <a:chOff x="2867802" y="3950805"/>
              <a:chExt cx="628907" cy="628907"/>
            </a:xfrm>
          </p:grpSpPr>
          <p:sp>
            <p:nvSpPr>
              <p:cNvPr id="286" name="Oval 285">
                <a:extLst>
                  <a:ext uri="{FF2B5EF4-FFF2-40B4-BE49-F238E27FC236}">
                    <a16:creationId xmlns:a16="http://schemas.microsoft.com/office/drawing/2014/main" id="{6EFD754B-BE74-0AAE-1A67-38788BA9E0FC}"/>
                  </a:ext>
                </a:extLst>
              </p:cNvPr>
              <p:cNvSpPr/>
              <p:nvPr/>
            </p:nvSpPr>
            <p:spPr>
              <a:xfrm>
                <a:off x="2867802" y="3950805"/>
                <a:ext cx="628907" cy="628907"/>
              </a:xfrm>
              <a:prstGeom prst="ellipse">
                <a:avLst/>
              </a:prstGeom>
              <a:solidFill>
                <a:schemeClr val="bg1"/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>
                      <a:lumMod val="65000"/>
                    </a:prstClr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287" name="TextBox 286">
                <a:extLst>
                  <a:ext uri="{FF2B5EF4-FFF2-40B4-BE49-F238E27FC236}">
                    <a16:creationId xmlns:a16="http://schemas.microsoft.com/office/drawing/2014/main" id="{05E8ACB2-30D2-DC41-9D63-04ABB91BFD6B}"/>
                  </a:ext>
                </a:extLst>
              </p:cNvPr>
              <p:cNvSpPr txBox="1"/>
              <p:nvPr/>
            </p:nvSpPr>
            <p:spPr>
              <a:xfrm>
                <a:off x="2949594" y="4126758"/>
                <a:ext cx="465322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2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ptos" panose="020B0004020202020204" pitchFamily="34" charset="0"/>
                    <a:ea typeface="+mn-ea"/>
                    <a:cs typeface="Arial" panose="020B0604020202020204" pitchFamily="34" charset="0"/>
                  </a:rPr>
                  <a:t>RTH</a:t>
                </a:r>
              </a:p>
            </p:txBody>
          </p:sp>
        </p:grpSp>
        <p:cxnSp>
          <p:nvCxnSpPr>
            <p:cNvPr id="277" name="Straight Arrow Connector 276">
              <a:extLst>
                <a:ext uri="{FF2B5EF4-FFF2-40B4-BE49-F238E27FC236}">
                  <a16:creationId xmlns:a16="http://schemas.microsoft.com/office/drawing/2014/main" id="{7DF98414-FDF1-256C-0496-8A93EBD7578B}"/>
                </a:ext>
              </a:extLst>
            </p:cNvPr>
            <p:cNvCxnSpPr>
              <a:cxnSpLocks/>
            </p:cNvCxnSpPr>
            <p:nvPr/>
          </p:nvCxnSpPr>
          <p:spPr>
            <a:xfrm>
              <a:off x="4975127" y="4870482"/>
              <a:ext cx="1508258" cy="709621"/>
            </a:xfrm>
            <a:prstGeom prst="straightConnector1">
              <a:avLst/>
            </a:prstGeom>
            <a:ln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8" name="Straight Arrow Connector 277">
              <a:extLst>
                <a:ext uri="{FF2B5EF4-FFF2-40B4-BE49-F238E27FC236}">
                  <a16:creationId xmlns:a16="http://schemas.microsoft.com/office/drawing/2014/main" id="{6E814F83-C5BC-8B19-C2EE-D917DF33FDD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948850" y="3983610"/>
              <a:ext cx="1143095" cy="575843"/>
            </a:xfrm>
            <a:prstGeom prst="straightConnector1">
              <a:avLst/>
            </a:prstGeom>
            <a:ln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9" name="Straight Arrow Connector 278">
              <a:extLst>
                <a:ext uri="{FF2B5EF4-FFF2-40B4-BE49-F238E27FC236}">
                  <a16:creationId xmlns:a16="http://schemas.microsoft.com/office/drawing/2014/main" id="{5B8CB70B-E583-1A59-5F32-DBF59B1D253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123124" y="5120144"/>
              <a:ext cx="428025" cy="331605"/>
            </a:xfrm>
            <a:prstGeom prst="straightConnector1">
              <a:avLst/>
            </a:prstGeom>
            <a:ln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0" name="Straight Arrow Connector 279">
              <a:extLst>
                <a:ext uri="{FF2B5EF4-FFF2-40B4-BE49-F238E27FC236}">
                  <a16:creationId xmlns:a16="http://schemas.microsoft.com/office/drawing/2014/main" id="{9360803C-46E1-CBB6-7E75-EAFDFE66707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172147" y="4092067"/>
              <a:ext cx="1121028" cy="549041"/>
            </a:xfrm>
            <a:prstGeom prst="straightConnector1">
              <a:avLst/>
            </a:prstGeom>
            <a:ln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1" name="Straight Arrow Connector 280">
              <a:extLst>
                <a:ext uri="{FF2B5EF4-FFF2-40B4-BE49-F238E27FC236}">
                  <a16:creationId xmlns:a16="http://schemas.microsoft.com/office/drawing/2014/main" id="{18F16D90-2390-C25C-F1B8-7F04E8D528C9}"/>
                </a:ext>
              </a:extLst>
            </p:cNvPr>
            <p:cNvCxnSpPr>
              <a:cxnSpLocks/>
            </p:cNvCxnSpPr>
            <p:nvPr/>
          </p:nvCxnSpPr>
          <p:spPr>
            <a:xfrm>
              <a:off x="8191197" y="5026609"/>
              <a:ext cx="652171" cy="305691"/>
            </a:xfrm>
            <a:prstGeom prst="straightConnector1">
              <a:avLst/>
            </a:prstGeom>
            <a:ln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2" name="Straight Arrow Connector 281">
              <a:extLst>
                <a:ext uri="{FF2B5EF4-FFF2-40B4-BE49-F238E27FC236}">
                  <a16:creationId xmlns:a16="http://schemas.microsoft.com/office/drawing/2014/main" id="{E1B0EB9D-E131-92CE-9596-1D7CA331CDD7}"/>
                </a:ext>
              </a:extLst>
            </p:cNvPr>
            <p:cNvCxnSpPr>
              <a:cxnSpLocks/>
            </p:cNvCxnSpPr>
            <p:nvPr/>
          </p:nvCxnSpPr>
          <p:spPr>
            <a:xfrm>
              <a:off x="9538950" y="5570578"/>
              <a:ext cx="981544" cy="276999"/>
            </a:xfrm>
            <a:prstGeom prst="straightConnector1">
              <a:avLst/>
            </a:prstGeom>
            <a:ln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83" name="Group 282">
              <a:extLst>
                <a:ext uri="{FF2B5EF4-FFF2-40B4-BE49-F238E27FC236}">
                  <a16:creationId xmlns:a16="http://schemas.microsoft.com/office/drawing/2014/main" id="{5BCE2B1D-AB63-22DC-3F62-2D5C331E92B8}"/>
                </a:ext>
              </a:extLst>
            </p:cNvPr>
            <p:cNvGrpSpPr/>
            <p:nvPr/>
          </p:nvGrpSpPr>
          <p:grpSpPr>
            <a:xfrm>
              <a:off x="10510969" y="5552173"/>
              <a:ext cx="751592" cy="628907"/>
              <a:chOff x="10510969" y="5552173"/>
              <a:chExt cx="751592" cy="628907"/>
            </a:xfrm>
          </p:grpSpPr>
          <p:sp>
            <p:nvSpPr>
              <p:cNvPr id="284" name="Rectangle: Rounded Corners 283">
                <a:extLst>
                  <a:ext uri="{FF2B5EF4-FFF2-40B4-BE49-F238E27FC236}">
                    <a16:creationId xmlns:a16="http://schemas.microsoft.com/office/drawing/2014/main" id="{329CD076-5D89-FC82-B3B8-C21BDCC9B02A}"/>
                  </a:ext>
                </a:extLst>
              </p:cNvPr>
              <p:cNvSpPr/>
              <p:nvPr/>
            </p:nvSpPr>
            <p:spPr>
              <a:xfrm>
                <a:off x="10572312" y="5552173"/>
                <a:ext cx="628907" cy="628907"/>
              </a:xfrm>
              <a:prstGeom prst="roundRect">
                <a:avLst>
                  <a:gd name="adj" fmla="val 8678"/>
                </a:avLst>
              </a:prstGeom>
              <a:solidFill>
                <a:schemeClr val="bg1"/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285" name="TextBox 284">
                <a:extLst>
                  <a:ext uri="{FF2B5EF4-FFF2-40B4-BE49-F238E27FC236}">
                    <a16:creationId xmlns:a16="http://schemas.microsoft.com/office/drawing/2014/main" id="{633D9056-C344-E4CA-E21D-DD8BFEE19D6E}"/>
                  </a:ext>
                </a:extLst>
              </p:cNvPr>
              <p:cNvSpPr txBox="1"/>
              <p:nvPr/>
            </p:nvSpPr>
            <p:spPr>
              <a:xfrm>
                <a:off x="10510969" y="5728127"/>
                <a:ext cx="751592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2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ptos" panose="020B0004020202020204" pitchFamily="34" charset="0"/>
                    <a:ea typeface="+mn-ea"/>
                    <a:cs typeface="Arial" panose="020B0604020202020204" pitchFamily="34" charset="0"/>
                  </a:rPr>
                  <a:t>WDQMS</a:t>
                </a:r>
              </a:p>
            </p:txBody>
          </p:sp>
        </p:grpSp>
      </p:grpSp>
      <p:grpSp>
        <p:nvGrpSpPr>
          <p:cNvPr id="5" name="Group 4">
            <a:extLst>
              <a:ext uri="{FF2B5EF4-FFF2-40B4-BE49-F238E27FC236}">
                <a16:creationId xmlns:a16="http://schemas.microsoft.com/office/drawing/2014/main" id="{6018009E-420D-9700-BC1B-CE89B552FC0C}"/>
              </a:ext>
            </a:extLst>
          </p:cNvPr>
          <p:cNvGrpSpPr/>
          <p:nvPr/>
        </p:nvGrpSpPr>
        <p:grpSpPr>
          <a:xfrm>
            <a:off x="6915150" y="1571625"/>
            <a:ext cx="2286000" cy="1104900"/>
            <a:chOff x="6915150" y="1571625"/>
            <a:chExt cx="2286000" cy="1104900"/>
          </a:xfrm>
        </p:grpSpPr>
        <p:sp>
          <p:nvSpPr>
            <p:cNvPr id="3" name="Freeform: Shape 2">
              <a:extLst>
                <a:ext uri="{FF2B5EF4-FFF2-40B4-BE49-F238E27FC236}">
                  <a16:creationId xmlns:a16="http://schemas.microsoft.com/office/drawing/2014/main" id="{A149713A-B001-75DE-46F6-60F26ABC645B}"/>
                </a:ext>
              </a:extLst>
            </p:cNvPr>
            <p:cNvSpPr/>
            <p:nvPr/>
          </p:nvSpPr>
          <p:spPr>
            <a:xfrm>
              <a:off x="6915150" y="1571625"/>
              <a:ext cx="1228725" cy="1104900"/>
            </a:xfrm>
            <a:custGeom>
              <a:avLst/>
              <a:gdLst>
                <a:gd name="connsiteX0" fmla="*/ 0 w 1228725"/>
                <a:gd name="connsiteY0" fmla="*/ 1104900 h 1104900"/>
                <a:gd name="connsiteX1" fmla="*/ 847725 w 1228725"/>
                <a:gd name="connsiteY1" fmla="*/ 685800 h 1104900"/>
                <a:gd name="connsiteX2" fmla="*/ 1228725 w 1228725"/>
                <a:gd name="connsiteY2" fmla="*/ 0 h 11049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28725" h="1104900">
                  <a:moveTo>
                    <a:pt x="0" y="1104900"/>
                  </a:moveTo>
                  <a:cubicBezTo>
                    <a:pt x="321469" y="987425"/>
                    <a:pt x="642938" y="869950"/>
                    <a:pt x="847725" y="685800"/>
                  </a:cubicBezTo>
                  <a:cubicBezTo>
                    <a:pt x="1052512" y="501650"/>
                    <a:pt x="1140618" y="250825"/>
                    <a:pt x="1228725" y="0"/>
                  </a:cubicBezTo>
                </a:path>
              </a:pathLst>
            </a:custGeom>
            <a:noFill/>
            <a:ln>
              <a:solidFill>
                <a:schemeClr val="accent2">
                  <a:lumMod val="75000"/>
                </a:schemeClr>
              </a:solidFill>
              <a:headEnd type="none" w="med" len="med"/>
              <a:tailEnd type="triangle" w="med" len="me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4" name="Freeform: Shape 3">
              <a:extLst>
                <a:ext uri="{FF2B5EF4-FFF2-40B4-BE49-F238E27FC236}">
                  <a16:creationId xmlns:a16="http://schemas.microsoft.com/office/drawing/2014/main" id="{FEB8A949-18C4-C8E3-12B5-762D4D55D2A7}"/>
                </a:ext>
              </a:extLst>
            </p:cNvPr>
            <p:cNvSpPr/>
            <p:nvPr/>
          </p:nvSpPr>
          <p:spPr>
            <a:xfrm>
              <a:off x="8343900" y="1600200"/>
              <a:ext cx="857250" cy="971550"/>
            </a:xfrm>
            <a:custGeom>
              <a:avLst/>
              <a:gdLst>
                <a:gd name="connsiteX0" fmla="*/ 857250 w 857250"/>
                <a:gd name="connsiteY0" fmla="*/ 971550 h 971550"/>
                <a:gd name="connsiteX1" fmla="*/ 361950 w 857250"/>
                <a:gd name="connsiteY1" fmla="*/ 628650 h 971550"/>
                <a:gd name="connsiteX2" fmla="*/ 0 w 857250"/>
                <a:gd name="connsiteY2" fmla="*/ 0 h 9715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857250" h="971550">
                  <a:moveTo>
                    <a:pt x="857250" y="971550"/>
                  </a:moveTo>
                  <a:cubicBezTo>
                    <a:pt x="681037" y="881062"/>
                    <a:pt x="504825" y="790575"/>
                    <a:pt x="361950" y="628650"/>
                  </a:cubicBezTo>
                  <a:cubicBezTo>
                    <a:pt x="219075" y="466725"/>
                    <a:pt x="109537" y="233362"/>
                    <a:pt x="0" y="0"/>
                  </a:cubicBezTo>
                </a:path>
              </a:pathLst>
            </a:custGeom>
            <a:noFill/>
            <a:ln>
              <a:solidFill>
                <a:schemeClr val="accent2">
                  <a:lumMod val="75000"/>
                </a:schemeClr>
              </a:solidFill>
              <a:headEnd type="none" w="med" len="med"/>
              <a:tailEnd type="triangle" w="med" len="me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FF963812-110D-1A88-6C7F-62AEC5C7DEE0}"/>
              </a:ext>
            </a:extLst>
          </p:cNvPr>
          <p:cNvGrpSpPr/>
          <p:nvPr/>
        </p:nvGrpSpPr>
        <p:grpSpPr>
          <a:xfrm>
            <a:off x="6918241" y="2800912"/>
            <a:ext cx="4631663" cy="359843"/>
            <a:chOff x="6918241" y="2800912"/>
            <a:chExt cx="4631663" cy="359843"/>
          </a:xfrm>
        </p:grpSpPr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1E7F123F-AF63-14F4-B4EC-49E29EE98908}"/>
                </a:ext>
              </a:extLst>
            </p:cNvPr>
            <p:cNvPicPr>
              <a:picLocks noChangeAspect="1"/>
            </p:cNvPicPr>
            <p:nvPr/>
          </p:nvPicPr>
          <p:blipFill>
            <a:blip r:embed="rId21"/>
            <a:stretch>
              <a:fillRect/>
            </a:stretch>
          </p:blipFill>
          <p:spPr>
            <a:xfrm>
              <a:off x="10501648" y="2800912"/>
              <a:ext cx="1048256" cy="351863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C9626CEB-A869-736A-4AA7-CD42E853DA11}"/>
                </a:ext>
              </a:extLst>
            </p:cNvPr>
            <p:cNvPicPr>
              <a:picLocks noChangeAspect="1"/>
            </p:cNvPicPr>
            <p:nvPr/>
          </p:nvPicPr>
          <p:blipFill>
            <a:blip r:embed="rId21"/>
            <a:stretch>
              <a:fillRect/>
            </a:stretch>
          </p:blipFill>
          <p:spPr>
            <a:xfrm>
              <a:off x="6918241" y="2808892"/>
              <a:ext cx="1048256" cy="351863"/>
            </a:xfrm>
            <a:prstGeom prst="rect">
              <a:avLst/>
            </a:prstGeom>
          </p:spPr>
        </p:pic>
      </p:grp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DBB72C0A-62CA-BA2D-6621-400E0D8C42E7}"/>
              </a:ext>
            </a:extLst>
          </p:cNvPr>
          <p:cNvCxnSpPr>
            <a:cxnSpLocks/>
          </p:cNvCxnSpPr>
          <p:nvPr/>
        </p:nvCxnSpPr>
        <p:spPr>
          <a:xfrm flipV="1">
            <a:off x="9496425" y="4419600"/>
            <a:ext cx="1743075" cy="838200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069534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 tmFilter="0, 0; .2, .5; .8, .5; 1, 0"/>
                                        <p:tgtEl>
                                          <p:spTgt spid="32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250" autoRev="1" fill="hold"/>
                                        <p:tgtEl>
                                          <p:spTgt spid="323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8" presetID="26" presetClass="emph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" dur="500" tmFilter="0, 0; .2, .5; .8, .5; 1, 0"/>
                                        <p:tgtEl>
                                          <p:spTgt spid="326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0" dur="250" autoRev="1" fill="hold"/>
                                        <p:tgtEl>
                                          <p:spTgt spid="326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750"/>
                            </p:stCondLst>
                            <p:childTnLst>
                              <p:par>
                                <p:cTn id="1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250"/>
                            </p:stCondLst>
                            <p:childTnLst>
                              <p:par>
                                <p:cTn id="16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294C53-A83F-A836-CE47-8A6E13C3F3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9" name="Group 228">
            <a:extLst>
              <a:ext uri="{FF2B5EF4-FFF2-40B4-BE49-F238E27FC236}">
                <a16:creationId xmlns:a16="http://schemas.microsoft.com/office/drawing/2014/main" id="{B3D50F9B-F5BA-C85D-0D5E-811439550FD2}"/>
              </a:ext>
            </a:extLst>
          </p:cNvPr>
          <p:cNvGrpSpPr/>
          <p:nvPr/>
        </p:nvGrpSpPr>
        <p:grpSpPr>
          <a:xfrm>
            <a:off x="1715333" y="622374"/>
            <a:ext cx="1850457" cy="672547"/>
            <a:chOff x="1715333" y="622374"/>
            <a:chExt cx="1850457" cy="672547"/>
          </a:xfrm>
        </p:grpSpPr>
        <p:cxnSp>
          <p:nvCxnSpPr>
            <p:cNvPr id="215" name="Straight Connector 214">
              <a:extLst>
                <a:ext uri="{FF2B5EF4-FFF2-40B4-BE49-F238E27FC236}">
                  <a16:creationId xmlns:a16="http://schemas.microsoft.com/office/drawing/2014/main" id="{504D77A9-CA6F-D19F-6720-05C4BB3179C0}"/>
                </a:ext>
              </a:extLst>
            </p:cNvPr>
            <p:cNvCxnSpPr/>
            <p:nvPr/>
          </p:nvCxnSpPr>
          <p:spPr>
            <a:xfrm>
              <a:off x="1715333" y="622374"/>
              <a:ext cx="0" cy="661357"/>
            </a:xfrm>
            <a:prstGeom prst="line">
              <a:avLst/>
            </a:prstGeom>
            <a:ln w="12700">
              <a:solidFill>
                <a:schemeClr val="tx1"/>
              </a:solidFill>
              <a:prstDash val="sysDot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6" name="Straight Connector 215">
              <a:extLst>
                <a:ext uri="{FF2B5EF4-FFF2-40B4-BE49-F238E27FC236}">
                  <a16:creationId xmlns:a16="http://schemas.microsoft.com/office/drawing/2014/main" id="{8F1CF720-14FE-44FD-12D5-9873A273A3FB}"/>
                </a:ext>
              </a:extLst>
            </p:cNvPr>
            <p:cNvCxnSpPr/>
            <p:nvPr/>
          </p:nvCxnSpPr>
          <p:spPr>
            <a:xfrm>
              <a:off x="2341276" y="622375"/>
              <a:ext cx="0" cy="661357"/>
            </a:xfrm>
            <a:prstGeom prst="line">
              <a:avLst/>
            </a:prstGeom>
            <a:ln w="12700">
              <a:solidFill>
                <a:schemeClr val="tx1"/>
              </a:solidFill>
              <a:prstDash val="sysDot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7" name="Straight Connector 216">
              <a:extLst>
                <a:ext uri="{FF2B5EF4-FFF2-40B4-BE49-F238E27FC236}">
                  <a16:creationId xmlns:a16="http://schemas.microsoft.com/office/drawing/2014/main" id="{6BE191EA-59AE-4279-BC6B-5927A0770BB0}"/>
                </a:ext>
              </a:extLst>
            </p:cNvPr>
            <p:cNvCxnSpPr/>
            <p:nvPr/>
          </p:nvCxnSpPr>
          <p:spPr>
            <a:xfrm>
              <a:off x="2956921" y="633564"/>
              <a:ext cx="0" cy="661357"/>
            </a:xfrm>
            <a:prstGeom prst="line">
              <a:avLst/>
            </a:prstGeom>
            <a:ln w="12700">
              <a:solidFill>
                <a:schemeClr val="tx1"/>
              </a:solidFill>
              <a:prstDash val="sysDot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9" name="Straight Connector 218">
              <a:extLst>
                <a:ext uri="{FF2B5EF4-FFF2-40B4-BE49-F238E27FC236}">
                  <a16:creationId xmlns:a16="http://schemas.microsoft.com/office/drawing/2014/main" id="{E9527126-4D6A-8A8F-C16F-A48678D92A6F}"/>
                </a:ext>
              </a:extLst>
            </p:cNvPr>
            <p:cNvCxnSpPr/>
            <p:nvPr/>
          </p:nvCxnSpPr>
          <p:spPr>
            <a:xfrm>
              <a:off x="3565790" y="626521"/>
              <a:ext cx="0" cy="661357"/>
            </a:xfrm>
            <a:prstGeom prst="line">
              <a:avLst/>
            </a:prstGeom>
            <a:ln w="12700">
              <a:solidFill>
                <a:schemeClr val="tx1"/>
              </a:solidFill>
              <a:prstDash val="sysDot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222" name="Picture 221">
            <a:extLst>
              <a:ext uri="{FF2B5EF4-FFF2-40B4-BE49-F238E27FC236}">
                <a16:creationId xmlns:a16="http://schemas.microsoft.com/office/drawing/2014/main" id="{8A9B73FC-9ED5-3C87-68AE-29B0AA439DE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418180"/>
            <a:ext cx="5197907" cy="1439820"/>
          </a:xfrm>
          <a:prstGeom prst="rect">
            <a:avLst/>
          </a:prstGeom>
        </p:spPr>
      </p:pic>
      <p:grpSp>
        <p:nvGrpSpPr>
          <p:cNvPr id="13" name="Group 12">
            <a:extLst>
              <a:ext uri="{FF2B5EF4-FFF2-40B4-BE49-F238E27FC236}">
                <a16:creationId xmlns:a16="http://schemas.microsoft.com/office/drawing/2014/main" id="{DF96BA0F-4493-1BA6-B4C5-79D148211FB0}"/>
              </a:ext>
            </a:extLst>
          </p:cNvPr>
          <p:cNvGrpSpPr/>
          <p:nvPr/>
        </p:nvGrpSpPr>
        <p:grpSpPr>
          <a:xfrm>
            <a:off x="2588900" y="323658"/>
            <a:ext cx="8879200" cy="6210684"/>
            <a:chOff x="1942544" y="1301750"/>
            <a:chExt cx="6082512" cy="4254500"/>
          </a:xfrm>
        </p:grpSpPr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DD94BA78-FFDB-8FF6-4DDF-D256ACD59CEF}"/>
                </a:ext>
              </a:extLst>
            </p:cNvPr>
            <p:cNvGrpSpPr/>
            <p:nvPr/>
          </p:nvGrpSpPr>
          <p:grpSpPr>
            <a:xfrm>
              <a:off x="1942544" y="1301750"/>
              <a:ext cx="6082512" cy="4254500"/>
              <a:chOff x="1942544" y="1301750"/>
              <a:chExt cx="6082512" cy="4254500"/>
            </a:xfrm>
          </p:grpSpPr>
          <p:sp>
            <p:nvSpPr>
              <p:cNvPr id="7" name="Cloud 6">
                <a:extLst>
                  <a:ext uri="{FF2B5EF4-FFF2-40B4-BE49-F238E27FC236}">
                    <a16:creationId xmlns:a16="http://schemas.microsoft.com/office/drawing/2014/main" id="{AF8BE99F-EF52-7D11-5B86-4B3F67BCF749}"/>
                  </a:ext>
                </a:extLst>
              </p:cNvPr>
              <p:cNvSpPr/>
              <p:nvPr/>
            </p:nvSpPr>
            <p:spPr>
              <a:xfrm rot="401311">
                <a:off x="1948500" y="1301750"/>
                <a:ext cx="6070600" cy="4254500"/>
              </a:xfrm>
              <a:prstGeom prst="cloud">
                <a:avLst/>
              </a:prstGeom>
              <a:solidFill>
                <a:schemeClr val="bg1"/>
              </a:solidFill>
              <a:ln w="38100">
                <a:solidFill>
                  <a:schemeClr val="bg1">
                    <a:lumMod val="75000"/>
                  </a:schemeClr>
                </a:solidFill>
                <a:prstDash val="sysDash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8" name="Cloud 7">
                <a:extLst>
                  <a:ext uri="{FF2B5EF4-FFF2-40B4-BE49-F238E27FC236}">
                    <a16:creationId xmlns:a16="http://schemas.microsoft.com/office/drawing/2014/main" id="{4A0EAB8E-521E-6E87-6D0F-D401183D66DC}"/>
                  </a:ext>
                </a:extLst>
              </p:cNvPr>
              <p:cNvSpPr/>
              <p:nvPr/>
            </p:nvSpPr>
            <p:spPr>
              <a:xfrm rot="401311">
                <a:off x="1942544" y="1382575"/>
                <a:ext cx="6082512" cy="4118248"/>
              </a:xfrm>
              <a:prstGeom prst="cloud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</p:grp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A3AA02C3-48FC-7094-C7F8-B88A9D4CE284}"/>
                </a:ext>
              </a:extLst>
            </p:cNvPr>
            <p:cNvCxnSpPr>
              <a:cxnSpLocks/>
            </p:cNvCxnSpPr>
            <p:nvPr/>
          </p:nvCxnSpPr>
          <p:spPr>
            <a:xfrm>
              <a:off x="2133600" y="3429000"/>
              <a:ext cx="5867400" cy="0"/>
            </a:xfrm>
            <a:prstGeom prst="line">
              <a:avLst/>
            </a:prstGeom>
            <a:solidFill>
              <a:schemeClr val="bg1"/>
            </a:solidFill>
            <a:ln w="38100">
              <a:solidFill>
                <a:schemeClr val="bg1">
                  <a:lumMod val="75000"/>
                </a:schemeClr>
              </a:solidFill>
              <a:prstDash val="sys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sp>
        <p:nvSpPr>
          <p:cNvPr id="14" name="TextBox 13">
            <a:extLst>
              <a:ext uri="{FF2B5EF4-FFF2-40B4-BE49-F238E27FC236}">
                <a16:creationId xmlns:a16="http://schemas.microsoft.com/office/drawing/2014/main" id="{126FDF18-9F85-F160-B454-5D058A21AB02}"/>
              </a:ext>
            </a:extLst>
          </p:cNvPr>
          <p:cNvSpPr txBox="1"/>
          <p:nvPr/>
        </p:nvSpPr>
        <p:spPr>
          <a:xfrm>
            <a:off x="6238875" y="314003"/>
            <a:ext cx="818636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WIS2</a:t>
            </a:r>
          </a:p>
        </p:txBody>
      </p:sp>
      <p:grpSp>
        <p:nvGrpSpPr>
          <p:cNvPr id="225" name="Group 224">
            <a:extLst>
              <a:ext uri="{FF2B5EF4-FFF2-40B4-BE49-F238E27FC236}">
                <a16:creationId xmlns:a16="http://schemas.microsoft.com/office/drawing/2014/main" id="{C8BC10B6-3A18-3F76-8C67-C80417083F9F}"/>
              </a:ext>
            </a:extLst>
          </p:cNvPr>
          <p:cNvGrpSpPr/>
          <p:nvPr/>
        </p:nvGrpSpPr>
        <p:grpSpPr>
          <a:xfrm>
            <a:off x="350689" y="4160355"/>
            <a:ext cx="466050" cy="669682"/>
            <a:chOff x="1159011" y="4934512"/>
            <a:chExt cx="466050" cy="669682"/>
          </a:xfrm>
        </p:grpSpPr>
        <p:sp>
          <p:nvSpPr>
            <p:cNvPr id="224" name="Rectangle: Rounded Corners 223">
              <a:extLst>
                <a:ext uri="{FF2B5EF4-FFF2-40B4-BE49-F238E27FC236}">
                  <a16:creationId xmlns:a16="http://schemas.microsoft.com/office/drawing/2014/main" id="{12C84071-F2F5-7BC0-6936-2FA4E5AE7F0C}"/>
                </a:ext>
              </a:extLst>
            </p:cNvPr>
            <p:cNvSpPr/>
            <p:nvPr/>
          </p:nvSpPr>
          <p:spPr>
            <a:xfrm>
              <a:off x="1159011" y="4934512"/>
              <a:ext cx="466050" cy="669682"/>
            </a:xfrm>
            <a:prstGeom prst="roundRect">
              <a:avLst>
                <a:gd name="adj" fmla="val 8535"/>
              </a:avLst>
            </a:prstGeom>
            <a:solidFill>
              <a:schemeClr val="bg1"/>
            </a:solidFill>
            <a:ln w="12700">
              <a:prstDash val="sys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218" name="Rectangle 217">
              <a:extLst>
                <a:ext uri="{FF2B5EF4-FFF2-40B4-BE49-F238E27FC236}">
                  <a16:creationId xmlns:a16="http://schemas.microsoft.com/office/drawing/2014/main" id="{6ECAA90B-AA27-7E7F-FCF8-2AC756055626}"/>
                </a:ext>
              </a:extLst>
            </p:cNvPr>
            <p:cNvSpPr/>
            <p:nvPr/>
          </p:nvSpPr>
          <p:spPr>
            <a:xfrm>
              <a:off x="1307134" y="5356687"/>
              <a:ext cx="169804" cy="169804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A</a:t>
              </a:r>
            </a:p>
          </p:txBody>
        </p:sp>
        <p:pic>
          <p:nvPicPr>
            <p:cNvPr id="223" name="Picture 222" descr="A black and white symbol&#10;&#10;Description automatically generated">
              <a:extLst>
                <a:ext uri="{FF2B5EF4-FFF2-40B4-BE49-F238E27FC236}">
                  <a16:creationId xmlns:a16="http://schemas.microsoft.com/office/drawing/2014/main" id="{8384D4CB-56EB-BBFF-57E1-19F5F06F43A6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216187" y="4970684"/>
              <a:ext cx="351698" cy="351696"/>
            </a:xfrm>
            <a:prstGeom prst="rect">
              <a:avLst/>
            </a:prstGeom>
          </p:spPr>
        </p:pic>
      </p:grpSp>
      <p:grpSp>
        <p:nvGrpSpPr>
          <p:cNvPr id="234" name="Group 233">
            <a:extLst>
              <a:ext uri="{FF2B5EF4-FFF2-40B4-BE49-F238E27FC236}">
                <a16:creationId xmlns:a16="http://schemas.microsoft.com/office/drawing/2014/main" id="{F69E9F7C-E2A4-9773-3FB5-EBA03568ADB3}"/>
              </a:ext>
            </a:extLst>
          </p:cNvPr>
          <p:cNvGrpSpPr/>
          <p:nvPr/>
        </p:nvGrpSpPr>
        <p:grpSpPr>
          <a:xfrm>
            <a:off x="858066" y="4163562"/>
            <a:ext cx="466050" cy="669682"/>
            <a:chOff x="1159011" y="4934512"/>
            <a:chExt cx="466050" cy="669682"/>
          </a:xfrm>
        </p:grpSpPr>
        <p:sp>
          <p:nvSpPr>
            <p:cNvPr id="235" name="Rectangle: Rounded Corners 234">
              <a:extLst>
                <a:ext uri="{FF2B5EF4-FFF2-40B4-BE49-F238E27FC236}">
                  <a16:creationId xmlns:a16="http://schemas.microsoft.com/office/drawing/2014/main" id="{3EF0B34C-4355-8006-799C-25CBBCB3B348}"/>
                </a:ext>
              </a:extLst>
            </p:cNvPr>
            <p:cNvSpPr/>
            <p:nvPr/>
          </p:nvSpPr>
          <p:spPr>
            <a:xfrm>
              <a:off x="1159011" y="4934512"/>
              <a:ext cx="466050" cy="669682"/>
            </a:xfrm>
            <a:prstGeom prst="roundRect">
              <a:avLst>
                <a:gd name="adj" fmla="val 8535"/>
              </a:avLst>
            </a:prstGeom>
            <a:solidFill>
              <a:schemeClr val="bg1"/>
            </a:solidFill>
            <a:ln w="12700">
              <a:prstDash val="sys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236" name="Rectangle 235">
              <a:extLst>
                <a:ext uri="{FF2B5EF4-FFF2-40B4-BE49-F238E27FC236}">
                  <a16:creationId xmlns:a16="http://schemas.microsoft.com/office/drawing/2014/main" id="{CC0083D3-9E14-431F-8606-C140AEC62F16}"/>
                </a:ext>
              </a:extLst>
            </p:cNvPr>
            <p:cNvSpPr/>
            <p:nvPr/>
          </p:nvSpPr>
          <p:spPr>
            <a:xfrm>
              <a:off x="1307134" y="5356687"/>
              <a:ext cx="169804" cy="169804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B</a:t>
              </a:r>
            </a:p>
          </p:txBody>
        </p:sp>
        <p:pic>
          <p:nvPicPr>
            <p:cNvPr id="237" name="Picture 236" descr="A black and white symbol&#10;&#10;Description automatically generated">
              <a:extLst>
                <a:ext uri="{FF2B5EF4-FFF2-40B4-BE49-F238E27FC236}">
                  <a16:creationId xmlns:a16="http://schemas.microsoft.com/office/drawing/2014/main" id="{4DD6A4FA-5A33-A540-CE48-056B17EEC39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216187" y="4970684"/>
              <a:ext cx="351698" cy="351696"/>
            </a:xfrm>
            <a:prstGeom prst="rect">
              <a:avLst/>
            </a:prstGeom>
          </p:spPr>
        </p:pic>
      </p:grpSp>
      <p:grpSp>
        <p:nvGrpSpPr>
          <p:cNvPr id="238" name="Group 237">
            <a:extLst>
              <a:ext uri="{FF2B5EF4-FFF2-40B4-BE49-F238E27FC236}">
                <a16:creationId xmlns:a16="http://schemas.microsoft.com/office/drawing/2014/main" id="{E99F131B-EA64-0174-18DF-323373A15171}"/>
              </a:ext>
            </a:extLst>
          </p:cNvPr>
          <p:cNvGrpSpPr/>
          <p:nvPr/>
        </p:nvGrpSpPr>
        <p:grpSpPr>
          <a:xfrm>
            <a:off x="856832" y="4869695"/>
            <a:ext cx="466050" cy="669682"/>
            <a:chOff x="1159011" y="4934512"/>
            <a:chExt cx="466050" cy="669682"/>
          </a:xfrm>
        </p:grpSpPr>
        <p:sp>
          <p:nvSpPr>
            <p:cNvPr id="239" name="Rectangle: Rounded Corners 238">
              <a:extLst>
                <a:ext uri="{FF2B5EF4-FFF2-40B4-BE49-F238E27FC236}">
                  <a16:creationId xmlns:a16="http://schemas.microsoft.com/office/drawing/2014/main" id="{FDB18706-BDDB-5BFB-9E3C-846B41B18782}"/>
                </a:ext>
              </a:extLst>
            </p:cNvPr>
            <p:cNvSpPr/>
            <p:nvPr/>
          </p:nvSpPr>
          <p:spPr>
            <a:xfrm>
              <a:off x="1159011" y="4934512"/>
              <a:ext cx="466050" cy="669682"/>
            </a:xfrm>
            <a:prstGeom prst="roundRect">
              <a:avLst>
                <a:gd name="adj" fmla="val 8535"/>
              </a:avLst>
            </a:prstGeom>
            <a:solidFill>
              <a:schemeClr val="bg1"/>
            </a:solidFill>
            <a:ln w="12700">
              <a:prstDash val="sys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240" name="Rectangle 239">
              <a:extLst>
                <a:ext uri="{FF2B5EF4-FFF2-40B4-BE49-F238E27FC236}">
                  <a16:creationId xmlns:a16="http://schemas.microsoft.com/office/drawing/2014/main" id="{385296ED-9D48-C3B8-E0BC-5AA65CA0AC4B}"/>
                </a:ext>
              </a:extLst>
            </p:cNvPr>
            <p:cNvSpPr/>
            <p:nvPr/>
          </p:nvSpPr>
          <p:spPr>
            <a:xfrm>
              <a:off x="1307134" y="5356687"/>
              <a:ext cx="169804" cy="169804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D</a:t>
              </a:r>
            </a:p>
          </p:txBody>
        </p:sp>
        <p:pic>
          <p:nvPicPr>
            <p:cNvPr id="241" name="Picture 240" descr="A black and white symbol&#10;&#10;Description automatically generated">
              <a:extLst>
                <a:ext uri="{FF2B5EF4-FFF2-40B4-BE49-F238E27FC236}">
                  <a16:creationId xmlns:a16="http://schemas.microsoft.com/office/drawing/2014/main" id="{98B4F32C-0707-B801-FF72-79911A484AC1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216187" y="4970684"/>
              <a:ext cx="351698" cy="351696"/>
            </a:xfrm>
            <a:prstGeom prst="rect">
              <a:avLst/>
            </a:prstGeom>
          </p:spPr>
        </p:pic>
      </p:grpSp>
      <p:grpSp>
        <p:nvGrpSpPr>
          <p:cNvPr id="242" name="Group 241">
            <a:extLst>
              <a:ext uri="{FF2B5EF4-FFF2-40B4-BE49-F238E27FC236}">
                <a16:creationId xmlns:a16="http://schemas.microsoft.com/office/drawing/2014/main" id="{EB973961-FBDB-F548-BE8F-326CE41C3988}"/>
              </a:ext>
            </a:extLst>
          </p:cNvPr>
          <p:cNvGrpSpPr/>
          <p:nvPr/>
        </p:nvGrpSpPr>
        <p:grpSpPr>
          <a:xfrm>
            <a:off x="349454" y="4869695"/>
            <a:ext cx="466050" cy="669682"/>
            <a:chOff x="1159011" y="4934512"/>
            <a:chExt cx="466050" cy="669682"/>
          </a:xfrm>
        </p:grpSpPr>
        <p:sp>
          <p:nvSpPr>
            <p:cNvPr id="243" name="Rectangle: Rounded Corners 242">
              <a:extLst>
                <a:ext uri="{FF2B5EF4-FFF2-40B4-BE49-F238E27FC236}">
                  <a16:creationId xmlns:a16="http://schemas.microsoft.com/office/drawing/2014/main" id="{EEA01CA4-179A-D532-95E3-54F8B3BECAD7}"/>
                </a:ext>
              </a:extLst>
            </p:cNvPr>
            <p:cNvSpPr/>
            <p:nvPr/>
          </p:nvSpPr>
          <p:spPr>
            <a:xfrm>
              <a:off x="1159011" y="4934512"/>
              <a:ext cx="466050" cy="669682"/>
            </a:xfrm>
            <a:prstGeom prst="roundRect">
              <a:avLst>
                <a:gd name="adj" fmla="val 8535"/>
              </a:avLst>
            </a:prstGeom>
            <a:solidFill>
              <a:schemeClr val="bg1"/>
            </a:solidFill>
            <a:ln w="12700">
              <a:prstDash val="sys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244" name="Rectangle 243">
              <a:extLst>
                <a:ext uri="{FF2B5EF4-FFF2-40B4-BE49-F238E27FC236}">
                  <a16:creationId xmlns:a16="http://schemas.microsoft.com/office/drawing/2014/main" id="{05BD70F9-5C8C-D1CB-C4F7-DF4CCBF7D4C6}"/>
                </a:ext>
              </a:extLst>
            </p:cNvPr>
            <p:cNvSpPr/>
            <p:nvPr/>
          </p:nvSpPr>
          <p:spPr>
            <a:xfrm>
              <a:off x="1307134" y="5356687"/>
              <a:ext cx="169804" cy="169804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C</a:t>
              </a:r>
            </a:p>
          </p:txBody>
        </p:sp>
        <p:pic>
          <p:nvPicPr>
            <p:cNvPr id="245" name="Picture 244" descr="A black and white symbol&#10;&#10;Description automatically generated">
              <a:extLst>
                <a:ext uri="{FF2B5EF4-FFF2-40B4-BE49-F238E27FC236}">
                  <a16:creationId xmlns:a16="http://schemas.microsoft.com/office/drawing/2014/main" id="{FA2D9EC9-71F7-446C-B3FB-55FF19D596C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216187" y="4970684"/>
              <a:ext cx="351698" cy="351696"/>
            </a:xfrm>
            <a:prstGeom prst="rect">
              <a:avLst/>
            </a:prstGeom>
          </p:spPr>
        </p:pic>
      </p:grpSp>
      <p:grpSp>
        <p:nvGrpSpPr>
          <p:cNvPr id="249" name="Group 248">
            <a:extLst>
              <a:ext uri="{FF2B5EF4-FFF2-40B4-BE49-F238E27FC236}">
                <a16:creationId xmlns:a16="http://schemas.microsoft.com/office/drawing/2014/main" id="{027C4436-AF1D-9CD4-70DA-8A4C2F03C92E}"/>
              </a:ext>
            </a:extLst>
          </p:cNvPr>
          <p:cNvGrpSpPr/>
          <p:nvPr/>
        </p:nvGrpSpPr>
        <p:grpSpPr>
          <a:xfrm>
            <a:off x="1633202" y="1621248"/>
            <a:ext cx="1960897" cy="3158269"/>
            <a:chOff x="1633202" y="1621248"/>
            <a:chExt cx="1960897" cy="3158269"/>
          </a:xfrm>
        </p:grpSpPr>
        <p:sp>
          <p:nvSpPr>
            <p:cNvPr id="247" name="Rectangle: Rounded Corners 246">
              <a:extLst>
                <a:ext uri="{FF2B5EF4-FFF2-40B4-BE49-F238E27FC236}">
                  <a16:creationId xmlns:a16="http://schemas.microsoft.com/office/drawing/2014/main" id="{9FE75993-A790-85BD-67EB-3DCA9135EC7E}"/>
                </a:ext>
              </a:extLst>
            </p:cNvPr>
            <p:cNvSpPr/>
            <p:nvPr/>
          </p:nvSpPr>
          <p:spPr>
            <a:xfrm>
              <a:off x="1633202" y="1858519"/>
              <a:ext cx="1960897" cy="2920998"/>
            </a:xfrm>
            <a:prstGeom prst="roundRect">
              <a:avLst>
                <a:gd name="adj" fmla="val 3624"/>
              </a:avLst>
            </a:prstGeom>
            <a:solidFill>
              <a:schemeClr val="bg1">
                <a:lumMod val="95000"/>
                <a:alpha val="50196"/>
              </a:schemeClr>
            </a:solidFill>
            <a:ln w="12700">
              <a:solidFill>
                <a:schemeClr val="tx1">
                  <a:lumMod val="50000"/>
                  <a:lumOff val="50000"/>
                </a:schemeClr>
              </a:solidFill>
              <a:prstDash val="sysDot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248" name="TextBox 247">
              <a:extLst>
                <a:ext uri="{FF2B5EF4-FFF2-40B4-BE49-F238E27FC236}">
                  <a16:creationId xmlns:a16="http://schemas.microsoft.com/office/drawing/2014/main" id="{FF56231B-BF34-B4CC-064E-BB902B12D592}"/>
                </a:ext>
              </a:extLst>
            </p:cNvPr>
            <p:cNvSpPr txBox="1"/>
            <p:nvPr/>
          </p:nvSpPr>
          <p:spPr>
            <a:xfrm>
              <a:off x="2059127" y="1621248"/>
              <a:ext cx="1179193" cy="2539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5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WIS Centre</a:t>
              </a:r>
              <a:endParaRPr kumimoji="0" lang="en-GB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246" name="Group 245">
            <a:extLst>
              <a:ext uri="{FF2B5EF4-FFF2-40B4-BE49-F238E27FC236}">
                <a16:creationId xmlns:a16="http://schemas.microsoft.com/office/drawing/2014/main" id="{393F095B-AD0C-5376-07F8-8CD92B3D4983}"/>
              </a:ext>
            </a:extLst>
          </p:cNvPr>
          <p:cNvGrpSpPr/>
          <p:nvPr/>
        </p:nvGrpSpPr>
        <p:grpSpPr>
          <a:xfrm>
            <a:off x="238558" y="2004858"/>
            <a:ext cx="2724621" cy="2574854"/>
            <a:chOff x="238558" y="2004858"/>
            <a:chExt cx="2724621" cy="2574854"/>
          </a:xfrm>
        </p:grpSpPr>
        <p:pic>
          <p:nvPicPr>
            <p:cNvPr id="52" name="Picture 51">
              <a:extLst>
                <a:ext uri="{FF2B5EF4-FFF2-40B4-BE49-F238E27FC236}">
                  <a16:creationId xmlns:a16="http://schemas.microsoft.com/office/drawing/2014/main" id="{AF208E2F-940E-BCE4-E955-E0E2CD990D97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256121" y="3053461"/>
              <a:ext cx="1338982" cy="751078"/>
            </a:xfrm>
            <a:prstGeom prst="rect">
              <a:avLst/>
            </a:prstGeom>
          </p:spPr>
        </p:pic>
        <p:grpSp>
          <p:nvGrpSpPr>
            <p:cNvPr id="53" name="Group 52">
              <a:extLst>
                <a:ext uri="{FF2B5EF4-FFF2-40B4-BE49-F238E27FC236}">
                  <a16:creationId xmlns:a16="http://schemas.microsoft.com/office/drawing/2014/main" id="{0D092B45-7086-2A17-483C-7799090ADF5B}"/>
                </a:ext>
              </a:extLst>
            </p:cNvPr>
            <p:cNvGrpSpPr/>
            <p:nvPr/>
          </p:nvGrpSpPr>
          <p:grpSpPr>
            <a:xfrm>
              <a:off x="2334271" y="2004858"/>
              <a:ext cx="628907" cy="910662"/>
              <a:chOff x="6648193" y="889820"/>
              <a:chExt cx="628907" cy="910662"/>
            </a:xfrm>
          </p:grpSpPr>
          <p:sp>
            <p:nvSpPr>
              <p:cNvPr id="54" name="Rectangle: Rounded Corners 53">
                <a:extLst>
                  <a:ext uri="{FF2B5EF4-FFF2-40B4-BE49-F238E27FC236}">
                    <a16:creationId xmlns:a16="http://schemas.microsoft.com/office/drawing/2014/main" id="{4538F781-9668-5394-6EFA-E63722FEC288}"/>
                  </a:ext>
                </a:extLst>
              </p:cNvPr>
              <p:cNvSpPr/>
              <p:nvPr/>
            </p:nvSpPr>
            <p:spPr>
              <a:xfrm>
                <a:off x="6648193" y="1171575"/>
                <a:ext cx="628907" cy="628907"/>
              </a:xfrm>
              <a:prstGeom prst="roundRect">
                <a:avLst>
                  <a:gd name="adj" fmla="val 8678"/>
                </a:avLst>
              </a:prstGeom>
              <a:solidFill>
                <a:schemeClr val="bg1"/>
              </a:solidFill>
              <a:ln w="28575">
                <a:solidFill>
                  <a:srgbClr val="3963DA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3963DA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3963DA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WIS2 Node</a:t>
                </a:r>
              </a:p>
            </p:txBody>
          </p:sp>
          <p:pic>
            <p:nvPicPr>
              <p:cNvPr id="55" name="Picture 54">
                <a:extLst>
                  <a:ext uri="{FF2B5EF4-FFF2-40B4-BE49-F238E27FC236}">
                    <a16:creationId xmlns:a16="http://schemas.microsoft.com/office/drawing/2014/main" id="{2A4FCD97-310A-AFC9-6248-E4AB574B647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6701185" y="889820"/>
                <a:ext cx="522922" cy="532516"/>
              </a:xfrm>
              <a:prstGeom prst="rect">
                <a:avLst/>
              </a:prstGeom>
            </p:spPr>
          </p:pic>
        </p:grpSp>
        <p:sp>
          <p:nvSpPr>
            <p:cNvPr id="56" name="Rectangle: Rounded Corners 55">
              <a:extLst>
                <a:ext uri="{FF2B5EF4-FFF2-40B4-BE49-F238E27FC236}">
                  <a16:creationId xmlns:a16="http://schemas.microsoft.com/office/drawing/2014/main" id="{17EB7ACC-009D-F307-56F2-B593F25A4DDC}"/>
                </a:ext>
              </a:extLst>
            </p:cNvPr>
            <p:cNvSpPr/>
            <p:nvPr/>
          </p:nvSpPr>
          <p:spPr>
            <a:xfrm>
              <a:off x="2334272" y="3950805"/>
              <a:ext cx="628907" cy="628907"/>
            </a:xfrm>
            <a:prstGeom prst="roundRect">
              <a:avLst>
                <a:gd name="adj" fmla="val 8678"/>
              </a:avLst>
            </a:prstGeom>
            <a:solidFill>
              <a:schemeClr val="bg1"/>
            </a:solidFill>
            <a:ln w="28575"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E8E8E8">
                      <a:lumMod val="75000"/>
                    </a:srgbClr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MSS</a:t>
              </a:r>
            </a:p>
          </p:txBody>
        </p:sp>
        <p:cxnSp>
          <p:nvCxnSpPr>
            <p:cNvPr id="58" name="Straight Arrow Connector 57">
              <a:extLst>
                <a:ext uri="{FF2B5EF4-FFF2-40B4-BE49-F238E27FC236}">
                  <a16:creationId xmlns:a16="http://schemas.microsoft.com/office/drawing/2014/main" id="{0B6B2421-3601-1368-6556-A0DA00F6C0DA}"/>
                </a:ext>
              </a:extLst>
            </p:cNvPr>
            <p:cNvCxnSpPr/>
            <p:nvPr/>
          </p:nvCxnSpPr>
          <p:spPr>
            <a:xfrm flipV="1">
              <a:off x="1476375" y="2733675"/>
              <a:ext cx="751592" cy="419100"/>
            </a:xfrm>
            <a:prstGeom prst="straightConnector1">
              <a:avLst/>
            </a:prstGeom>
            <a:ln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Straight Arrow Connector 60">
              <a:extLst>
                <a:ext uri="{FF2B5EF4-FFF2-40B4-BE49-F238E27FC236}">
                  <a16:creationId xmlns:a16="http://schemas.microsoft.com/office/drawing/2014/main" id="{A8DB0436-DA27-B12F-047C-2A9FCDD35E64}"/>
                </a:ext>
              </a:extLst>
            </p:cNvPr>
            <p:cNvCxnSpPr>
              <a:cxnSpLocks/>
            </p:cNvCxnSpPr>
            <p:nvPr/>
          </p:nvCxnSpPr>
          <p:spPr>
            <a:xfrm>
              <a:off x="1476375" y="3741255"/>
              <a:ext cx="751592" cy="419100"/>
            </a:xfrm>
            <a:prstGeom prst="straightConnector1">
              <a:avLst/>
            </a:prstGeom>
            <a:ln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62" name="TextBox 61">
              <a:extLst>
                <a:ext uri="{FF2B5EF4-FFF2-40B4-BE49-F238E27FC236}">
                  <a16:creationId xmlns:a16="http://schemas.microsoft.com/office/drawing/2014/main" id="{6F15CAF9-0D30-BD76-33C8-D5D6138B1844}"/>
                </a:ext>
              </a:extLst>
            </p:cNvPr>
            <p:cNvSpPr txBox="1"/>
            <p:nvPr/>
          </p:nvSpPr>
          <p:spPr>
            <a:xfrm>
              <a:off x="238558" y="3676872"/>
              <a:ext cx="1179193" cy="43858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5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data management system</a:t>
              </a: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</a:t>
              </a:r>
            </a:p>
          </p:txBody>
        </p:sp>
      </p:grpSp>
      <p:sp>
        <p:nvSpPr>
          <p:cNvPr id="250" name="TextBox 249">
            <a:extLst>
              <a:ext uri="{FF2B5EF4-FFF2-40B4-BE49-F238E27FC236}">
                <a16:creationId xmlns:a16="http://schemas.microsoft.com/office/drawing/2014/main" id="{88571C76-0EBC-6F9B-1B00-3C6CAA7033BD}"/>
              </a:ext>
            </a:extLst>
          </p:cNvPr>
          <p:cNvSpPr txBox="1"/>
          <p:nvPr/>
        </p:nvSpPr>
        <p:spPr>
          <a:xfrm>
            <a:off x="6619182" y="6359331"/>
            <a:ext cx="818636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GTS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A140121-5A01-CBE3-8820-5318D9841396}"/>
              </a:ext>
            </a:extLst>
          </p:cNvPr>
          <p:cNvSpPr txBox="1"/>
          <p:nvPr/>
        </p:nvSpPr>
        <p:spPr>
          <a:xfrm>
            <a:off x="2074853" y="3688682"/>
            <a:ext cx="117919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0" i="0" u="none" strike="noStrike" kern="0" cap="none" spc="0" normalizeH="0" baseline="0" noProof="0" dirty="0">
                <a:ln>
                  <a:noFill/>
                </a:ln>
                <a:solidFill>
                  <a:srgbClr val="E8E8E8">
                    <a:lumMod val="75000"/>
                  </a:srgbClr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CCCC = </a:t>
            </a:r>
            <a:r>
              <a:rPr kumimoji="0" lang="en-GB" sz="1200" b="1" i="0" u="none" strike="noStrike" kern="0" cap="none" spc="0" normalizeH="0" baseline="0" noProof="0" dirty="0">
                <a:ln>
                  <a:noFill/>
                </a:ln>
                <a:solidFill>
                  <a:srgbClr val="E8E8E8">
                    <a:lumMod val="75000"/>
                  </a:srgbClr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TEST</a:t>
            </a:r>
            <a:endParaRPr kumimoji="0" lang="en-GB" sz="1600" b="1" i="0" u="none" strike="noStrike" kern="0" cap="none" spc="0" normalizeH="0" baseline="0" noProof="0" dirty="0">
              <a:ln>
                <a:noFill/>
              </a:ln>
              <a:solidFill>
                <a:srgbClr val="E8E8E8">
                  <a:lumMod val="75000"/>
                </a:srgbClr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+mn-cs"/>
            </a:endParaRPr>
          </a:p>
        </p:txBody>
      </p:sp>
      <p:grpSp>
        <p:nvGrpSpPr>
          <p:cNvPr id="209" name="Group 208">
            <a:extLst>
              <a:ext uri="{FF2B5EF4-FFF2-40B4-BE49-F238E27FC236}">
                <a16:creationId xmlns:a16="http://schemas.microsoft.com/office/drawing/2014/main" id="{2C87E43A-D730-6741-420C-A457A58512E8}"/>
              </a:ext>
            </a:extLst>
          </p:cNvPr>
          <p:cNvGrpSpPr/>
          <p:nvPr/>
        </p:nvGrpSpPr>
        <p:grpSpPr>
          <a:xfrm>
            <a:off x="1430655" y="808440"/>
            <a:ext cx="2456202" cy="855395"/>
            <a:chOff x="1430655" y="770340"/>
            <a:chExt cx="2456202" cy="855395"/>
          </a:xfrm>
        </p:grpSpPr>
        <p:grpSp>
          <p:nvGrpSpPr>
            <p:cNvPr id="49" name="Group 48">
              <a:extLst>
                <a:ext uri="{FF2B5EF4-FFF2-40B4-BE49-F238E27FC236}">
                  <a16:creationId xmlns:a16="http://schemas.microsoft.com/office/drawing/2014/main" id="{E71BDCF3-116A-0AC5-2D1B-8C8ACC945A18}"/>
                </a:ext>
              </a:extLst>
            </p:cNvPr>
            <p:cNvGrpSpPr/>
            <p:nvPr/>
          </p:nvGrpSpPr>
          <p:grpSpPr>
            <a:xfrm>
              <a:off x="1430655" y="770340"/>
              <a:ext cx="612283" cy="855395"/>
              <a:chOff x="2425679" y="690821"/>
              <a:chExt cx="612283" cy="855395"/>
            </a:xfrm>
          </p:grpSpPr>
          <p:pic>
            <p:nvPicPr>
              <p:cNvPr id="43" name="Picture 42">
                <a:extLst>
                  <a:ext uri="{FF2B5EF4-FFF2-40B4-BE49-F238E27FC236}">
                    <a16:creationId xmlns:a16="http://schemas.microsoft.com/office/drawing/2014/main" id="{8B781B67-6ACD-6109-2546-47224510538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2425679" y="690821"/>
                <a:ext cx="612283" cy="855395"/>
              </a:xfrm>
              <a:prstGeom prst="rect">
                <a:avLst/>
              </a:prstGeom>
            </p:spPr>
          </p:pic>
          <p:sp>
            <p:nvSpPr>
              <p:cNvPr id="45" name="Rectangle 44">
                <a:extLst>
                  <a:ext uri="{FF2B5EF4-FFF2-40B4-BE49-F238E27FC236}">
                    <a16:creationId xmlns:a16="http://schemas.microsoft.com/office/drawing/2014/main" id="{73F0CD43-6DCE-7A87-7DD3-6309514207E0}"/>
                  </a:ext>
                </a:extLst>
              </p:cNvPr>
              <p:cNvSpPr/>
              <p:nvPr/>
            </p:nvSpPr>
            <p:spPr>
              <a:xfrm>
                <a:off x="2631993" y="1000455"/>
                <a:ext cx="169804" cy="169804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A</a:t>
                </a:r>
              </a:p>
            </p:txBody>
          </p:sp>
        </p:grpSp>
        <p:grpSp>
          <p:nvGrpSpPr>
            <p:cNvPr id="50" name="Group 49">
              <a:extLst>
                <a:ext uri="{FF2B5EF4-FFF2-40B4-BE49-F238E27FC236}">
                  <a16:creationId xmlns:a16="http://schemas.microsoft.com/office/drawing/2014/main" id="{0905BEC8-D9DB-BDEB-0D01-1F1B6DB0ACF9}"/>
                </a:ext>
              </a:extLst>
            </p:cNvPr>
            <p:cNvGrpSpPr/>
            <p:nvPr/>
          </p:nvGrpSpPr>
          <p:grpSpPr>
            <a:xfrm>
              <a:off x="2045295" y="770340"/>
              <a:ext cx="612283" cy="855395"/>
              <a:chOff x="2425679" y="690821"/>
              <a:chExt cx="612283" cy="855395"/>
            </a:xfrm>
          </p:grpSpPr>
          <p:pic>
            <p:nvPicPr>
              <p:cNvPr id="57" name="Picture 56">
                <a:extLst>
                  <a:ext uri="{FF2B5EF4-FFF2-40B4-BE49-F238E27FC236}">
                    <a16:creationId xmlns:a16="http://schemas.microsoft.com/office/drawing/2014/main" id="{F5C93B42-6C58-BA47-FBEF-377CC43E485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2425679" y="690821"/>
                <a:ext cx="612283" cy="855395"/>
              </a:xfrm>
              <a:prstGeom prst="rect">
                <a:avLst/>
              </a:prstGeom>
            </p:spPr>
          </p:pic>
          <p:sp>
            <p:nvSpPr>
              <p:cNvPr id="59" name="Rectangle 58">
                <a:extLst>
                  <a:ext uri="{FF2B5EF4-FFF2-40B4-BE49-F238E27FC236}">
                    <a16:creationId xmlns:a16="http://schemas.microsoft.com/office/drawing/2014/main" id="{C310ECF0-8FCA-E516-8D1E-A920075F7AF1}"/>
                  </a:ext>
                </a:extLst>
              </p:cNvPr>
              <p:cNvSpPr/>
              <p:nvPr/>
            </p:nvSpPr>
            <p:spPr>
              <a:xfrm>
                <a:off x="2631993" y="1000455"/>
                <a:ext cx="169804" cy="169804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B</a:t>
                </a:r>
              </a:p>
            </p:txBody>
          </p:sp>
        </p:grpSp>
        <p:grpSp>
          <p:nvGrpSpPr>
            <p:cNvPr id="60" name="Group 59">
              <a:extLst>
                <a:ext uri="{FF2B5EF4-FFF2-40B4-BE49-F238E27FC236}">
                  <a16:creationId xmlns:a16="http://schemas.microsoft.com/office/drawing/2014/main" id="{2731CB0F-29E0-2ECA-0775-E098060E87BD}"/>
                </a:ext>
              </a:extLst>
            </p:cNvPr>
            <p:cNvGrpSpPr/>
            <p:nvPr/>
          </p:nvGrpSpPr>
          <p:grpSpPr>
            <a:xfrm>
              <a:off x="2659935" y="770340"/>
              <a:ext cx="612283" cy="855395"/>
              <a:chOff x="2425679" y="690821"/>
              <a:chExt cx="612283" cy="855395"/>
            </a:xfrm>
          </p:grpSpPr>
          <p:pic>
            <p:nvPicPr>
              <p:cNvPr id="63" name="Picture 62">
                <a:extLst>
                  <a:ext uri="{FF2B5EF4-FFF2-40B4-BE49-F238E27FC236}">
                    <a16:creationId xmlns:a16="http://schemas.microsoft.com/office/drawing/2014/main" id="{FE787CFE-51D6-6BFB-DDCB-787F723516A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2425679" y="690821"/>
                <a:ext cx="612283" cy="855395"/>
              </a:xfrm>
              <a:prstGeom prst="rect">
                <a:avLst/>
              </a:prstGeom>
            </p:spPr>
          </p:pic>
          <p:sp>
            <p:nvSpPr>
              <p:cNvPr id="192" name="Rectangle 191">
                <a:extLst>
                  <a:ext uri="{FF2B5EF4-FFF2-40B4-BE49-F238E27FC236}">
                    <a16:creationId xmlns:a16="http://schemas.microsoft.com/office/drawing/2014/main" id="{8E3FC58B-C085-09E2-3E2A-E59A08D55B45}"/>
                  </a:ext>
                </a:extLst>
              </p:cNvPr>
              <p:cNvSpPr/>
              <p:nvPr/>
            </p:nvSpPr>
            <p:spPr>
              <a:xfrm>
                <a:off x="2631993" y="1000455"/>
                <a:ext cx="169804" cy="169804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C</a:t>
                </a:r>
              </a:p>
            </p:txBody>
          </p:sp>
        </p:grpSp>
        <p:grpSp>
          <p:nvGrpSpPr>
            <p:cNvPr id="193" name="Group 192">
              <a:extLst>
                <a:ext uri="{FF2B5EF4-FFF2-40B4-BE49-F238E27FC236}">
                  <a16:creationId xmlns:a16="http://schemas.microsoft.com/office/drawing/2014/main" id="{90E53C56-039F-37BA-0C6F-9507704F94B1}"/>
                </a:ext>
              </a:extLst>
            </p:cNvPr>
            <p:cNvGrpSpPr/>
            <p:nvPr/>
          </p:nvGrpSpPr>
          <p:grpSpPr>
            <a:xfrm>
              <a:off x="3274574" y="770340"/>
              <a:ext cx="612283" cy="855395"/>
              <a:chOff x="2425679" y="690821"/>
              <a:chExt cx="612283" cy="855395"/>
            </a:xfrm>
          </p:grpSpPr>
          <p:pic>
            <p:nvPicPr>
              <p:cNvPr id="194" name="Picture 193">
                <a:extLst>
                  <a:ext uri="{FF2B5EF4-FFF2-40B4-BE49-F238E27FC236}">
                    <a16:creationId xmlns:a16="http://schemas.microsoft.com/office/drawing/2014/main" id="{70FF2918-F045-7D48-12B9-7FEFB4DAD60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2425679" y="690821"/>
                <a:ext cx="612283" cy="855395"/>
              </a:xfrm>
              <a:prstGeom prst="rect">
                <a:avLst/>
              </a:prstGeom>
            </p:spPr>
          </p:pic>
          <p:sp>
            <p:nvSpPr>
              <p:cNvPr id="201" name="Rectangle 200">
                <a:extLst>
                  <a:ext uri="{FF2B5EF4-FFF2-40B4-BE49-F238E27FC236}">
                    <a16:creationId xmlns:a16="http://schemas.microsoft.com/office/drawing/2014/main" id="{150B0127-E81C-B1A3-3C03-9427E381D856}"/>
                  </a:ext>
                </a:extLst>
              </p:cNvPr>
              <p:cNvSpPr/>
              <p:nvPr/>
            </p:nvSpPr>
            <p:spPr>
              <a:xfrm>
                <a:off x="2631993" y="1000455"/>
                <a:ext cx="169804" cy="169804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D</a:t>
                </a:r>
              </a:p>
            </p:txBody>
          </p:sp>
        </p:grpSp>
      </p:grpSp>
      <p:grpSp>
        <p:nvGrpSpPr>
          <p:cNvPr id="214" name="Group 213">
            <a:extLst>
              <a:ext uri="{FF2B5EF4-FFF2-40B4-BE49-F238E27FC236}">
                <a16:creationId xmlns:a16="http://schemas.microsoft.com/office/drawing/2014/main" id="{0F4B8AAC-78D5-0641-BE69-341763C2F003}"/>
              </a:ext>
            </a:extLst>
          </p:cNvPr>
          <p:cNvGrpSpPr/>
          <p:nvPr/>
        </p:nvGrpSpPr>
        <p:grpSpPr>
          <a:xfrm>
            <a:off x="2963924" y="2367446"/>
            <a:ext cx="716753" cy="326665"/>
            <a:chOff x="2963924" y="2367446"/>
            <a:chExt cx="716753" cy="326665"/>
          </a:xfrm>
        </p:grpSpPr>
        <p:grpSp>
          <p:nvGrpSpPr>
            <p:cNvPr id="210" name="Group 209">
              <a:extLst>
                <a:ext uri="{FF2B5EF4-FFF2-40B4-BE49-F238E27FC236}">
                  <a16:creationId xmlns:a16="http://schemas.microsoft.com/office/drawing/2014/main" id="{C3E73990-17BC-5037-0BAA-EEB6B9EDB55A}"/>
                </a:ext>
              </a:extLst>
            </p:cNvPr>
            <p:cNvGrpSpPr/>
            <p:nvPr/>
          </p:nvGrpSpPr>
          <p:grpSpPr>
            <a:xfrm>
              <a:off x="2963924" y="2367446"/>
              <a:ext cx="534458" cy="127000"/>
              <a:chOff x="2963178" y="2725764"/>
              <a:chExt cx="534458" cy="127000"/>
            </a:xfrm>
          </p:grpSpPr>
          <p:cxnSp>
            <p:nvCxnSpPr>
              <p:cNvPr id="211" name="Straight Connector 210">
                <a:extLst>
                  <a:ext uri="{FF2B5EF4-FFF2-40B4-BE49-F238E27FC236}">
                    <a16:creationId xmlns:a16="http://schemas.microsoft.com/office/drawing/2014/main" id="{96DA3977-E2CA-B817-76BF-F4A695E68868}"/>
                  </a:ext>
                </a:extLst>
              </p:cNvPr>
              <p:cNvCxnSpPr/>
              <p:nvPr/>
            </p:nvCxnSpPr>
            <p:spPr>
              <a:xfrm flipV="1">
                <a:off x="2963178" y="2789264"/>
                <a:ext cx="400050" cy="1"/>
              </a:xfrm>
              <a:prstGeom prst="line">
                <a:avLst/>
              </a:prstGeom>
              <a:noFill/>
              <a:ln w="19050" cap="flat" cmpd="sng" algn="ctr">
                <a:solidFill>
                  <a:schemeClr val="accent2">
                    <a:lumMod val="75000"/>
                  </a:schemeClr>
                </a:solidFill>
                <a:prstDash val="solid"/>
                <a:miter lim="800000"/>
              </a:ln>
              <a:effectLst/>
            </p:spPr>
          </p:cxnSp>
          <p:sp>
            <p:nvSpPr>
              <p:cNvPr id="212" name="Oval 211">
                <a:extLst>
                  <a:ext uri="{FF2B5EF4-FFF2-40B4-BE49-F238E27FC236}">
                    <a16:creationId xmlns:a16="http://schemas.microsoft.com/office/drawing/2014/main" id="{0DED0DD7-6E34-7D2B-D9EB-E515FAC332FD}"/>
                  </a:ext>
                </a:extLst>
              </p:cNvPr>
              <p:cNvSpPr/>
              <p:nvPr/>
            </p:nvSpPr>
            <p:spPr>
              <a:xfrm>
                <a:off x="3370636" y="2725764"/>
                <a:ext cx="127000" cy="127000"/>
              </a:xfrm>
              <a:prstGeom prst="ellipse">
                <a:avLst/>
              </a:prstGeom>
              <a:solidFill>
                <a:sysClr val="window" lastClr="FFFFFF"/>
              </a:solidFill>
              <a:ln w="19050" cap="flat" cmpd="sng" algn="ctr">
                <a:solidFill>
                  <a:schemeClr val="accent2">
                    <a:lumMod val="75000"/>
                  </a:schemeClr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sp>
          <p:nvSpPr>
            <p:cNvPr id="213" name="TextBox 212">
              <a:extLst>
                <a:ext uri="{FF2B5EF4-FFF2-40B4-BE49-F238E27FC236}">
                  <a16:creationId xmlns:a16="http://schemas.microsoft.com/office/drawing/2014/main" id="{CF2249A7-F39D-EC2C-913B-13169C60A988}"/>
                </a:ext>
              </a:extLst>
            </p:cNvPr>
            <p:cNvSpPr txBox="1"/>
            <p:nvPr/>
          </p:nvSpPr>
          <p:spPr>
            <a:xfrm>
              <a:off x="3194968" y="2440195"/>
              <a:ext cx="485709" cy="2539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50" b="0" i="0" u="none" strike="noStrike" kern="0" cap="none" spc="0" normalizeH="0" baseline="0" noProof="0" dirty="0">
                  <a:ln>
                    <a:noFill/>
                  </a:ln>
                  <a:solidFill>
                    <a:srgbClr val="E97132">
                      <a:lumMod val="75000"/>
                    </a:srgbClr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https</a:t>
              </a:r>
              <a:endParaRPr kumimoji="0" lang="en-GB" sz="1200" b="0" i="0" u="none" strike="noStrike" kern="0" cap="none" spc="0" normalizeH="0" baseline="0" noProof="0" dirty="0">
                <a:ln>
                  <a:noFill/>
                </a:ln>
                <a:solidFill>
                  <a:srgbClr val="E97132">
                    <a:lumMod val="75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pic>
        <p:nvPicPr>
          <p:cNvPr id="47" name="Picture 46">
            <a:extLst>
              <a:ext uri="{FF2B5EF4-FFF2-40B4-BE49-F238E27FC236}">
                <a16:creationId xmlns:a16="http://schemas.microsoft.com/office/drawing/2014/main" id="{03D5F499-C9B7-FA29-539E-9758E135AF45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504409" y="107790"/>
            <a:ext cx="444034" cy="620341"/>
          </a:xfrm>
          <a:prstGeom prst="rect">
            <a:avLst/>
          </a:prstGeom>
        </p:spPr>
      </p:pic>
      <p:pic>
        <p:nvPicPr>
          <p:cNvPr id="205" name="Picture 204">
            <a:extLst>
              <a:ext uri="{FF2B5EF4-FFF2-40B4-BE49-F238E27FC236}">
                <a16:creationId xmlns:a16="http://schemas.microsoft.com/office/drawing/2014/main" id="{95D934E2-C212-F5C5-1008-509C64AA6254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122688" y="107539"/>
            <a:ext cx="444034" cy="620341"/>
          </a:xfrm>
          <a:prstGeom prst="rect">
            <a:avLst/>
          </a:prstGeom>
        </p:spPr>
      </p:pic>
      <p:pic>
        <p:nvPicPr>
          <p:cNvPr id="206" name="Picture 205">
            <a:extLst>
              <a:ext uri="{FF2B5EF4-FFF2-40B4-BE49-F238E27FC236}">
                <a16:creationId xmlns:a16="http://schemas.microsoft.com/office/drawing/2014/main" id="{4E029725-3591-878C-CED4-3EB92D81A1D6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738968" y="107539"/>
            <a:ext cx="444034" cy="620341"/>
          </a:xfrm>
          <a:prstGeom prst="rect">
            <a:avLst/>
          </a:prstGeom>
        </p:spPr>
      </p:pic>
      <p:pic>
        <p:nvPicPr>
          <p:cNvPr id="207" name="Picture 206">
            <a:extLst>
              <a:ext uri="{FF2B5EF4-FFF2-40B4-BE49-F238E27FC236}">
                <a16:creationId xmlns:a16="http://schemas.microsoft.com/office/drawing/2014/main" id="{D6E08ADB-3FF2-6B3E-4A3F-6E248B51456B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353933" y="108876"/>
            <a:ext cx="444034" cy="620341"/>
          </a:xfrm>
          <a:prstGeom prst="rect">
            <a:avLst/>
          </a:prstGeom>
        </p:spPr>
      </p:pic>
      <p:grpSp>
        <p:nvGrpSpPr>
          <p:cNvPr id="228" name="Group 227">
            <a:extLst>
              <a:ext uri="{FF2B5EF4-FFF2-40B4-BE49-F238E27FC236}">
                <a16:creationId xmlns:a16="http://schemas.microsoft.com/office/drawing/2014/main" id="{0D666A7C-C141-4ABE-072A-BD1FB233947D}"/>
              </a:ext>
            </a:extLst>
          </p:cNvPr>
          <p:cNvGrpSpPr/>
          <p:nvPr/>
        </p:nvGrpSpPr>
        <p:grpSpPr>
          <a:xfrm>
            <a:off x="2963178" y="2725764"/>
            <a:ext cx="786853" cy="316693"/>
            <a:chOff x="2963178" y="2725764"/>
            <a:chExt cx="786853" cy="316693"/>
          </a:xfrm>
        </p:grpSpPr>
        <p:grpSp>
          <p:nvGrpSpPr>
            <p:cNvPr id="220" name="Group 219">
              <a:extLst>
                <a:ext uri="{FF2B5EF4-FFF2-40B4-BE49-F238E27FC236}">
                  <a16:creationId xmlns:a16="http://schemas.microsoft.com/office/drawing/2014/main" id="{8EB7081A-5579-4DA1-4E18-72A87AEA94D9}"/>
                </a:ext>
              </a:extLst>
            </p:cNvPr>
            <p:cNvGrpSpPr/>
            <p:nvPr/>
          </p:nvGrpSpPr>
          <p:grpSpPr>
            <a:xfrm>
              <a:off x="2963178" y="2725764"/>
              <a:ext cx="534458" cy="127000"/>
              <a:chOff x="2963178" y="2725764"/>
              <a:chExt cx="534458" cy="127000"/>
            </a:xfrm>
          </p:grpSpPr>
          <p:cxnSp>
            <p:nvCxnSpPr>
              <p:cNvPr id="221" name="Straight Connector 220">
                <a:extLst>
                  <a:ext uri="{FF2B5EF4-FFF2-40B4-BE49-F238E27FC236}">
                    <a16:creationId xmlns:a16="http://schemas.microsoft.com/office/drawing/2014/main" id="{BF11EC01-4B30-42E3-3142-48439E03DBA0}"/>
                  </a:ext>
                </a:extLst>
              </p:cNvPr>
              <p:cNvCxnSpPr/>
              <p:nvPr/>
            </p:nvCxnSpPr>
            <p:spPr>
              <a:xfrm flipV="1">
                <a:off x="2963178" y="2789264"/>
                <a:ext cx="400050" cy="1"/>
              </a:xfrm>
              <a:prstGeom prst="line">
                <a:avLst/>
              </a:prstGeom>
              <a:noFill/>
              <a:ln w="19050" cap="flat" cmpd="sng" algn="ctr">
                <a:solidFill>
                  <a:schemeClr val="accent6">
                    <a:lumMod val="75000"/>
                  </a:schemeClr>
                </a:solidFill>
                <a:prstDash val="solid"/>
                <a:miter lim="800000"/>
              </a:ln>
              <a:effectLst/>
            </p:spPr>
          </p:cxnSp>
          <p:sp>
            <p:nvSpPr>
              <p:cNvPr id="226" name="Oval 225">
                <a:extLst>
                  <a:ext uri="{FF2B5EF4-FFF2-40B4-BE49-F238E27FC236}">
                    <a16:creationId xmlns:a16="http://schemas.microsoft.com/office/drawing/2014/main" id="{13798988-20B5-8C36-0C54-7A09EE9E441C}"/>
                  </a:ext>
                </a:extLst>
              </p:cNvPr>
              <p:cNvSpPr/>
              <p:nvPr/>
            </p:nvSpPr>
            <p:spPr>
              <a:xfrm>
                <a:off x="3370636" y="2725764"/>
                <a:ext cx="127000" cy="127000"/>
              </a:xfrm>
              <a:prstGeom prst="ellipse">
                <a:avLst/>
              </a:prstGeom>
              <a:solidFill>
                <a:sysClr val="window" lastClr="FFFFFF"/>
              </a:solidFill>
              <a:ln w="19050" cap="flat" cmpd="sng" algn="ctr">
                <a:solidFill>
                  <a:schemeClr val="accent6">
                    <a:lumMod val="75000"/>
                  </a:schemeClr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sp>
          <p:nvSpPr>
            <p:cNvPr id="227" name="TextBox 226">
              <a:extLst>
                <a:ext uri="{FF2B5EF4-FFF2-40B4-BE49-F238E27FC236}">
                  <a16:creationId xmlns:a16="http://schemas.microsoft.com/office/drawing/2014/main" id="{98DF6002-1097-0BC3-75F2-4FE69FB69E2D}"/>
                </a:ext>
              </a:extLst>
            </p:cNvPr>
            <p:cNvSpPr txBox="1"/>
            <p:nvPr/>
          </p:nvSpPr>
          <p:spPr>
            <a:xfrm>
              <a:off x="3118241" y="2788541"/>
              <a:ext cx="631790" cy="2539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50" b="0" i="0" u="none" strike="noStrike" kern="0" cap="none" spc="0" normalizeH="0" baseline="0" noProof="0" dirty="0" err="1">
                  <a:ln>
                    <a:noFill/>
                  </a:ln>
                  <a:solidFill>
                    <a:srgbClr val="4EA72E">
                      <a:lumMod val="75000"/>
                    </a:srgbClr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mqtts</a:t>
              </a:r>
              <a:endParaRPr kumimoji="0" lang="en-GB" sz="1200" b="0" i="0" u="none" strike="noStrike" kern="0" cap="none" spc="0" normalizeH="0" baseline="0" noProof="0" dirty="0">
                <a:ln>
                  <a:noFill/>
                </a:ln>
                <a:solidFill>
                  <a:srgbClr val="4EA72E">
                    <a:lumMod val="75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44" name="Freeform: Shape 43">
            <a:extLst>
              <a:ext uri="{FF2B5EF4-FFF2-40B4-BE49-F238E27FC236}">
                <a16:creationId xmlns:a16="http://schemas.microsoft.com/office/drawing/2014/main" id="{8D38338F-715E-216B-5270-0AE74726270B}"/>
              </a:ext>
            </a:extLst>
          </p:cNvPr>
          <p:cNvSpPr/>
          <p:nvPr/>
        </p:nvSpPr>
        <p:spPr>
          <a:xfrm>
            <a:off x="3581400" y="2114550"/>
            <a:ext cx="1809750" cy="685800"/>
          </a:xfrm>
          <a:custGeom>
            <a:avLst/>
            <a:gdLst>
              <a:gd name="connsiteX0" fmla="*/ 0 w 1809750"/>
              <a:gd name="connsiteY0" fmla="*/ 685800 h 685800"/>
              <a:gd name="connsiteX1" fmla="*/ 742950 w 1809750"/>
              <a:gd name="connsiteY1" fmla="*/ 628650 h 685800"/>
              <a:gd name="connsiteX2" fmla="*/ 1419225 w 1809750"/>
              <a:gd name="connsiteY2" fmla="*/ 438150 h 685800"/>
              <a:gd name="connsiteX3" fmla="*/ 1809750 w 1809750"/>
              <a:gd name="connsiteY3" fmla="*/ 0 h 685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809750" h="685800">
                <a:moveTo>
                  <a:pt x="0" y="685800"/>
                </a:moveTo>
                <a:cubicBezTo>
                  <a:pt x="253206" y="677862"/>
                  <a:pt x="506413" y="669925"/>
                  <a:pt x="742950" y="628650"/>
                </a:cubicBezTo>
                <a:cubicBezTo>
                  <a:pt x="979487" y="587375"/>
                  <a:pt x="1241425" y="542925"/>
                  <a:pt x="1419225" y="438150"/>
                </a:cubicBezTo>
                <a:cubicBezTo>
                  <a:pt x="1597025" y="333375"/>
                  <a:pt x="1703387" y="166687"/>
                  <a:pt x="1809750" y="0"/>
                </a:cubicBezTo>
              </a:path>
            </a:pathLst>
          </a:custGeom>
          <a:noFill/>
          <a:ln>
            <a:solidFill>
              <a:schemeClr val="accent6">
                <a:lumMod val="75000"/>
              </a:schemeClr>
            </a:solidFill>
            <a:headEnd type="triangl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pic>
        <p:nvPicPr>
          <p:cNvPr id="197" name="Picture 196">
            <a:extLst>
              <a:ext uri="{FF2B5EF4-FFF2-40B4-BE49-F238E27FC236}">
                <a16:creationId xmlns:a16="http://schemas.microsoft.com/office/drawing/2014/main" id="{CE72FC93-3372-2145-C42C-0836A78EC02C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590807" y="1385810"/>
            <a:ext cx="432460" cy="569026"/>
          </a:xfrm>
          <a:prstGeom prst="rect">
            <a:avLst/>
          </a:prstGeom>
        </p:spPr>
      </p:pic>
      <p:grpSp>
        <p:nvGrpSpPr>
          <p:cNvPr id="46" name="Group 45">
            <a:extLst>
              <a:ext uri="{FF2B5EF4-FFF2-40B4-BE49-F238E27FC236}">
                <a16:creationId xmlns:a16="http://schemas.microsoft.com/office/drawing/2014/main" id="{99502856-7173-FE2F-823D-D91B790ED1AC}"/>
              </a:ext>
            </a:extLst>
          </p:cNvPr>
          <p:cNvGrpSpPr/>
          <p:nvPr/>
        </p:nvGrpSpPr>
        <p:grpSpPr>
          <a:xfrm>
            <a:off x="7809040" y="580845"/>
            <a:ext cx="821464" cy="919480"/>
            <a:chOff x="7894810" y="1381253"/>
            <a:chExt cx="821464" cy="919480"/>
          </a:xfrm>
        </p:grpSpPr>
        <p:sp>
          <p:nvSpPr>
            <p:cNvPr id="48" name="Rectangle: Rounded Corners 47">
              <a:extLst>
                <a:ext uri="{FF2B5EF4-FFF2-40B4-BE49-F238E27FC236}">
                  <a16:creationId xmlns:a16="http://schemas.microsoft.com/office/drawing/2014/main" id="{6F385A14-7EE8-3851-824C-52F9C5AE5A18}"/>
                </a:ext>
              </a:extLst>
            </p:cNvPr>
            <p:cNvSpPr/>
            <p:nvPr/>
          </p:nvSpPr>
          <p:spPr>
            <a:xfrm>
              <a:off x="7991089" y="1649591"/>
              <a:ext cx="628907" cy="628907"/>
            </a:xfrm>
            <a:prstGeom prst="roundRect">
              <a:avLst>
                <a:gd name="adj" fmla="val 8678"/>
              </a:avLst>
            </a:prstGeom>
            <a:solidFill>
              <a:schemeClr val="bg1"/>
            </a:solidFill>
            <a:ln w="28575">
              <a:solidFill>
                <a:srgbClr val="3963DA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srgbClr val="3963DA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90D16B69-5853-F87B-154E-1F14335CA746}"/>
                </a:ext>
              </a:extLst>
            </p:cNvPr>
            <p:cNvSpPr txBox="1"/>
            <p:nvPr/>
          </p:nvSpPr>
          <p:spPr>
            <a:xfrm>
              <a:off x="7894810" y="1839068"/>
              <a:ext cx="821464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3963DA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Global Cache</a:t>
              </a:r>
            </a:p>
          </p:txBody>
        </p:sp>
        <p:grpSp>
          <p:nvGrpSpPr>
            <p:cNvPr id="195" name="Group 194">
              <a:extLst>
                <a:ext uri="{FF2B5EF4-FFF2-40B4-BE49-F238E27FC236}">
                  <a16:creationId xmlns:a16="http://schemas.microsoft.com/office/drawing/2014/main" id="{F408BFD9-B60D-1FE0-A2EB-6BBEBA738018}"/>
                </a:ext>
              </a:extLst>
            </p:cNvPr>
            <p:cNvGrpSpPr/>
            <p:nvPr/>
          </p:nvGrpSpPr>
          <p:grpSpPr>
            <a:xfrm>
              <a:off x="8036660" y="1381253"/>
              <a:ext cx="537764" cy="547628"/>
              <a:chOff x="6976094" y="2574516"/>
              <a:chExt cx="664523" cy="676715"/>
            </a:xfrm>
          </p:grpSpPr>
          <p:pic>
            <p:nvPicPr>
              <p:cNvPr id="196" name="Picture 195">
                <a:extLst>
                  <a:ext uri="{FF2B5EF4-FFF2-40B4-BE49-F238E27FC236}">
                    <a16:creationId xmlns:a16="http://schemas.microsoft.com/office/drawing/2014/main" id="{F46DF458-6D46-DE20-F540-638DDB0977C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6976094" y="2574516"/>
                <a:ext cx="664522" cy="676715"/>
              </a:xfrm>
              <a:prstGeom prst="rect">
                <a:avLst/>
              </a:prstGeom>
            </p:spPr>
          </p:pic>
          <p:pic>
            <p:nvPicPr>
              <p:cNvPr id="198" name="Picture 197">
                <a:extLst>
                  <a:ext uri="{FF2B5EF4-FFF2-40B4-BE49-F238E27FC236}">
                    <a16:creationId xmlns:a16="http://schemas.microsoft.com/office/drawing/2014/main" id="{0F517FC0-55B6-200D-4FDC-369A9E9B121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>
                <a:extLst>
                  <a:ext uri="{BEBA8EAE-BF5A-486C-A8C5-ECC9F3942E4B}">
                    <a14:imgProps xmlns:a14="http://schemas.microsoft.com/office/drawing/2010/main">
                      <a14:imgLayer r:embed="rId11">
                        <a14:imgEffect>
                          <a14:colorTemperature colorTemp="4700"/>
                        </a14:imgEffect>
                        <a14:imgEffect>
                          <a14:brightnessContrast bright="-20000" contrast="40000"/>
                        </a14:imgEffect>
                      </a14:imgLayer>
                    </a14:imgProps>
                  </a:ext>
                </a:extLst>
              </a:blip>
              <a:stretch>
                <a:fillRect/>
              </a:stretch>
            </p:blipFill>
            <p:spPr>
              <a:xfrm>
                <a:off x="7044932" y="2644373"/>
                <a:ext cx="526845" cy="528534"/>
              </a:xfrm>
              <a:prstGeom prst="ellipse">
                <a:avLst/>
              </a:prstGeom>
              <a:solidFill>
                <a:schemeClr val="bg1"/>
              </a:solidFill>
            </p:spPr>
          </p:pic>
          <p:pic>
            <p:nvPicPr>
              <p:cNvPr id="199" name="Picture 198">
                <a:extLst>
                  <a:ext uri="{FF2B5EF4-FFF2-40B4-BE49-F238E27FC236}">
                    <a16:creationId xmlns:a16="http://schemas.microsoft.com/office/drawing/2014/main" id="{2093345F-09E6-DB9F-D28F-AA0174D2B40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6976095" y="2574516"/>
                <a:ext cx="664522" cy="676715"/>
              </a:xfrm>
              <a:prstGeom prst="rect">
                <a:avLst/>
              </a:prstGeom>
            </p:spPr>
          </p:pic>
          <p:pic>
            <p:nvPicPr>
              <p:cNvPr id="200" name="Picture 199">
                <a:extLst>
                  <a:ext uri="{FF2B5EF4-FFF2-40B4-BE49-F238E27FC236}">
                    <a16:creationId xmlns:a16="http://schemas.microsoft.com/office/drawing/2014/main" id="{D686483B-4600-6636-CBFC-DE2B2C6EE3D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>
                <a:extLst>
                  <a:ext uri="{BEBA8EAE-BF5A-486C-A8C5-ECC9F3942E4B}">
                    <a14:imgProps xmlns:a14="http://schemas.microsoft.com/office/drawing/2010/main">
                      <a14:imgLayer r:embed="rId11">
                        <a14:imgEffect>
                          <a14:colorTemperature colorTemp="4700"/>
                        </a14:imgEffect>
                        <a14:imgEffect>
                          <a14:brightnessContrast bright="-20000" contrast="40000"/>
                        </a14:imgEffect>
                      </a14:imgLayer>
                    </a14:imgProps>
                  </a:ext>
                </a:extLst>
              </a:blip>
              <a:stretch>
                <a:fillRect/>
              </a:stretch>
            </p:blipFill>
            <p:spPr>
              <a:xfrm>
                <a:off x="7064641" y="2664144"/>
                <a:ext cx="487430" cy="488992"/>
              </a:xfrm>
              <a:prstGeom prst="ellipse">
                <a:avLst/>
              </a:prstGeom>
              <a:solidFill>
                <a:schemeClr val="bg1"/>
              </a:solidFill>
            </p:spPr>
          </p:pic>
        </p:grpSp>
      </p:grpSp>
      <p:pic>
        <p:nvPicPr>
          <p:cNvPr id="204" name="Picture 203">
            <a:extLst>
              <a:ext uri="{FF2B5EF4-FFF2-40B4-BE49-F238E27FC236}">
                <a16:creationId xmlns:a16="http://schemas.microsoft.com/office/drawing/2014/main" id="{96F0E3F9-E242-0176-7BDD-1171BC5D43CE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587713" y="863597"/>
            <a:ext cx="475706" cy="625929"/>
          </a:xfrm>
          <a:prstGeom prst="rect">
            <a:avLst/>
          </a:prstGeom>
        </p:spPr>
      </p:pic>
      <p:sp>
        <p:nvSpPr>
          <p:cNvPr id="208" name="Freeform: Shape 207">
            <a:extLst>
              <a:ext uri="{FF2B5EF4-FFF2-40B4-BE49-F238E27FC236}">
                <a16:creationId xmlns:a16="http://schemas.microsoft.com/office/drawing/2014/main" id="{C7912E22-A2EE-9529-24B9-585DDEE545EB}"/>
              </a:ext>
            </a:extLst>
          </p:cNvPr>
          <p:cNvSpPr/>
          <p:nvPr/>
        </p:nvSpPr>
        <p:spPr>
          <a:xfrm>
            <a:off x="5819775" y="1181100"/>
            <a:ext cx="2009775" cy="647700"/>
          </a:xfrm>
          <a:custGeom>
            <a:avLst/>
            <a:gdLst>
              <a:gd name="connsiteX0" fmla="*/ 2009775 w 2009775"/>
              <a:gd name="connsiteY0" fmla="*/ 0 h 647700"/>
              <a:gd name="connsiteX1" fmla="*/ 1266825 w 2009775"/>
              <a:gd name="connsiteY1" fmla="*/ 133350 h 647700"/>
              <a:gd name="connsiteX2" fmla="*/ 609600 w 2009775"/>
              <a:gd name="connsiteY2" fmla="*/ 542925 h 647700"/>
              <a:gd name="connsiteX3" fmla="*/ 0 w 2009775"/>
              <a:gd name="connsiteY3" fmla="*/ 647700 h 6477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009775" h="647700">
                <a:moveTo>
                  <a:pt x="2009775" y="0"/>
                </a:moveTo>
                <a:cubicBezTo>
                  <a:pt x="1754981" y="21431"/>
                  <a:pt x="1500187" y="42863"/>
                  <a:pt x="1266825" y="133350"/>
                </a:cubicBezTo>
                <a:cubicBezTo>
                  <a:pt x="1033463" y="223837"/>
                  <a:pt x="820737" y="457200"/>
                  <a:pt x="609600" y="542925"/>
                </a:cubicBezTo>
                <a:cubicBezTo>
                  <a:pt x="398462" y="628650"/>
                  <a:pt x="199231" y="638175"/>
                  <a:pt x="0" y="647700"/>
                </a:cubicBezTo>
              </a:path>
            </a:pathLst>
          </a:custGeom>
          <a:noFill/>
          <a:ln>
            <a:solidFill>
              <a:schemeClr val="accent6">
                <a:lumMod val="75000"/>
              </a:schemeClr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30" name="Freeform: Shape 229">
            <a:extLst>
              <a:ext uri="{FF2B5EF4-FFF2-40B4-BE49-F238E27FC236}">
                <a16:creationId xmlns:a16="http://schemas.microsoft.com/office/drawing/2014/main" id="{51193D66-DC81-C353-D61B-FB9156D9613E}"/>
              </a:ext>
            </a:extLst>
          </p:cNvPr>
          <p:cNvSpPr/>
          <p:nvPr/>
        </p:nvSpPr>
        <p:spPr>
          <a:xfrm>
            <a:off x="3533775" y="851552"/>
            <a:ext cx="4238625" cy="1472548"/>
          </a:xfrm>
          <a:custGeom>
            <a:avLst/>
            <a:gdLst>
              <a:gd name="connsiteX0" fmla="*/ 4238625 w 4238625"/>
              <a:gd name="connsiteY0" fmla="*/ 72373 h 1472548"/>
              <a:gd name="connsiteX1" fmla="*/ 1657350 w 4238625"/>
              <a:gd name="connsiteY1" fmla="*/ 158098 h 1472548"/>
              <a:gd name="connsiteX2" fmla="*/ 0 w 4238625"/>
              <a:gd name="connsiteY2" fmla="*/ 1472548 h 14725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4238625" h="1472548">
                <a:moveTo>
                  <a:pt x="4238625" y="72373"/>
                </a:moveTo>
                <a:cubicBezTo>
                  <a:pt x="3301206" y="-1446"/>
                  <a:pt x="2363787" y="-75264"/>
                  <a:pt x="1657350" y="158098"/>
                </a:cubicBezTo>
                <a:cubicBezTo>
                  <a:pt x="950913" y="391460"/>
                  <a:pt x="475456" y="932004"/>
                  <a:pt x="0" y="1472548"/>
                </a:cubicBezTo>
              </a:path>
            </a:pathLst>
          </a:custGeom>
          <a:noFill/>
          <a:ln>
            <a:solidFill>
              <a:schemeClr val="accent2">
                <a:lumMod val="75000"/>
              </a:schemeClr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grpSp>
        <p:nvGrpSpPr>
          <p:cNvPr id="266" name="Group 265">
            <a:extLst>
              <a:ext uri="{FF2B5EF4-FFF2-40B4-BE49-F238E27FC236}">
                <a16:creationId xmlns:a16="http://schemas.microsoft.com/office/drawing/2014/main" id="{E9FE2020-1732-15F3-B712-70849F4BBDD9}"/>
              </a:ext>
            </a:extLst>
          </p:cNvPr>
          <p:cNvGrpSpPr/>
          <p:nvPr/>
        </p:nvGrpSpPr>
        <p:grpSpPr>
          <a:xfrm>
            <a:off x="9106083" y="884873"/>
            <a:ext cx="1745352" cy="583376"/>
            <a:chOff x="9538950" y="2402423"/>
            <a:chExt cx="1745352" cy="583376"/>
          </a:xfrm>
        </p:grpSpPr>
        <p:pic>
          <p:nvPicPr>
            <p:cNvPr id="262" name="Picture 261">
              <a:extLst>
                <a:ext uri="{FF2B5EF4-FFF2-40B4-BE49-F238E27FC236}">
                  <a16:creationId xmlns:a16="http://schemas.microsoft.com/office/drawing/2014/main" id="{DC5BAB7D-002D-E997-DC9A-D5814939CF0C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10866423" y="2402423"/>
              <a:ext cx="417879" cy="583376"/>
            </a:xfrm>
            <a:prstGeom prst="rect">
              <a:avLst/>
            </a:prstGeom>
          </p:spPr>
        </p:pic>
        <p:pic>
          <p:nvPicPr>
            <p:cNvPr id="263" name="Picture 262">
              <a:extLst>
                <a:ext uri="{FF2B5EF4-FFF2-40B4-BE49-F238E27FC236}">
                  <a16:creationId xmlns:a16="http://schemas.microsoft.com/office/drawing/2014/main" id="{2D6093BF-B0A2-67D1-7239-96B4E115B5DD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/>
            <a:stretch>
              <a:fillRect/>
            </a:stretch>
          </p:blipFill>
          <p:spPr>
            <a:xfrm>
              <a:off x="10423932" y="2402423"/>
              <a:ext cx="413742" cy="583376"/>
            </a:xfrm>
            <a:prstGeom prst="rect">
              <a:avLst/>
            </a:prstGeom>
          </p:spPr>
        </p:pic>
        <p:pic>
          <p:nvPicPr>
            <p:cNvPr id="264" name="Picture 263">
              <a:extLst>
                <a:ext uri="{FF2B5EF4-FFF2-40B4-BE49-F238E27FC236}">
                  <a16:creationId xmlns:a16="http://schemas.microsoft.com/office/drawing/2014/main" id="{50445260-3B07-64F6-D008-48EFD42D61BA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/>
            <a:stretch>
              <a:fillRect/>
            </a:stretch>
          </p:blipFill>
          <p:spPr>
            <a:xfrm>
              <a:off x="9981441" y="2402423"/>
              <a:ext cx="413742" cy="583376"/>
            </a:xfrm>
            <a:prstGeom prst="rect">
              <a:avLst/>
            </a:prstGeom>
          </p:spPr>
        </p:pic>
        <p:pic>
          <p:nvPicPr>
            <p:cNvPr id="265" name="Picture 264">
              <a:extLst>
                <a:ext uri="{FF2B5EF4-FFF2-40B4-BE49-F238E27FC236}">
                  <a16:creationId xmlns:a16="http://schemas.microsoft.com/office/drawing/2014/main" id="{28D42C51-0F54-A578-790D-D6487B2C4C26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/>
            <a:stretch>
              <a:fillRect/>
            </a:stretch>
          </p:blipFill>
          <p:spPr>
            <a:xfrm>
              <a:off x="9538950" y="2402423"/>
              <a:ext cx="413742" cy="583376"/>
            </a:xfrm>
            <a:prstGeom prst="rect">
              <a:avLst/>
            </a:prstGeom>
          </p:spPr>
        </p:pic>
      </p:grpSp>
      <p:pic>
        <p:nvPicPr>
          <p:cNvPr id="267" name="Picture 266">
            <a:extLst>
              <a:ext uri="{FF2B5EF4-FFF2-40B4-BE49-F238E27FC236}">
                <a16:creationId xmlns:a16="http://schemas.microsoft.com/office/drawing/2014/main" id="{0801F466-70ED-F992-2C42-D1442679CFD0}"/>
              </a:ext>
            </a:extLst>
          </p:cNvPr>
          <p:cNvPicPr>
            <a:picLocks noChangeAspect="1"/>
          </p:cNvPicPr>
          <p:nvPr/>
        </p:nvPicPr>
        <p:blipFill>
          <a:blip r:embed="rId9">
            <a:duotone>
              <a:prstClr val="black"/>
              <a:schemeClr val="accent4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8588284" y="863596"/>
            <a:ext cx="475706" cy="625929"/>
          </a:xfrm>
          <a:prstGeom prst="rect">
            <a:avLst/>
          </a:prstGeom>
        </p:spPr>
      </p:pic>
      <p:sp>
        <p:nvSpPr>
          <p:cNvPr id="270" name="Freeform: Shape 269">
            <a:extLst>
              <a:ext uri="{FF2B5EF4-FFF2-40B4-BE49-F238E27FC236}">
                <a16:creationId xmlns:a16="http://schemas.microsoft.com/office/drawing/2014/main" id="{DE262C7E-5337-5A77-A635-5E90976F7A8B}"/>
              </a:ext>
            </a:extLst>
          </p:cNvPr>
          <p:cNvSpPr/>
          <p:nvPr/>
        </p:nvSpPr>
        <p:spPr>
          <a:xfrm>
            <a:off x="8793957" y="858269"/>
            <a:ext cx="274934" cy="287724"/>
          </a:xfrm>
          <a:custGeom>
            <a:avLst/>
            <a:gdLst>
              <a:gd name="connsiteX0" fmla="*/ 0 w 267789"/>
              <a:gd name="connsiteY0" fmla="*/ 0 h 277586"/>
              <a:gd name="connsiteX1" fmla="*/ 267789 w 267789"/>
              <a:gd name="connsiteY1" fmla="*/ 277586 h 277586"/>
              <a:gd name="connsiteX2" fmla="*/ 267789 w 267789"/>
              <a:gd name="connsiteY2" fmla="*/ 117566 h 277586"/>
              <a:gd name="connsiteX3" fmla="*/ 146957 w 267789"/>
              <a:gd name="connsiteY3" fmla="*/ 6531 h 277586"/>
              <a:gd name="connsiteX4" fmla="*/ 0 w 267789"/>
              <a:gd name="connsiteY4" fmla="*/ 0 h 277586"/>
              <a:gd name="connsiteX0" fmla="*/ 0 w 267789"/>
              <a:gd name="connsiteY0" fmla="*/ 613 h 278199"/>
              <a:gd name="connsiteX1" fmla="*/ 267789 w 267789"/>
              <a:gd name="connsiteY1" fmla="*/ 278199 h 278199"/>
              <a:gd name="connsiteX2" fmla="*/ 267789 w 267789"/>
              <a:gd name="connsiteY2" fmla="*/ 118179 h 278199"/>
              <a:gd name="connsiteX3" fmla="*/ 156482 w 267789"/>
              <a:gd name="connsiteY3" fmla="*/ 0 h 278199"/>
              <a:gd name="connsiteX4" fmla="*/ 0 w 267789"/>
              <a:gd name="connsiteY4" fmla="*/ 613 h 278199"/>
              <a:gd name="connsiteX0" fmla="*/ 0 w 270171"/>
              <a:gd name="connsiteY0" fmla="*/ 5375 h 278199"/>
              <a:gd name="connsiteX1" fmla="*/ 270171 w 270171"/>
              <a:gd name="connsiteY1" fmla="*/ 278199 h 278199"/>
              <a:gd name="connsiteX2" fmla="*/ 270171 w 270171"/>
              <a:gd name="connsiteY2" fmla="*/ 118179 h 278199"/>
              <a:gd name="connsiteX3" fmla="*/ 158864 w 270171"/>
              <a:gd name="connsiteY3" fmla="*/ 0 h 278199"/>
              <a:gd name="connsiteX4" fmla="*/ 0 w 270171"/>
              <a:gd name="connsiteY4" fmla="*/ 5375 h 278199"/>
              <a:gd name="connsiteX0" fmla="*/ 0 w 270171"/>
              <a:gd name="connsiteY0" fmla="*/ 5375 h 266292"/>
              <a:gd name="connsiteX1" fmla="*/ 263028 w 270171"/>
              <a:gd name="connsiteY1" fmla="*/ 266292 h 266292"/>
              <a:gd name="connsiteX2" fmla="*/ 270171 w 270171"/>
              <a:gd name="connsiteY2" fmla="*/ 118179 h 266292"/>
              <a:gd name="connsiteX3" fmla="*/ 158864 w 270171"/>
              <a:gd name="connsiteY3" fmla="*/ 0 h 266292"/>
              <a:gd name="connsiteX4" fmla="*/ 0 w 270171"/>
              <a:gd name="connsiteY4" fmla="*/ 5375 h 266292"/>
              <a:gd name="connsiteX0" fmla="*/ 0 w 274934"/>
              <a:gd name="connsiteY0" fmla="*/ 5375 h 287724"/>
              <a:gd name="connsiteX1" fmla="*/ 274934 w 274934"/>
              <a:gd name="connsiteY1" fmla="*/ 287724 h 287724"/>
              <a:gd name="connsiteX2" fmla="*/ 270171 w 274934"/>
              <a:gd name="connsiteY2" fmla="*/ 118179 h 287724"/>
              <a:gd name="connsiteX3" fmla="*/ 158864 w 274934"/>
              <a:gd name="connsiteY3" fmla="*/ 0 h 287724"/>
              <a:gd name="connsiteX4" fmla="*/ 0 w 274934"/>
              <a:gd name="connsiteY4" fmla="*/ 5375 h 2877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4934" h="287724">
                <a:moveTo>
                  <a:pt x="0" y="5375"/>
                </a:moveTo>
                <a:lnTo>
                  <a:pt x="274934" y="287724"/>
                </a:lnTo>
                <a:lnTo>
                  <a:pt x="270171" y="118179"/>
                </a:lnTo>
                <a:lnTo>
                  <a:pt x="158864" y="0"/>
                </a:lnTo>
                <a:lnTo>
                  <a:pt x="0" y="5375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31" name="Freeform: Shape 230">
            <a:extLst>
              <a:ext uri="{FF2B5EF4-FFF2-40B4-BE49-F238E27FC236}">
                <a16:creationId xmlns:a16="http://schemas.microsoft.com/office/drawing/2014/main" id="{B2621341-2143-36D7-42A7-BA50A8377DC0}"/>
              </a:ext>
            </a:extLst>
          </p:cNvPr>
          <p:cNvSpPr/>
          <p:nvPr/>
        </p:nvSpPr>
        <p:spPr>
          <a:xfrm>
            <a:off x="5799995" y="1077850"/>
            <a:ext cx="2009775" cy="647700"/>
          </a:xfrm>
          <a:custGeom>
            <a:avLst/>
            <a:gdLst>
              <a:gd name="connsiteX0" fmla="*/ 2009775 w 2009775"/>
              <a:gd name="connsiteY0" fmla="*/ 0 h 647700"/>
              <a:gd name="connsiteX1" fmla="*/ 1266825 w 2009775"/>
              <a:gd name="connsiteY1" fmla="*/ 133350 h 647700"/>
              <a:gd name="connsiteX2" fmla="*/ 609600 w 2009775"/>
              <a:gd name="connsiteY2" fmla="*/ 542925 h 647700"/>
              <a:gd name="connsiteX3" fmla="*/ 0 w 2009775"/>
              <a:gd name="connsiteY3" fmla="*/ 647700 h 6477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009775" h="647700">
                <a:moveTo>
                  <a:pt x="2009775" y="0"/>
                </a:moveTo>
                <a:cubicBezTo>
                  <a:pt x="1754981" y="21431"/>
                  <a:pt x="1500187" y="42863"/>
                  <a:pt x="1266825" y="133350"/>
                </a:cubicBezTo>
                <a:cubicBezTo>
                  <a:pt x="1033463" y="223837"/>
                  <a:pt x="820737" y="457200"/>
                  <a:pt x="609600" y="542925"/>
                </a:cubicBezTo>
                <a:cubicBezTo>
                  <a:pt x="398462" y="628650"/>
                  <a:pt x="199231" y="638175"/>
                  <a:pt x="0" y="647700"/>
                </a:cubicBezTo>
              </a:path>
            </a:pathLst>
          </a:custGeom>
          <a:noFill/>
          <a:ln>
            <a:solidFill>
              <a:schemeClr val="accent6">
                <a:lumMod val="75000"/>
              </a:schemeClr>
            </a:solidFill>
            <a:headEnd type="triangl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grpSp>
        <p:nvGrpSpPr>
          <p:cNvPr id="252" name="Group 251">
            <a:extLst>
              <a:ext uri="{FF2B5EF4-FFF2-40B4-BE49-F238E27FC236}">
                <a16:creationId xmlns:a16="http://schemas.microsoft.com/office/drawing/2014/main" id="{6E958C3B-D3CA-1DDF-2605-8A444360A02D}"/>
              </a:ext>
            </a:extLst>
          </p:cNvPr>
          <p:cNvGrpSpPr/>
          <p:nvPr/>
        </p:nvGrpSpPr>
        <p:grpSpPr>
          <a:xfrm>
            <a:off x="4589288" y="1373398"/>
            <a:ext cx="480439" cy="635200"/>
            <a:chOff x="6238875" y="2481185"/>
            <a:chExt cx="480439" cy="635200"/>
          </a:xfrm>
        </p:grpSpPr>
        <p:pic>
          <p:nvPicPr>
            <p:cNvPr id="232" name="Picture 231">
              <a:extLst>
                <a:ext uri="{FF2B5EF4-FFF2-40B4-BE49-F238E27FC236}">
                  <a16:creationId xmlns:a16="http://schemas.microsoft.com/office/drawing/2014/main" id="{935F2566-DADA-0AD0-51A1-852C267149AF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duotone>
                <a:prstClr val="black"/>
                <a:schemeClr val="accent4">
                  <a:tint val="45000"/>
                  <a:satMod val="400000"/>
                </a:schemeClr>
              </a:duotone>
            </a:blip>
            <a:stretch>
              <a:fillRect/>
            </a:stretch>
          </p:blipFill>
          <p:spPr>
            <a:xfrm>
              <a:off x="6238875" y="2490456"/>
              <a:ext cx="475706" cy="625929"/>
            </a:xfrm>
            <a:prstGeom prst="rect">
              <a:avLst/>
            </a:prstGeom>
          </p:spPr>
        </p:pic>
        <p:sp>
          <p:nvSpPr>
            <p:cNvPr id="233" name="Freeform: Shape 232">
              <a:extLst>
                <a:ext uri="{FF2B5EF4-FFF2-40B4-BE49-F238E27FC236}">
                  <a16:creationId xmlns:a16="http://schemas.microsoft.com/office/drawing/2014/main" id="{493EE4CD-F94C-EB75-269B-B04F7B3F9084}"/>
                </a:ext>
              </a:extLst>
            </p:cNvPr>
            <p:cNvSpPr/>
            <p:nvPr/>
          </p:nvSpPr>
          <p:spPr>
            <a:xfrm>
              <a:off x="6444380" y="2481185"/>
              <a:ext cx="274934" cy="287724"/>
            </a:xfrm>
            <a:custGeom>
              <a:avLst/>
              <a:gdLst>
                <a:gd name="connsiteX0" fmla="*/ 0 w 267789"/>
                <a:gd name="connsiteY0" fmla="*/ 0 h 277586"/>
                <a:gd name="connsiteX1" fmla="*/ 267789 w 267789"/>
                <a:gd name="connsiteY1" fmla="*/ 277586 h 277586"/>
                <a:gd name="connsiteX2" fmla="*/ 267789 w 267789"/>
                <a:gd name="connsiteY2" fmla="*/ 117566 h 277586"/>
                <a:gd name="connsiteX3" fmla="*/ 146957 w 267789"/>
                <a:gd name="connsiteY3" fmla="*/ 6531 h 277586"/>
                <a:gd name="connsiteX4" fmla="*/ 0 w 267789"/>
                <a:gd name="connsiteY4" fmla="*/ 0 h 277586"/>
                <a:gd name="connsiteX0" fmla="*/ 0 w 267789"/>
                <a:gd name="connsiteY0" fmla="*/ 613 h 278199"/>
                <a:gd name="connsiteX1" fmla="*/ 267789 w 267789"/>
                <a:gd name="connsiteY1" fmla="*/ 278199 h 278199"/>
                <a:gd name="connsiteX2" fmla="*/ 267789 w 267789"/>
                <a:gd name="connsiteY2" fmla="*/ 118179 h 278199"/>
                <a:gd name="connsiteX3" fmla="*/ 156482 w 267789"/>
                <a:gd name="connsiteY3" fmla="*/ 0 h 278199"/>
                <a:gd name="connsiteX4" fmla="*/ 0 w 267789"/>
                <a:gd name="connsiteY4" fmla="*/ 613 h 278199"/>
                <a:gd name="connsiteX0" fmla="*/ 0 w 270171"/>
                <a:gd name="connsiteY0" fmla="*/ 5375 h 278199"/>
                <a:gd name="connsiteX1" fmla="*/ 270171 w 270171"/>
                <a:gd name="connsiteY1" fmla="*/ 278199 h 278199"/>
                <a:gd name="connsiteX2" fmla="*/ 270171 w 270171"/>
                <a:gd name="connsiteY2" fmla="*/ 118179 h 278199"/>
                <a:gd name="connsiteX3" fmla="*/ 158864 w 270171"/>
                <a:gd name="connsiteY3" fmla="*/ 0 h 278199"/>
                <a:gd name="connsiteX4" fmla="*/ 0 w 270171"/>
                <a:gd name="connsiteY4" fmla="*/ 5375 h 278199"/>
                <a:gd name="connsiteX0" fmla="*/ 0 w 270171"/>
                <a:gd name="connsiteY0" fmla="*/ 5375 h 266292"/>
                <a:gd name="connsiteX1" fmla="*/ 263028 w 270171"/>
                <a:gd name="connsiteY1" fmla="*/ 266292 h 266292"/>
                <a:gd name="connsiteX2" fmla="*/ 270171 w 270171"/>
                <a:gd name="connsiteY2" fmla="*/ 118179 h 266292"/>
                <a:gd name="connsiteX3" fmla="*/ 158864 w 270171"/>
                <a:gd name="connsiteY3" fmla="*/ 0 h 266292"/>
                <a:gd name="connsiteX4" fmla="*/ 0 w 270171"/>
                <a:gd name="connsiteY4" fmla="*/ 5375 h 266292"/>
                <a:gd name="connsiteX0" fmla="*/ 0 w 274934"/>
                <a:gd name="connsiteY0" fmla="*/ 5375 h 287724"/>
                <a:gd name="connsiteX1" fmla="*/ 274934 w 274934"/>
                <a:gd name="connsiteY1" fmla="*/ 287724 h 287724"/>
                <a:gd name="connsiteX2" fmla="*/ 270171 w 274934"/>
                <a:gd name="connsiteY2" fmla="*/ 118179 h 287724"/>
                <a:gd name="connsiteX3" fmla="*/ 158864 w 274934"/>
                <a:gd name="connsiteY3" fmla="*/ 0 h 287724"/>
                <a:gd name="connsiteX4" fmla="*/ 0 w 274934"/>
                <a:gd name="connsiteY4" fmla="*/ 5375 h 2877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74934" h="287724">
                  <a:moveTo>
                    <a:pt x="0" y="5375"/>
                  </a:moveTo>
                  <a:lnTo>
                    <a:pt x="274934" y="287724"/>
                  </a:lnTo>
                  <a:lnTo>
                    <a:pt x="270171" y="118179"/>
                  </a:lnTo>
                  <a:lnTo>
                    <a:pt x="158864" y="0"/>
                  </a:lnTo>
                  <a:lnTo>
                    <a:pt x="0" y="5375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EF5EA968-8D00-F41D-D0A8-FC64730037A4}"/>
              </a:ext>
            </a:extLst>
          </p:cNvPr>
          <p:cNvGrpSpPr/>
          <p:nvPr/>
        </p:nvGrpSpPr>
        <p:grpSpPr>
          <a:xfrm>
            <a:off x="4975127" y="1161045"/>
            <a:ext cx="821464" cy="913071"/>
            <a:chOff x="8941274" y="4193447"/>
            <a:chExt cx="821464" cy="913071"/>
          </a:xfrm>
        </p:grpSpPr>
        <p:sp>
          <p:nvSpPr>
            <p:cNvPr id="18" name="Rectangle: Rounded Corners 17">
              <a:extLst>
                <a:ext uri="{FF2B5EF4-FFF2-40B4-BE49-F238E27FC236}">
                  <a16:creationId xmlns:a16="http://schemas.microsoft.com/office/drawing/2014/main" id="{62FE9138-F239-1BF8-C287-DB920AEB8206}"/>
                </a:ext>
              </a:extLst>
            </p:cNvPr>
            <p:cNvSpPr/>
            <p:nvPr/>
          </p:nvSpPr>
          <p:spPr>
            <a:xfrm>
              <a:off x="9037553" y="4455376"/>
              <a:ext cx="628907" cy="628907"/>
            </a:xfrm>
            <a:prstGeom prst="roundRect">
              <a:avLst>
                <a:gd name="adj" fmla="val 8678"/>
              </a:avLst>
            </a:prstGeom>
            <a:solidFill>
              <a:schemeClr val="bg1"/>
            </a:solidFill>
            <a:ln w="28575">
              <a:solidFill>
                <a:srgbClr val="3963DA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srgbClr val="3963DA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B4A7B4A0-FA09-5CB4-B4FD-5792D14C4E92}"/>
                </a:ext>
              </a:extLst>
            </p:cNvPr>
            <p:cNvSpPr txBox="1"/>
            <p:nvPr/>
          </p:nvSpPr>
          <p:spPr>
            <a:xfrm>
              <a:off x="8941274" y="4644853"/>
              <a:ext cx="821464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3963DA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Global Broker</a:t>
              </a:r>
            </a:p>
          </p:txBody>
        </p:sp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D86962A2-8656-1302-EE63-E481FE30332E}"/>
                </a:ext>
              </a:extLst>
            </p:cNvPr>
            <p:cNvGrpSpPr/>
            <p:nvPr/>
          </p:nvGrpSpPr>
          <p:grpSpPr>
            <a:xfrm>
              <a:off x="9094796" y="4193447"/>
              <a:ext cx="514420" cy="523858"/>
              <a:chOff x="6520709" y="4021299"/>
              <a:chExt cx="664522" cy="676715"/>
            </a:xfrm>
          </p:grpSpPr>
          <p:pic>
            <p:nvPicPr>
              <p:cNvPr id="21" name="Picture 20">
                <a:extLst>
                  <a:ext uri="{FF2B5EF4-FFF2-40B4-BE49-F238E27FC236}">
                    <a16:creationId xmlns:a16="http://schemas.microsoft.com/office/drawing/2014/main" id="{EF935A95-D390-9E7E-344F-686BD00D869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6520709" y="4021299"/>
                <a:ext cx="664522" cy="676715"/>
              </a:xfrm>
              <a:prstGeom prst="rect">
                <a:avLst/>
              </a:prstGeom>
            </p:spPr>
          </p:pic>
          <p:sp>
            <p:nvSpPr>
              <p:cNvPr id="22" name="Oval 21">
                <a:extLst>
                  <a:ext uri="{FF2B5EF4-FFF2-40B4-BE49-F238E27FC236}">
                    <a16:creationId xmlns:a16="http://schemas.microsoft.com/office/drawing/2014/main" id="{4B7CE025-3529-349C-526A-4E6009D0C0B4}"/>
                  </a:ext>
                </a:extLst>
              </p:cNvPr>
              <p:cNvSpPr/>
              <p:nvPr/>
            </p:nvSpPr>
            <p:spPr>
              <a:xfrm>
                <a:off x="6610176" y="4113239"/>
                <a:ext cx="485588" cy="485586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pic>
            <p:nvPicPr>
              <p:cNvPr id="25" name="Picture 24">
                <a:extLst>
                  <a:ext uri="{FF2B5EF4-FFF2-40B4-BE49-F238E27FC236}">
                    <a16:creationId xmlns:a16="http://schemas.microsoft.com/office/drawing/2014/main" id="{78E697B3-8228-1713-024A-D21012DFB25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6647343" y="4147676"/>
                <a:ext cx="424360" cy="387637"/>
              </a:xfrm>
              <a:prstGeom prst="rect">
                <a:avLst/>
              </a:prstGeom>
            </p:spPr>
          </p:pic>
        </p:grpSp>
      </p:grpSp>
      <p:grpSp>
        <p:nvGrpSpPr>
          <p:cNvPr id="253" name="Group 252">
            <a:extLst>
              <a:ext uri="{FF2B5EF4-FFF2-40B4-BE49-F238E27FC236}">
                <a16:creationId xmlns:a16="http://schemas.microsoft.com/office/drawing/2014/main" id="{1C349182-3D56-DE11-DA96-AFAD06A186ED}"/>
              </a:ext>
            </a:extLst>
          </p:cNvPr>
          <p:cNvGrpSpPr/>
          <p:nvPr/>
        </p:nvGrpSpPr>
        <p:grpSpPr>
          <a:xfrm>
            <a:off x="11164420" y="3622704"/>
            <a:ext cx="970364" cy="1164438"/>
            <a:chOff x="10835927" y="2405227"/>
            <a:chExt cx="970364" cy="1164438"/>
          </a:xfrm>
        </p:grpSpPr>
        <p:pic>
          <p:nvPicPr>
            <p:cNvPr id="254" name="Picture 253">
              <a:extLst>
                <a:ext uri="{FF2B5EF4-FFF2-40B4-BE49-F238E27FC236}">
                  <a16:creationId xmlns:a16="http://schemas.microsoft.com/office/drawing/2014/main" id="{C63E7437-A484-DF20-C726-F443E85F2D47}"/>
                </a:ext>
              </a:extLst>
            </p:cNvPr>
            <p:cNvPicPr>
              <a:picLocks noChangeAspect="1"/>
            </p:cNvPicPr>
            <p:nvPr/>
          </p:nvPicPr>
          <p:blipFill>
            <a:blip r:embed="rId17"/>
            <a:stretch>
              <a:fillRect/>
            </a:stretch>
          </p:blipFill>
          <p:spPr>
            <a:xfrm>
              <a:off x="10835927" y="2405227"/>
              <a:ext cx="970364" cy="1164438"/>
            </a:xfrm>
            <a:prstGeom prst="rect">
              <a:avLst/>
            </a:prstGeom>
          </p:spPr>
        </p:pic>
        <p:pic>
          <p:nvPicPr>
            <p:cNvPr id="255" name="Picture 254" descr="Space4Water Portal">
              <a:extLst>
                <a:ext uri="{FF2B5EF4-FFF2-40B4-BE49-F238E27FC236}">
                  <a16:creationId xmlns:a16="http://schemas.microsoft.com/office/drawing/2014/main" id="{0526A2C9-BCD3-E55F-F82D-F62A45796F26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1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555" t="31422" r="63711" b="36133"/>
            <a:stretch/>
          </p:blipFill>
          <p:spPr bwMode="auto">
            <a:xfrm rot="21430420">
              <a:off x="11363402" y="3178637"/>
              <a:ext cx="143756" cy="15176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329" name="Group 328">
            <a:extLst>
              <a:ext uri="{FF2B5EF4-FFF2-40B4-BE49-F238E27FC236}">
                <a16:creationId xmlns:a16="http://schemas.microsoft.com/office/drawing/2014/main" id="{18F818CE-AC0E-88A8-22DD-7EE20C69D07D}"/>
              </a:ext>
            </a:extLst>
          </p:cNvPr>
          <p:cNvGrpSpPr/>
          <p:nvPr/>
        </p:nvGrpSpPr>
        <p:grpSpPr>
          <a:xfrm>
            <a:off x="6091945" y="2291271"/>
            <a:ext cx="3910790" cy="1002588"/>
            <a:chOff x="6091945" y="2291271"/>
            <a:chExt cx="3910790" cy="1002588"/>
          </a:xfrm>
        </p:grpSpPr>
        <p:grpSp>
          <p:nvGrpSpPr>
            <p:cNvPr id="306" name="Group 305">
              <a:extLst>
                <a:ext uri="{FF2B5EF4-FFF2-40B4-BE49-F238E27FC236}">
                  <a16:creationId xmlns:a16="http://schemas.microsoft.com/office/drawing/2014/main" id="{790ABCB0-ADCC-0761-EA29-BF4BF0BC2588}"/>
                </a:ext>
              </a:extLst>
            </p:cNvPr>
            <p:cNvGrpSpPr/>
            <p:nvPr/>
          </p:nvGrpSpPr>
          <p:grpSpPr>
            <a:xfrm>
              <a:off x="6091945" y="2291271"/>
              <a:ext cx="821464" cy="995698"/>
              <a:chOff x="9666460" y="941309"/>
              <a:chExt cx="821464" cy="995698"/>
            </a:xfrm>
          </p:grpSpPr>
          <p:sp>
            <p:nvSpPr>
              <p:cNvPr id="307" name="Rectangle: Rounded Corners 306">
                <a:extLst>
                  <a:ext uri="{FF2B5EF4-FFF2-40B4-BE49-F238E27FC236}">
                    <a16:creationId xmlns:a16="http://schemas.microsoft.com/office/drawing/2014/main" id="{9AB75231-8BBA-FC3A-E321-47942B6F6BB3}"/>
                  </a:ext>
                </a:extLst>
              </p:cNvPr>
              <p:cNvSpPr/>
              <p:nvPr/>
            </p:nvSpPr>
            <p:spPr>
              <a:xfrm>
                <a:off x="9762739" y="1285865"/>
                <a:ext cx="628907" cy="628907"/>
              </a:xfrm>
              <a:prstGeom prst="roundRect">
                <a:avLst>
                  <a:gd name="adj" fmla="val 8678"/>
                </a:avLst>
              </a:prstGeom>
              <a:solidFill>
                <a:schemeClr val="bg1"/>
              </a:solidFill>
              <a:ln w="28575">
                <a:solidFill>
                  <a:srgbClr val="3963DA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3963DA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308" name="TextBox 307">
                <a:extLst>
                  <a:ext uri="{FF2B5EF4-FFF2-40B4-BE49-F238E27FC236}">
                    <a16:creationId xmlns:a16="http://schemas.microsoft.com/office/drawing/2014/main" id="{BD593567-8E20-0479-7A8B-AF2A69BF05D9}"/>
                  </a:ext>
                </a:extLst>
              </p:cNvPr>
              <p:cNvSpPr txBox="1"/>
              <p:nvPr/>
            </p:nvSpPr>
            <p:spPr>
              <a:xfrm>
                <a:off x="9666460" y="1475342"/>
                <a:ext cx="821464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3963DA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W2-GTS Gateway</a:t>
                </a:r>
              </a:p>
            </p:txBody>
          </p:sp>
          <p:grpSp>
            <p:nvGrpSpPr>
              <p:cNvPr id="309" name="Group 308">
                <a:extLst>
                  <a:ext uri="{FF2B5EF4-FFF2-40B4-BE49-F238E27FC236}">
                    <a16:creationId xmlns:a16="http://schemas.microsoft.com/office/drawing/2014/main" id="{1EEA8B50-E570-2FB3-0697-EB44E0DC1D9D}"/>
                  </a:ext>
                </a:extLst>
              </p:cNvPr>
              <p:cNvGrpSpPr/>
              <p:nvPr/>
            </p:nvGrpSpPr>
            <p:grpSpPr>
              <a:xfrm>
                <a:off x="9815731" y="1019607"/>
                <a:ext cx="522922" cy="532516"/>
                <a:chOff x="9610100" y="3519705"/>
                <a:chExt cx="498392" cy="507536"/>
              </a:xfrm>
            </p:grpSpPr>
            <p:pic>
              <p:nvPicPr>
                <p:cNvPr id="311" name="Picture 310">
                  <a:extLst>
                    <a:ext uri="{FF2B5EF4-FFF2-40B4-BE49-F238E27FC236}">
                      <a16:creationId xmlns:a16="http://schemas.microsoft.com/office/drawing/2014/main" id="{B1A3D017-7ED2-86CF-A629-F7DFDB13E21C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9610100" y="3519705"/>
                  <a:ext cx="498392" cy="507536"/>
                </a:xfrm>
                <a:prstGeom prst="rect">
                  <a:avLst/>
                </a:prstGeom>
              </p:spPr>
            </p:pic>
            <p:pic>
              <p:nvPicPr>
                <p:cNvPr id="312" name="Picture 311">
                  <a:extLst>
                    <a:ext uri="{FF2B5EF4-FFF2-40B4-BE49-F238E27FC236}">
                      <a16:creationId xmlns:a16="http://schemas.microsoft.com/office/drawing/2014/main" id="{ADDF8840-2B72-A9A1-CBA0-B252C40B2B21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9"/>
                <a:srcRect l="6381" t="6381" r="6381" b="6381"/>
                <a:stretch/>
              </p:blipFill>
              <p:spPr>
                <a:xfrm>
                  <a:off x="9680900" y="3595077"/>
                  <a:ext cx="356792" cy="356792"/>
                </a:xfrm>
                <a:prstGeom prst="ellipse">
                  <a:avLst/>
                </a:prstGeom>
                <a:solidFill>
                  <a:schemeClr val="bg1"/>
                </a:solidFill>
              </p:spPr>
            </p:pic>
          </p:grpSp>
          <p:pic>
            <p:nvPicPr>
              <p:cNvPr id="310" name="Picture 309">
                <a:extLst>
                  <a:ext uri="{FF2B5EF4-FFF2-40B4-BE49-F238E27FC236}">
                    <a16:creationId xmlns:a16="http://schemas.microsoft.com/office/drawing/2014/main" id="{9BE52C8B-DFB4-8C2A-BCDB-5B599D15D6E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0"/>
              <a:srcRect l="70600" t="4796" r="541" b="37615"/>
              <a:stretch/>
            </p:blipFill>
            <p:spPr>
              <a:xfrm>
                <a:off x="10136699" y="941309"/>
                <a:ext cx="255340" cy="266096"/>
              </a:xfrm>
              <a:prstGeom prst="ellipse">
                <a:avLst/>
              </a:prstGeom>
            </p:spPr>
          </p:pic>
        </p:grpSp>
        <p:grpSp>
          <p:nvGrpSpPr>
            <p:cNvPr id="313" name="Group 312">
              <a:extLst>
                <a:ext uri="{FF2B5EF4-FFF2-40B4-BE49-F238E27FC236}">
                  <a16:creationId xmlns:a16="http://schemas.microsoft.com/office/drawing/2014/main" id="{FDF01549-DA4E-FE43-E8D8-39B2974B3155}"/>
                </a:ext>
              </a:extLst>
            </p:cNvPr>
            <p:cNvGrpSpPr/>
            <p:nvPr/>
          </p:nvGrpSpPr>
          <p:grpSpPr>
            <a:xfrm>
              <a:off x="9181271" y="2300144"/>
              <a:ext cx="821464" cy="993715"/>
              <a:chOff x="10807402" y="1038680"/>
              <a:chExt cx="821464" cy="993715"/>
            </a:xfrm>
          </p:grpSpPr>
          <p:sp>
            <p:nvSpPr>
              <p:cNvPr id="314" name="Rectangle: Rounded Corners 313">
                <a:extLst>
                  <a:ext uri="{FF2B5EF4-FFF2-40B4-BE49-F238E27FC236}">
                    <a16:creationId xmlns:a16="http://schemas.microsoft.com/office/drawing/2014/main" id="{34877D29-D69B-8AE2-CD96-309D67BB46AC}"/>
                  </a:ext>
                </a:extLst>
              </p:cNvPr>
              <p:cNvSpPr/>
              <p:nvPr/>
            </p:nvSpPr>
            <p:spPr>
              <a:xfrm>
                <a:off x="10903681" y="1381253"/>
                <a:ext cx="628907" cy="628907"/>
              </a:xfrm>
              <a:prstGeom prst="roundRect">
                <a:avLst>
                  <a:gd name="adj" fmla="val 8678"/>
                </a:avLst>
              </a:prstGeom>
              <a:solidFill>
                <a:schemeClr val="bg1"/>
              </a:solidFill>
              <a:ln w="28575">
                <a:solidFill>
                  <a:srgbClr val="3963DA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3963DA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315" name="TextBox 314">
                <a:extLst>
                  <a:ext uri="{FF2B5EF4-FFF2-40B4-BE49-F238E27FC236}">
                    <a16:creationId xmlns:a16="http://schemas.microsoft.com/office/drawing/2014/main" id="{84E87069-A6E5-DE95-FE25-0ECB816AE877}"/>
                  </a:ext>
                </a:extLst>
              </p:cNvPr>
              <p:cNvSpPr txBox="1"/>
              <p:nvPr/>
            </p:nvSpPr>
            <p:spPr>
              <a:xfrm>
                <a:off x="10807402" y="1570730"/>
                <a:ext cx="821464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3963DA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W2-GTS Gateway</a:t>
                </a:r>
              </a:p>
            </p:txBody>
          </p:sp>
          <p:grpSp>
            <p:nvGrpSpPr>
              <p:cNvPr id="316" name="Group 315">
                <a:extLst>
                  <a:ext uri="{FF2B5EF4-FFF2-40B4-BE49-F238E27FC236}">
                    <a16:creationId xmlns:a16="http://schemas.microsoft.com/office/drawing/2014/main" id="{021C0CF8-A641-BD2E-609D-68683AB5CA52}"/>
                  </a:ext>
                </a:extLst>
              </p:cNvPr>
              <p:cNvGrpSpPr/>
              <p:nvPr/>
            </p:nvGrpSpPr>
            <p:grpSpPr>
              <a:xfrm>
                <a:off x="10956673" y="1114995"/>
                <a:ext cx="522922" cy="532516"/>
                <a:chOff x="9610100" y="3519705"/>
                <a:chExt cx="498392" cy="507536"/>
              </a:xfrm>
            </p:grpSpPr>
            <p:pic>
              <p:nvPicPr>
                <p:cNvPr id="318" name="Picture 317">
                  <a:extLst>
                    <a:ext uri="{FF2B5EF4-FFF2-40B4-BE49-F238E27FC236}">
                      <a16:creationId xmlns:a16="http://schemas.microsoft.com/office/drawing/2014/main" id="{A05C31FD-7C5B-EABE-8488-9848482F80C0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9610100" y="3519705"/>
                  <a:ext cx="498392" cy="507536"/>
                </a:xfrm>
                <a:prstGeom prst="rect">
                  <a:avLst/>
                </a:prstGeom>
              </p:spPr>
            </p:pic>
            <p:pic>
              <p:nvPicPr>
                <p:cNvPr id="319" name="Picture 318">
                  <a:extLst>
                    <a:ext uri="{FF2B5EF4-FFF2-40B4-BE49-F238E27FC236}">
                      <a16:creationId xmlns:a16="http://schemas.microsoft.com/office/drawing/2014/main" id="{94B803E2-EC50-8949-B30A-F537313F235E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9"/>
                <a:srcRect l="6381" t="6381" r="6381" b="6381"/>
                <a:stretch/>
              </p:blipFill>
              <p:spPr>
                <a:xfrm>
                  <a:off x="9680900" y="3595077"/>
                  <a:ext cx="356792" cy="356792"/>
                </a:xfrm>
                <a:prstGeom prst="ellipse">
                  <a:avLst/>
                </a:prstGeom>
                <a:solidFill>
                  <a:schemeClr val="bg1"/>
                </a:solidFill>
              </p:spPr>
            </p:pic>
          </p:grpSp>
          <p:pic>
            <p:nvPicPr>
              <p:cNvPr id="317" name="Picture 316">
                <a:extLst>
                  <a:ext uri="{FF2B5EF4-FFF2-40B4-BE49-F238E27FC236}">
                    <a16:creationId xmlns:a16="http://schemas.microsoft.com/office/drawing/2014/main" id="{DA93535D-6727-6236-7514-196E101EE02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0"/>
              <a:srcRect l="-953" t="6033" r="72094" b="41106"/>
              <a:stretch/>
            </p:blipFill>
            <p:spPr>
              <a:xfrm>
                <a:off x="11283093" y="1038680"/>
                <a:ext cx="255340" cy="244246"/>
              </a:xfrm>
              <a:prstGeom prst="ellipse">
                <a:avLst/>
              </a:prstGeom>
            </p:spPr>
          </p:pic>
        </p:grpSp>
      </p:grpSp>
      <p:grpSp>
        <p:nvGrpSpPr>
          <p:cNvPr id="330" name="Group 329">
            <a:extLst>
              <a:ext uri="{FF2B5EF4-FFF2-40B4-BE49-F238E27FC236}">
                <a16:creationId xmlns:a16="http://schemas.microsoft.com/office/drawing/2014/main" id="{29B56641-53E5-BF64-52CA-1482B632836F}"/>
              </a:ext>
            </a:extLst>
          </p:cNvPr>
          <p:cNvGrpSpPr/>
          <p:nvPr/>
        </p:nvGrpSpPr>
        <p:grpSpPr>
          <a:xfrm>
            <a:off x="5495925" y="1943100"/>
            <a:ext cx="3686175" cy="933450"/>
            <a:chOff x="5495925" y="1943100"/>
            <a:chExt cx="3686175" cy="933450"/>
          </a:xfrm>
        </p:grpSpPr>
        <p:sp>
          <p:nvSpPr>
            <p:cNvPr id="320" name="Freeform: Shape 319">
              <a:extLst>
                <a:ext uri="{FF2B5EF4-FFF2-40B4-BE49-F238E27FC236}">
                  <a16:creationId xmlns:a16="http://schemas.microsoft.com/office/drawing/2014/main" id="{FD976565-DD67-7C8A-8C4B-693686E8B158}"/>
                </a:ext>
              </a:extLst>
            </p:cNvPr>
            <p:cNvSpPr/>
            <p:nvPr/>
          </p:nvSpPr>
          <p:spPr>
            <a:xfrm>
              <a:off x="5495925" y="2105025"/>
              <a:ext cx="609600" cy="504825"/>
            </a:xfrm>
            <a:custGeom>
              <a:avLst/>
              <a:gdLst>
                <a:gd name="connsiteX0" fmla="*/ 609600 w 609600"/>
                <a:gd name="connsiteY0" fmla="*/ 504825 h 504825"/>
                <a:gd name="connsiteX1" fmla="*/ 257175 w 609600"/>
                <a:gd name="connsiteY1" fmla="*/ 381000 h 504825"/>
                <a:gd name="connsiteX2" fmla="*/ 0 w 609600"/>
                <a:gd name="connsiteY2" fmla="*/ 0 h 504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09600" h="504825">
                  <a:moveTo>
                    <a:pt x="609600" y="504825"/>
                  </a:moveTo>
                  <a:cubicBezTo>
                    <a:pt x="484187" y="484981"/>
                    <a:pt x="358775" y="465137"/>
                    <a:pt x="257175" y="381000"/>
                  </a:cubicBezTo>
                  <a:cubicBezTo>
                    <a:pt x="155575" y="296863"/>
                    <a:pt x="77787" y="148431"/>
                    <a:pt x="0" y="0"/>
                  </a:cubicBezTo>
                </a:path>
              </a:pathLst>
            </a:custGeom>
            <a:noFill/>
            <a:ln>
              <a:solidFill>
                <a:schemeClr val="accent6">
                  <a:lumMod val="75000"/>
                </a:schemeClr>
              </a:solidFill>
              <a:headEnd type="none" w="med" len="med"/>
              <a:tailEnd type="triangle" w="med" len="me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321" name="Freeform: Shape 320">
              <a:extLst>
                <a:ext uri="{FF2B5EF4-FFF2-40B4-BE49-F238E27FC236}">
                  <a16:creationId xmlns:a16="http://schemas.microsoft.com/office/drawing/2014/main" id="{32C1FA6F-8524-F4EF-906D-359094CA4064}"/>
                </a:ext>
              </a:extLst>
            </p:cNvPr>
            <p:cNvSpPr/>
            <p:nvPr/>
          </p:nvSpPr>
          <p:spPr>
            <a:xfrm>
              <a:off x="5810250" y="1943100"/>
              <a:ext cx="3371850" cy="933450"/>
            </a:xfrm>
            <a:custGeom>
              <a:avLst/>
              <a:gdLst>
                <a:gd name="connsiteX0" fmla="*/ 3371850 w 3371850"/>
                <a:gd name="connsiteY0" fmla="*/ 933450 h 933450"/>
                <a:gd name="connsiteX1" fmla="*/ 2419350 w 3371850"/>
                <a:gd name="connsiteY1" fmla="*/ 819150 h 933450"/>
                <a:gd name="connsiteX2" fmla="*/ 1390650 w 3371850"/>
                <a:gd name="connsiteY2" fmla="*/ 276225 h 933450"/>
                <a:gd name="connsiteX3" fmla="*/ 0 w 3371850"/>
                <a:gd name="connsiteY3" fmla="*/ 0 h 9334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371850" h="933450">
                  <a:moveTo>
                    <a:pt x="3371850" y="933450"/>
                  </a:moveTo>
                  <a:cubicBezTo>
                    <a:pt x="3060700" y="931068"/>
                    <a:pt x="2749550" y="928687"/>
                    <a:pt x="2419350" y="819150"/>
                  </a:cubicBezTo>
                  <a:cubicBezTo>
                    <a:pt x="2089150" y="709613"/>
                    <a:pt x="1793875" y="412750"/>
                    <a:pt x="1390650" y="276225"/>
                  </a:cubicBezTo>
                  <a:cubicBezTo>
                    <a:pt x="987425" y="139700"/>
                    <a:pt x="493712" y="69850"/>
                    <a:pt x="0" y="0"/>
                  </a:cubicBezTo>
                </a:path>
              </a:pathLst>
            </a:custGeom>
            <a:noFill/>
            <a:ln>
              <a:solidFill>
                <a:schemeClr val="accent6">
                  <a:lumMod val="75000"/>
                </a:schemeClr>
              </a:solidFill>
              <a:headEnd type="none" w="med" len="med"/>
              <a:tailEnd type="triangle" w="med" len="me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</p:grpSp>
      <p:sp>
        <p:nvSpPr>
          <p:cNvPr id="322" name="TextBox 321">
            <a:extLst>
              <a:ext uri="{FF2B5EF4-FFF2-40B4-BE49-F238E27FC236}">
                <a16:creationId xmlns:a16="http://schemas.microsoft.com/office/drawing/2014/main" id="{ECF155C4-E5EE-63BB-4EEB-8FBB153B389B}"/>
              </a:ext>
            </a:extLst>
          </p:cNvPr>
          <p:cNvSpPr txBox="1"/>
          <p:nvPr/>
        </p:nvSpPr>
        <p:spPr>
          <a:xfrm>
            <a:off x="1558819" y="5629159"/>
            <a:ext cx="5060363" cy="1200329"/>
          </a:xfrm>
          <a:prstGeom prst="rect">
            <a:avLst/>
          </a:prstGeom>
          <a:solidFill>
            <a:srgbClr val="FFFFFF">
              <a:alpha val="69804"/>
            </a:srgbClr>
          </a:solidFill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WIS2-to-GTS gateways</a:t>
            </a: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The “single report” BUFR data-objects are then compiled by the gateways into “collectives” according to the </a:t>
            </a:r>
            <a:r>
              <a:rPr kumimoji="0" lang="en-GB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properties.gts</a:t>
            </a: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in the WNM</a:t>
            </a:r>
          </a:p>
        </p:txBody>
      </p:sp>
      <p:grpSp>
        <p:nvGrpSpPr>
          <p:cNvPr id="323" name="Group 322">
            <a:extLst>
              <a:ext uri="{FF2B5EF4-FFF2-40B4-BE49-F238E27FC236}">
                <a16:creationId xmlns:a16="http://schemas.microsoft.com/office/drawing/2014/main" id="{348EDE7B-75E2-F736-9FBF-383EF95B99AA}"/>
              </a:ext>
            </a:extLst>
          </p:cNvPr>
          <p:cNvGrpSpPr/>
          <p:nvPr/>
        </p:nvGrpSpPr>
        <p:grpSpPr>
          <a:xfrm>
            <a:off x="5645909" y="2670154"/>
            <a:ext cx="480439" cy="635200"/>
            <a:chOff x="6238875" y="2481185"/>
            <a:chExt cx="480439" cy="635200"/>
          </a:xfrm>
        </p:grpSpPr>
        <p:pic>
          <p:nvPicPr>
            <p:cNvPr id="324" name="Picture 323">
              <a:extLst>
                <a:ext uri="{FF2B5EF4-FFF2-40B4-BE49-F238E27FC236}">
                  <a16:creationId xmlns:a16="http://schemas.microsoft.com/office/drawing/2014/main" id="{D1FA06E1-7D9F-D8FD-0C88-6C2199A2E6E5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duotone>
                <a:prstClr val="black"/>
                <a:schemeClr val="accent4">
                  <a:tint val="45000"/>
                  <a:satMod val="400000"/>
                </a:schemeClr>
              </a:duotone>
            </a:blip>
            <a:stretch>
              <a:fillRect/>
            </a:stretch>
          </p:blipFill>
          <p:spPr>
            <a:xfrm>
              <a:off x="6238875" y="2490456"/>
              <a:ext cx="475706" cy="625929"/>
            </a:xfrm>
            <a:prstGeom prst="rect">
              <a:avLst/>
            </a:prstGeom>
          </p:spPr>
        </p:pic>
        <p:sp>
          <p:nvSpPr>
            <p:cNvPr id="325" name="Freeform: Shape 324">
              <a:extLst>
                <a:ext uri="{FF2B5EF4-FFF2-40B4-BE49-F238E27FC236}">
                  <a16:creationId xmlns:a16="http://schemas.microsoft.com/office/drawing/2014/main" id="{D61498DF-FE56-F3DC-2C59-1E4296FF66E2}"/>
                </a:ext>
              </a:extLst>
            </p:cNvPr>
            <p:cNvSpPr/>
            <p:nvPr/>
          </p:nvSpPr>
          <p:spPr>
            <a:xfrm>
              <a:off x="6444380" y="2481185"/>
              <a:ext cx="274934" cy="287724"/>
            </a:xfrm>
            <a:custGeom>
              <a:avLst/>
              <a:gdLst>
                <a:gd name="connsiteX0" fmla="*/ 0 w 267789"/>
                <a:gd name="connsiteY0" fmla="*/ 0 h 277586"/>
                <a:gd name="connsiteX1" fmla="*/ 267789 w 267789"/>
                <a:gd name="connsiteY1" fmla="*/ 277586 h 277586"/>
                <a:gd name="connsiteX2" fmla="*/ 267789 w 267789"/>
                <a:gd name="connsiteY2" fmla="*/ 117566 h 277586"/>
                <a:gd name="connsiteX3" fmla="*/ 146957 w 267789"/>
                <a:gd name="connsiteY3" fmla="*/ 6531 h 277586"/>
                <a:gd name="connsiteX4" fmla="*/ 0 w 267789"/>
                <a:gd name="connsiteY4" fmla="*/ 0 h 277586"/>
                <a:gd name="connsiteX0" fmla="*/ 0 w 267789"/>
                <a:gd name="connsiteY0" fmla="*/ 613 h 278199"/>
                <a:gd name="connsiteX1" fmla="*/ 267789 w 267789"/>
                <a:gd name="connsiteY1" fmla="*/ 278199 h 278199"/>
                <a:gd name="connsiteX2" fmla="*/ 267789 w 267789"/>
                <a:gd name="connsiteY2" fmla="*/ 118179 h 278199"/>
                <a:gd name="connsiteX3" fmla="*/ 156482 w 267789"/>
                <a:gd name="connsiteY3" fmla="*/ 0 h 278199"/>
                <a:gd name="connsiteX4" fmla="*/ 0 w 267789"/>
                <a:gd name="connsiteY4" fmla="*/ 613 h 278199"/>
                <a:gd name="connsiteX0" fmla="*/ 0 w 270171"/>
                <a:gd name="connsiteY0" fmla="*/ 5375 h 278199"/>
                <a:gd name="connsiteX1" fmla="*/ 270171 w 270171"/>
                <a:gd name="connsiteY1" fmla="*/ 278199 h 278199"/>
                <a:gd name="connsiteX2" fmla="*/ 270171 w 270171"/>
                <a:gd name="connsiteY2" fmla="*/ 118179 h 278199"/>
                <a:gd name="connsiteX3" fmla="*/ 158864 w 270171"/>
                <a:gd name="connsiteY3" fmla="*/ 0 h 278199"/>
                <a:gd name="connsiteX4" fmla="*/ 0 w 270171"/>
                <a:gd name="connsiteY4" fmla="*/ 5375 h 278199"/>
                <a:gd name="connsiteX0" fmla="*/ 0 w 270171"/>
                <a:gd name="connsiteY0" fmla="*/ 5375 h 266292"/>
                <a:gd name="connsiteX1" fmla="*/ 263028 w 270171"/>
                <a:gd name="connsiteY1" fmla="*/ 266292 h 266292"/>
                <a:gd name="connsiteX2" fmla="*/ 270171 w 270171"/>
                <a:gd name="connsiteY2" fmla="*/ 118179 h 266292"/>
                <a:gd name="connsiteX3" fmla="*/ 158864 w 270171"/>
                <a:gd name="connsiteY3" fmla="*/ 0 h 266292"/>
                <a:gd name="connsiteX4" fmla="*/ 0 w 270171"/>
                <a:gd name="connsiteY4" fmla="*/ 5375 h 266292"/>
                <a:gd name="connsiteX0" fmla="*/ 0 w 274934"/>
                <a:gd name="connsiteY0" fmla="*/ 5375 h 287724"/>
                <a:gd name="connsiteX1" fmla="*/ 274934 w 274934"/>
                <a:gd name="connsiteY1" fmla="*/ 287724 h 287724"/>
                <a:gd name="connsiteX2" fmla="*/ 270171 w 274934"/>
                <a:gd name="connsiteY2" fmla="*/ 118179 h 287724"/>
                <a:gd name="connsiteX3" fmla="*/ 158864 w 274934"/>
                <a:gd name="connsiteY3" fmla="*/ 0 h 287724"/>
                <a:gd name="connsiteX4" fmla="*/ 0 w 274934"/>
                <a:gd name="connsiteY4" fmla="*/ 5375 h 2877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74934" h="287724">
                  <a:moveTo>
                    <a:pt x="0" y="5375"/>
                  </a:moveTo>
                  <a:lnTo>
                    <a:pt x="274934" y="287724"/>
                  </a:lnTo>
                  <a:lnTo>
                    <a:pt x="270171" y="118179"/>
                  </a:lnTo>
                  <a:lnTo>
                    <a:pt x="158864" y="0"/>
                  </a:lnTo>
                  <a:lnTo>
                    <a:pt x="0" y="5375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</p:grpSp>
      <p:grpSp>
        <p:nvGrpSpPr>
          <p:cNvPr id="326" name="Group 325">
            <a:extLst>
              <a:ext uri="{FF2B5EF4-FFF2-40B4-BE49-F238E27FC236}">
                <a16:creationId xmlns:a16="http://schemas.microsoft.com/office/drawing/2014/main" id="{368CB779-FBBD-313A-6F0F-79775DF05043}"/>
              </a:ext>
            </a:extLst>
          </p:cNvPr>
          <p:cNvGrpSpPr/>
          <p:nvPr/>
        </p:nvGrpSpPr>
        <p:grpSpPr>
          <a:xfrm>
            <a:off x="9989481" y="2666385"/>
            <a:ext cx="480439" cy="635200"/>
            <a:chOff x="6238875" y="2481185"/>
            <a:chExt cx="480439" cy="635200"/>
          </a:xfrm>
        </p:grpSpPr>
        <p:pic>
          <p:nvPicPr>
            <p:cNvPr id="327" name="Picture 326">
              <a:extLst>
                <a:ext uri="{FF2B5EF4-FFF2-40B4-BE49-F238E27FC236}">
                  <a16:creationId xmlns:a16="http://schemas.microsoft.com/office/drawing/2014/main" id="{99D04FE8-8EBB-9A93-3299-864A8BE61AB2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duotone>
                <a:prstClr val="black"/>
                <a:schemeClr val="accent4">
                  <a:tint val="45000"/>
                  <a:satMod val="400000"/>
                </a:schemeClr>
              </a:duotone>
            </a:blip>
            <a:stretch>
              <a:fillRect/>
            </a:stretch>
          </p:blipFill>
          <p:spPr>
            <a:xfrm>
              <a:off x="6238875" y="2490456"/>
              <a:ext cx="475706" cy="625929"/>
            </a:xfrm>
            <a:prstGeom prst="rect">
              <a:avLst/>
            </a:prstGeom>
          </p:spPr>
        </p:pic>
        <p:sp>
          <p:nvSpPr>
            <p:cNvPr id="328" name="Freeform: Shape 327">
              <a:extLst>
                <a:ext uri="{FF2B5EF4-FFF2-40B4-BE49-F238E27FC236}">
                  <a16:creationId xmlns:a16="http://schemas.microsoft.com/office/drawing/2014/main" id="{81FBBA71-FEE5-1E1C-64CB-A13ABF1F65C3}"/>
                </a:ext>
              </a:extLst>
            </p:cNvPr>
            <p:cNvSpPr/>
            <p:nvPr/>
          </p:nvSpPr>
          <p:spPr>
            <a:xfrm>
              <a:off x="6444380" y="2481185"/>
              <a:ext cx="274934" cy="287724"/>
            </a:xfrm>
            <a:custGeom>
              <a:avLst/>
              <a:gdLst>
                <a:gd name="connsiteX0" fmla="*/ 0 w 267789"/>
                <a:gd name="connsiteY0" fmla="*/ 0 h 277586"/>
                <a:gd name="connsiteX1" fmla="*/ 267789 w 267789"/>
                <a:gd name="connsiteY1" fmla="*/ 277586 h 277586"/>
                <a:gd name="connsiteX2" fmla="*/ 267789 w 267789"/>
                <a:gd name="connsiteY2" fmla="*/ 117566 h 277586"/>
                <a:gd name="connsiteX3" fmla="*/ 146957 w 267789"/>
                <a:gd name="connsiteY3" fmla="*/ 6531 h 277586"/>
                <a:gd name="connsiteX4" fmla="*/ 0 w 267789"/>
                <a:gd name="connsiteY4" fmla="*/ 0 h 277586"/>
                <a:gd name="connsiteX0" fmla="*/ 0 w 267789"/>
                <a:gd name="connsiteY0" fmla="*/ 613 h 278199"/>
                <a:gd name="connsiteX1" fmla="*/ 267789 w 267789"/>
                <a:gd name="connsiteY1" fmla="*/ 278199 h 278199"/>
                <a:gd name="connsiteX2" fmla="*/ 267789 w 267789"/>
                <a:gd name="connsiteY2" fmla="*/ 118179 h 278199"/>
                <a:gd name="connsiteX3" fmla="*/ 156482 w 267789"/>
                <a:gd name="connsiteY3" fmla="*/ 0 h 278199"/>
                <a:gd name="connsiteX4" fmla="*/ 0 w 267789"/>
                <a:gd name="connsiteY4" fmla="*/ 613 h 278199"/>
                <a:gd name="connsiteX0" fmla="*/ 0 w 270171"/>
                <a:gd name="connsiteY0" fmla="*/ 5375 h 278199"/>
                <a:gd name="connsiteX1" fmla="*/ 270171 w 270171"/>
                <a:gd name="connsiteY1" fmla="*/ 278199 h 278199"/>
                <a:gd name="connsiteX2" fmla="*/ 270171 w 270171"/>
                <a:gd name="connsiteY2" fmla="*/ 118179 h 278199"/>
                <a:gd name="connsiteX3" fmla="*/ 158864 w 270171"/>
                <a:gd name="connsiteY3" fmla="*/ 0 h 278199"/>
                <a:gd name="connsiteX4" fmla="*/ 0 w 270171"/>
                <a:gd name="connsiteY4" fmla="*/ 5375 h 278199"/>
                <a:gd name="connsiteX0" fmla="*/ 0 w 270171"/>
                <a:gd name="connsiteY0" fmla="*/ 5375 h 266292"/>
                <a:gd name="connsiteX1" fmla="*/ 263028 w 270171"/>
                <a:gd name="connsiteY1" fmla="*/ 266292 h 266292"/>
                <a:gd name="connsiteX2" fmla="*/ 270171 w 270171"/>
                <a:gd name="connsiteY2" fmla="*/ 118179 h 266292"/>
                <a:gd name="connsiteX3" fmla="*/ 158864 w 270171"/>
                <a:gd name="connsiteY3" fmla="*/ 0 h 266292"/>
                <a:gd name="connsiteX4" fmla="*/ 0 w 270171"/>
                <a:gd name="connsiteY4" fmla="*/ 5375 h 266292"/>
                <a:gd name="connsiteX0" fmla="*/ 0 w 274934"/>
                <a:gd name="connsiteY0" fmla="*/ 5375 h 287724"/>
                <a:gd name="connsiteX1" fmla="*/ 274934 w 274934"/>
                <a:gd name="connsiteY1" fmla="*/ 287724 h 287724"/>
                <a:gd name="connsiteX2" fmla="*/ 270171 w 274934"/>
                <a:gd name="connsiteY2" fmla="*/ 118179 h 287724"/>
                <a:gd name="connsiteX3" fmla="*/ 158864 w 274934"/>
                <a:gd name="connsiteY3" fmla="*/ 0 h 287724"/>
                <a:gd name="connsiteX4" fmla="*/ 0 w 274934"/>
                <a:gd name="connsiteY4" fmla="*/ 5375 h 2877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74934" h="287724">
                  <a:moveTo>
                    <a:pt x="0" y="5375"/>
                  </a:moveTo>
                  <a:lnTo>
                    <a:pt x="274934" y="287724"/>
                  </a:lnTo>
                  <a:lnTo>
                    <a:pt x="270171" y="118179"/>
                  </a:lnTo>
                  <a:lnTo>
                    <a:pt x="158864" y="0"/>
                  </a:lnTo>
                  <a:lnTo>
                    <a:pt x="0" y="5375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</p:grpSp>
      <p:sp>
        <p:nvSpPr>
          <p:cNvPr id="30" name="TextBox 29">
            <a:extLst>
              <a:ext uri="{FF2B5EF4-FFF2-40B4-BE49-F238E27FC236}">
                <a16:creationId xmlns:a16="http://schemas.microsoft.com/office/drawing/2014/main" id="{9ABA0EA4-50DB-C9D0-79A7-A4780F2A5794}"/>
              </a:ext>
            </a:extLst>
          </p:cNvPr>
          <p:cNvSpPr txBox="1"/>
          <p:nvPr/>
        </p:nvSpPr>
        <p:spPr>
          <a:xfrm>
            <a:off x="2059127" y="4567522"/>
            <a:ext cx="117919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1" i="0" u="none" strike="noStrike" kern="0" cap="none" spc="0" normalizeH="0" baseline="0" noProof="0" dirty="0">
                <a:ln>
                  <a:noFill/>
                </a:ln>
                <a:solidFill>
                  <a:srgbClr val="E8E8E8">
                    <a:lumMod val="75000"/>
                  </a:srgbClr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ISMD01TEST</a:t>
            </a:r>
            <a:endParaRPr kumimoji="0" lang="en-GB" sz="1600" b="1" i="0" u="none" strike="noStrike" kern="0" cap="none" spc="0" normalizeH="0" baseline="0" noProof="0" dirty="0">
              <a:ln>
                <a:noFill/>
              </a:ln>
              <a:solidFill>
                <a:srgbClr val="E8E8E8">
                  <a:lumMod val="75000"/>
                </a:srgbClr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+mn-cs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15A100EF-CF7A-E657-7BBB-A8F7A3D659DC}"/>
              </a:ext>
            </a:extLst>
          </p:cNvPr>
          <p:cNvSpPr txBox="1"/>
          <p:nvPr/>
        </p:nvSpPr>
        <p:spPr>
          <a:xfrm>
            <a:off x="4520975" y="2880049"/>
            <a:ext cx="117919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whitelist:</a:t>
            </a:r>
          </a:p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ISMD01TEST</a:t>
            </a:r>
            <a:endParaRPr kumimoji="0" lang="en-GB" sz="16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+mn-cs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1A2573F4-9310-4DFB-6614-8B7DB72259F0}"/>
              </a:ext>
            </a:extLst>
          </p:cNvPr>
          <p:cNvSpPr txBox="1"/>
          <p:nvPr/>
        </p:nvSpPr>
        <p:spPr>
          <a:xfrm>
            <a:off x="8133761" y="2880049"/>
            <a:ext cx="117919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whitelist:</a:t>
            </a:r>
          </a:p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ISMD01TEST</a:t>
            </a:r>
            <a:endParaRPr kumimoji="0" lang="en-GB" sz="16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+mn-cs"/>
            </a:endParaRPr>
          </a:p>
        </p:txBody>
      </p:sp>
      <p:grpSp>
        <p:nvGrpSpPr>
          <p:cNvPr id="268" name="Group 267">
            <a:extLst>
              <a:ext uri="{FF2B5EF4-FFF2-40B4-BE49-F238E27FC236}">
                <a16:creationId xmlns:a16="http://schemas.microsoft.com/office/drawing/2014/main" id="{346148D6-7F0C-2359-12A0-4CFE0FB0D086}"/>
              </a:ext>
            </a:extLst>
          </p:cNvPr>
          <p:cNvGrpSpPr/>
          <p:nvPr/>
        </p:nvGrpSpPr>
        <p:grpSpPr>
          <a:xfrm>
            <a:off x="3037962" y="3568446"/>
            <a:ext cx="8224599" cy="2603109"/>
            <a:chOff x="3037962" y="3577971"/>
            <a:chExt cx="8224599" cy="2603109"/>
          </a:xfrm>
        </p:grpSpPr>
        <p:grpSp>
          <p:nvGrpSpPr>
            <p:cNvPr id="269" name="Group 268">
              <a:extLst>
                <a:ext uri="{FF2B5EF4-FFF2-40B4-BE49-F238E27FC236}">
                  <a16:creationId xmlns:a16="http://schemas.microsoft.com/office/drawing/2014/main" id="{EE6F2D8F-F544-265C-3335-85AE178EE537}"/>
                </a:ext>
              </a:extLst>
            </p:cNvPr>
            <p:cNvGrpSpPr/>
            <p:nvPr/>
          </p:nvGrpSpPr>
          <p:grpSpPr>
            <a:xfrm>
              <a:off x="4281843" y="4427055"/>
              <a:ext cx="628907" cy="628907"/>
              <a:chOff x="2867802" y="3950805"/>
              <a:chExt cx="628907" cy="628907"/>
            </a:xfrm>
          </p:grpSpPr>
          <p:sp>
            <p:nvSpPr>
              <p:cNvPr id="296" name="Oval 295">
                <a:extLst>
                  <a:ext uri="{FF2B5EF4-FFF2-40B4-BE49-F238E27FC236}">
                    <a16:creationId xmlns:a16="http://schemas.microsoft.com/office/drawing/2014/main" id="{1EE87F47-450B-5F80-3C76-6FC2EDBC2A6C}"/>
                  </a:ext>
                </a:extLst>
              </p:cNvPr>
              <p:cNvSpPr/>
              <p:nvPr/>
            </p:nvSpPr>
            <p:spPr>
              <a:xfrm>
                <a:off x="2867802" y="3950805"/>
                <a:ext cx="628907" cy="628907"/>
              </a:xfrm>
              <a:prstGeom prst="ellipse">
                <a:avLst/>
              </a:prstGeom>
              <a:solidFill>
                <a:schemeClr val="bg1"/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297" name="TextBox 296">
                <a:extLst>
                  <a:ext uri="{FF2B5EF4-FFF2-40B4-BE49-F238E27FC236}">
                    <a16:creationId xmlns:a16="http://schemas.microsoft.com/office/drawing/2014/main" id="{9A060E9E-9754-7E45-CD53-DAF6762339C5}"/>
                  </a:ext>
                </a:extLst>
              </p:cNvPr>
              <p:cNvSpPr txBox="1"/>
              <p:nvPr/>
            </p:nvSpPr>
            <p:spPr>
              <a:xfrm>
                <a:off x="2949594" y="4126758"/>
                <a:ext cx="465322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2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ptos" panose="020B0004020202020204" pitchFamily="34" charset="0"/>
                    <a:ea typeface="+mn-ea"/>
                    <a:cs typeface="Arial" panose="020B0604020202020204" pitchFamily="34" charset="0"/>
                  </a:rPr>
                  <a:t>RTH</a:t>
                </a:r>
              </a:p>
            </p:txBody>
          </p:sp>
        </p:grpSp>
        <p:cxnSp>
          <p:nvCxnSpPr>
            <p:cNvPr id="271" name="Straight Arrow Connector 270">
              <a:extLst>
                <a:ext uri="{FF2B5EF4-FFF2-40B4-BE49-F238E27FC236}">
                  <a16:creationId xmlns:a16="http://schemas.microsoft.com/office/drawing/2014/main" id="{79C9F7AA-A0D4-1A20-64EB-DD80FFE0D14C}"/>
                </a:ext>
              </a:extLst>
            </p:cNvPr>
            <p:cNvCxnSpPr>
              <a:cxnSpLocks/>
            </p:cNvCxnSpPr>
            <p:nvPr/>
          </p:nvCxnSpPr>
          <p:spPr>
            <a:xfrm>
              <a:off x="3037962" y="4315266"/>
              <a:ext cx="1175587" cy="306792"/>
            </a:xfrm>
            <a:prstGeom prst="straightConnector1">
              <a:avLst/>
            </a:prstGeom>
            <a:ln>
              <a:solidFill>
                <a:schemeClr val="bg2">
                  <a:lumMod val="90000"/>
                </a:schemeClr>
              </a:solidFill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72" name="Group 271">
              <a:extLst>
                <a:ext uri="{FF2B5EF4-FFF2-40B4-BE49-F238E27FC236}">
                  <a16:creationId xmlns:a16="http://schemas.microsoft.com/office/drawing/2014/main" id="{53B76933-7629-EA38-BB5D-2FAD0FD76852}"/>
                </a:ext>
              </a:extLst>
            </p:cNvPr>
            <p:cNvGrpSpPr/>
            <p:nvPr/>
          </p:nvGrpSpPr>
          <p:grpSpPr>
            <a:xfrm>
              <a:off x="6188224" y="3577971"/>
              <a:ext cx="628907" cy="628907"/>
              <a:chOff x="2867802" y="3950805"/>
              <a:chExt cx="628907" cy="628907"/>
            </a:xfrm>
          </p:grpSpPr>
          <p:sp>
            <p:nvSpPr>
              <p:cNvPr id="294" name="Oval 293">
                <a:extLst>
                  <a:ext uri="{FF2B5EF4-FFF2-40B4-BE49-F238E27FC236}">
                    <a16:creationId xmlns:a16="http://schemas.microsoft.com/office/drawing/2014/main" id="{5445C9C0-E720-120A-79CA-6EF335E8B0D9}"/>
                  </a:ext>
                </a:extLst>
              </p:cNvPr>
              <p:cNvSpPr/>
              <p:nvPr/>
            </p:nvSpPr>
            <p:spPr>
              <a:xfrm>
                <a:off x="2867802" y="3950805"/>
                <a:ext cx="628907" cy="628907"/>
              </a:xfrm>
              <a:prstGeom prst="ellipse">
                <a:avLst/>
              </a:prstGeom>
              <a:solidFill>
                <a:schemeClr val="bg1"/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295" name="TextBox 294">
                <a:extLst>
                  <a:ext uri="{FF2B5EF4-FFF2-40B4-BE49-F238E27FC236}">
                    <a16:creationId xmlns:a16="http://schemas.microsoft.com/office/drawing/2014/main" id="{9CE9D1AD-DFE1-4962-0324-C6FEAA06316B}"/>
                  </a:ext>
                </a:extLst>
              </p:cNvPr>
              <p:cNvSpPr txBox="1"/>
              <p:nvPr/>
            </p:nvSpPr>
            <p:spPr>
              <a:xfrm>
                <a:off x="2949594" y="4068702"/>
                <a:ext cx="465322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2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ptos" panose="020B0004020202020204" pitchFamily="34" charset="0"/>
                    <a:ea typeface="+mn-ea"/>
                    <a:cs typeface="Arial" panose="020B0604020202020204" pitchFamily="34" charset="0"/>
                  </a:rPr>
                  <a:t>RTH</a:t>
                </a:r>
              </a:p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8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ptos" panose="020B0004020202020204" pitchFamily="34" charset="0"/>
                    <a:ea typeface="+mn-ea"/>
                    <a:cs typeface="Arial" panose="020B0604020202020204" pitchFamily="34" charset="0"/>
                  </a:rPr>
                  <a:t>Exeter</a:t>
                </a:r>
              </a:p>
            </p:txBody>
          </p:sp>
        </p:grpSp>
        <p:grpSp>
          <p:nvGrpSpPr>
            <p:cNvPr id="273" name="Group 272">
              <a:extLst>
                <a:ext uri="{FF2B5EF4-FFF2-40B4-BE49-F238E27FC236}">
                  <a16:creationId xmlns:a16="http://schemas.microsoft.com/office/drawing/2014/main" id="{CF20F88E-B0FD-2064-5F9A-4A5A94E20728}"/>
                </a:ext>
              </a:extLst>
            </p:cNvPr>
            <p:cNvGrpSpPr/>
            <p:nvPr/>
          </p:nvGrpSpPr>
          <p:grpSpPr>
            <a:xfrm>
              <a:off x="9293175" y="3577971"/>
              <a:ext cx="628907" cy="628907"/>
              <a:chOff x="2867802" y="3950805"/>
              <a:chExt cx="628907" cy="628907"/>
            </a:xfrm>
          </p:grpSpPr>
          <p:sp>
            <p:nvSpPr>
              <p:cNvPr id="292" name="Oval 291">
                <a:extLst>
                  <a:ext uri="{FF2B5EF4-FFF2-40B4-BE49-F238E27FC236}">
                    <a16:creationId xmlns:a16="http://schemas.microsoft.com/office/drawing/2014/main" id="{2A9E8A6D-8759-67C5-D0C1-93909B455D16}"/>
                  </a:ext>
                </a:extLst>
              </p:cNvPr>
              <p:cNvSpPr/>
              <p:nvPr/>
            </p:nvSpPr>
            <p:spPr>
              <a:xfrm>
                <a:off x="2867802" y="3950805"/>
                <a:ext cx="628907" cy="628907"/>
              </a:xfrm>
              <a:prstGeom prst="ellipse">
                <a:avLst/>
              </a:prstGeom>
              <a:solidFill>
                <a:schemeClr val="bg1"/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293" name="TextBox 292">
                <a:extLst>
                  <a:ext uri="{FF2B5EF4-FFF2-40B4-BE49-F238E27FC236}">
                    <a16:creationId xmlns:a16="http://schemas.microsoft.com/office/drawing/2014/main" id="{C8319383-7A72-DF9C-04AE-28B6FD6C60B4}"/>
                  </a:ext>
                </a:extLst>
              </p:cNvPr>
              <p:cNvSpPr txBox="1"/>
              <p:nvPr/>
            </p:nvSpPr>
            <p:spPr>
              <a:xfrm>
                <a:off x="2932200" y="4068702"/>
                <a:ext cx="500110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2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ptos" panose="020B0004020202020204" pitchFamily="34" charset="0"/>
                    <a:ea typeface="+mn-ea"/>
                    <a:cs typeface="Arial" panose="020B0604020202020204" pitchFamily="34" charset="0"/>
                  </a:rPr>
                  <a:t>RTH</a:t>
                </a:r>
              </a:p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8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ptos" panose="020B0004020202020204" pitchFamily="34" charset="0"/>
                    <a:ea typeface="+mn-ea"/>
                    <a:cs typeface="Arial" panose="020B0604020202020204" pitchFamily="34" charset="0"/>
                  </a:rPr>
                  <a:t>Beijing</a:t>
                </a:r>
                <a:endParaRPr kumimoji="0" lang="en-GB" sz="7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0B0004020202020204" pitchFamily="34" charset="0"/>
                  <a:ea typeface="+mn-ea"/>
                  <a:cs typeface="Arial" panose="020B0604020202020204" pitchFamily="34" charset="0"/>
                </a:endParaRPr>
              </a:p>
            </p:txBody>
          </p:sp>
        </p:grpSp>
        <p:grpSp>
          <p:nvGrpSpPr>
            <p:cNvPr id="274" name="Group 273">
              <a:extLst>
                <a:ext uri="{FF2B5EF4-FFF2-40B4-BE49-F238E27FC236}">
                  <a16:creationId xmlns:a16="http://schemas.microsoft.com/office/drawing/2014/main" id="{99CDDF14-CAC0-50D1-CFB9-7D294A80EB48}"/>
                </a:ext>
              </a:extLst>
            </p:cNvPr>
            <p:cNvGrpSpPr/>
            <p:nvPr/>
          </p:nvGrpSpPr>
          <p:grpSpPr>
            <a:xfrm>
              <a:off x="6521485" y="5413675"/>
              <a:ext cx="628907" cy="628907"/>
              <a:chOff x="2867802" y="3950805"/>
              <a:chExt cx="628907" cy="628907"/>
            </a:xfrm>
          </p:grpSpPr>
          <p:sp>
            <p:nvSpPr>
              <p:cNvPr id="290" name="Oval 289">
                <a:extLst>
                  <a:ext uri="{FF2B5EF4-FFF2-40B4-BE49-F238E27FC236}">
                    <a16:creationId xmlns:a16="http://schemas.microsoft.com/office/drawing/2014/main" id="{628E6295-478A-79EA-2F0A-E6D11FA7B690}"/>
                  </a:ext>
                </a:extLst>
              </p:cNvPr>
              <p:cNvSpPr/>
              <p:nvPr/>
            </p:nvSpPr>
            <p:spPr>
              <a:xfrm>
                <a:off x="2867802" y="3950805"/>
                <a:ext cx="628907" cy="628907"/>
              </a:xfrm>
              <a:prstGeom prst="ellipse">
                <a:avLst/>
              </a:prstGeom>
              <a:solidFill>
                <a:schemeClr val="bg1"/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>
                      <a:lumMod val="65000"/>
                    </a:prstClr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291" name="TextBox 290">
                <a:extLst>
                  <a:ext uri="{FF2B5EF4-FFF2-40B4-BE49-F238E27FC236}">
                    <a16:creationId xmlns:a16="http://schemas.microsoft.com/office/drawing/2014/main" id="{AAF89853-3371-6AF5-811B-6C9DFBAC146F}"/>
                  </a:ext>
                </a:extLst>
              </p:cNvPr>
              <p:cNvSpPr txBox="1"/>
              <p:nvPr/>
            </p:nvSpPr>
            <p:spPr>
              <a:xfrm>
                <a:off x="2949594" y="4126758"/>
                <a:ext cx="465322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2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ptos" panose="020B0004020202020204" pitchFamily="34" charset="0"/>
                    <a:ea typeface="+mn-ea"/>
                    <a:cs typeface="Arial" panose="020B0604020202020204" pitchFamily="34" charset="0"/>
                  </a:rPr>
                  <a:t>RTH</a:t>
                </a:r>
              </a:p>
            </p:txBody>
          </p:sp>
        </p:grpSp>
        <p:grpSp>
          <p:nvGrpSpPr>
            <p:cNvPr id="275" name="Group 274">
              <a:extLst>
                <a:ext uri="{FF2B5EF4-FFF2-40B4-BE49-F238E27FC236}">
                  <a16:creationId xmlns:a16="http://schemas.microsoft.com/office/drawing/2014/main" id="{CBF5A16D-E7FD-0CA1-AD88-D10101458CB4}"/>
                </a:ext>
              </a:extLst>
            </p:cNvPr>
            <p:cNvGrpSpPr/>
            <p:nvPr/>
          </p:nvGrpSpPr>
          <p:grpSpPr>
            <a:xfrm>
              <a:off x="8862418" y="5165872"/>
              <a:ext cx="628907" cy="628907"/>
              <a:chOff x="2867802" y="3950805"/>
              <a:chExt cx="628907" cy="628907"/>
            </a:xfrm>
          </p:grpSpPr>
          <p:sp>
            <p:nvSpPr>
              <p:cNvPr id="288" name="Oval 287">
                <a:extLst>
                  <a:ext uri="{FF2B5EF4-FFF2-40B4-BE49-F238E27FC236}">
                    <a16:creationId xmlns:a16="http://schemas.microsoft.com/office/drawing/2014/main" id="{1FA5BF78-895B-2D72-1FF0-92FF4ED48498}"/>
                  </a:ext>
                </a:extLst>
              </p:cNvPr>
              <p:cNvSpPr/>
              <p:nvPr/>
            </p:nvSpPr>
            <p:spPr>
              <a:xfrm>
                <a:off x="2867802" y="3950805"/>
                <a:ext cx="628907" cy="628907"/>
              </a:xfrm>
              <a:prstGeom prst="ellipse">
                <a:avLst/>
              </a:prstGeom>
              <a:solidFill>
                <a:schemeClr val="bg1"/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>
                      <a:lumMod val="65000"/>
                    </a:prstClr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289" name="TextBox 288">
                <a:extLst>
                  <a:ext uri="{FF2B5EF4-FFF2-40B4-BE49-F238E27FC236}">
                    <a16:creationId xmlns:a16="http://schemas.microsoft.com/office/drawing/2014/main" id="{87DDD50B-4312-DF90-4016-BABCDBA0EFA2}"/>
                  </a:ext>
                </a:extLst>
              </p:cNvPr>
              <p:cNvSpPr txBox="1"/>
              <p:nvPr/>
            </p:nvSpPr>
            <p:spPr>
              <a:xfrm>
                <a:off x="2949594" y="4126758"/>
                <a:ext cx="465322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2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ptos" panose="020B0004020202020204" pitchFamily="34" charset="0"/>
                    <a:ea typeface="+mn-ea"/>
                    <a:cs typeface="Arial" panose="020B0604020202020204" pitchFamily="34" charset="0"/>
                  </a:rPr>
                  <a:t>RTH</a:t>
                </a:r>
              </a:p>
            </p:txBody>
          </p:sp>
        </p:grpSp>
        <p:grpSp>
          <p:nvGrpSpPr>
            <p:cNvPr id="276" name="Group 275">
              <a:extLst>
                <a:ext uri="{FF2B5EF4-FFF2-40B4-BE49-F238E27FC236}">
                  <a16:creationId xmlns:a16="http://schemas.microsoft.com/office/drawing/2014/main" id="{171E9AE0-6A47-EF44-F79E-EF1632E03D12}"/>
                </a:ext>
              </a:extLst>
            </p:cNvPr>
            <p:cNvGrpSpPr/>
            <p:nvPr/>
          </p:nvGrpSpPr>
          <p:grpSpPr>
            <a:xfrm>
              <a:off x="7543240" y="4536965"/>
              <a:ext cx="628907" cy="628907"/>
              <a:chOff x="2867802" y="3950805"/>
              <a:chExt cx="628907" cy="628907"/>
            </a:xfrm>
          </p:grpSpPr>
          <p:sp>
            <p:nvSpPr>
              <p:cNvPr id="286" name="Oval 285">
                <a:extLst>
                  <a:ext uri="{FF2B5EF4-FFF2-40B4-BE49-F238E27FC236}">
                    <a16:creationId xmlns:a16="http://schemas.microsoft.com/office/drawing/2014/main" id="{4B6D138E-9145-57A2-9CB8-E88775662A30}"/>
                  </a:ext>
                </a:extLst>
              </p:cNvPr>
              <p:cNvSpPr/>
              <p:nvPr/>
            </p:nvSpPr>
            <p:spPr>
              <a:xfrm>
                <a:off x="2867802" y="3950805"/>
                <a:ext cx="628907" cy="628907"/>
              </a:xfrm>
              <a:prstGeom prst="ellipse">
                <a:avLst/>
              </a:prstGeom>
              <a:solidFill>
                <a:schemeClr val="bg1"/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>
                      <a:lumMod val="65000"/>
                    </a:prstClr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287" name="TextBox 286">
                <a:extLst>
                  <a:ext uri="{FF2B5EF4-FFF2-40B4-BE49-F238E27FC236}">
                    <a16:creationId xmlns:a16="http://schemas.microsoft.com/office/drawing/2014/main" id="{5D74F31F-F776-A338-D3B5-732678C6EA5C}"/>
                  </a:ext>
                </a:extLst>
              </p:cNvPr>
              <p:cNvSpPr txBox="1"/>
              <p:nvPr/>
            </p:nvSpPr>
            <p:spPr>
              <a:xfrm>
                <a:off x="2949594" y="4126758"/>
                <a:ext cx="465322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2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ptos" panose="020B0004020202020204" pitchFamily="34" charset="0"/>
                    <a:ea typeface="+mn-ea"/>
                    <a:cs typeface="Arial" panose="020B0604020202020204" pitchFamily="34" charset="0"/>
                  </a:rPr>
                  <a:t>RTH</a:t>
                </a:r>
              </a:p>
            </p:txBody>
          </p:sp>
        </p:grpSp>
        <p:cxnSp>
          <p:nvCxnSpPr>
            <p:cNvPr id="277" name="Straight Arrow Connector 276">
              <a:extLst>
                <a:ext uri="{FF2B5EF4-FFF2-40B4-BE49-F238E27FC236}">
                  <a16:creationId xmlns:a16="http://schemas.microsoft.com/office/drawing/2014/main" id="{89DC26E1-2E14-2E32-1190-5D40811B0EA7}"/>
                </a:ext>
              </a:extLst>
            </p:cNvPr>
            <p:cNvCxnSpPr>
              <a:cxnSpLocks/>
            </p:cNvCxnSpPr>
            <p:nvPr/>
          </p:nvCxnSpPr>
          <p:spPr>
            <a:xfrm>
              <a:off x="4975127" y="4870482"/>
              <a:ext cx="1508258" cy="709621"/>
            </a:xfrm>
            <a:prstGeom prst="straightConnector1">
              <a:avLst/>
            </a:prstGeom>
            <a:ln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8" name="Straight Arrow Connector 277">
              <a:extLst>
                <a:ext uri="{FF2B5EF4-FFF2-40B4-BE49-F238E27FC236}">
                  <a16:creationId xmlns:a16="http://schemas.microsoft.com/office/drawing/2014/main" id="{7ED4BBE1-23F8-99E3-282C-42C41D12E05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948850" y="3983610"/>
              <a:ext cx="1143095" cy="575843"/>
            </a:xfrm>
            <a:prstGeom prst="straightConnector1">
              <a:avLst/>
            </a:prstGeom>
            <a:ln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9" name="Straight Arrow Connector 278">
              <a:extLst>
                <a:ext uri="{FF2B5EF4-FFF2-40B4-BE49-F238E27FC236}">
                  <a16:creationId xmlns:a16="http://schemas.microsoft.com/office/drawing/2014/main" id="{C7F1BBBA-9692-7A0B-4987-BB1AF581ACD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123124" y="5120144"/>
              <a:ext cx="428025" cy="331605"/>
            </a:xfrm>
            <a:prstGeom prst="straightConnector1">
              <a:avLst/>
            </a:prstGeom>
            <a:ln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0" name="Straight Arrow Connector 279">
              <a:extLst>
                <a:ext uri="{FF2B5EF4-FFF2-40B4-BE49-F238E27FC236}">
                  <a16:creationId xmlns:a16="http://schemas.microsoft.com/office/drawing/2014/main" id="{B8EE43DE-DDE8-9746-7938-37AB076A07D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172147" y="4092067"/>
              <a:ext cx="1121028" cy="549041"/>
            </a:xfrm>
            <a:prstGeom prst="straightConnector1">
              <a:avLst/>
            </a:prstGeom>
            <a:ln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1" name="Straight Arrow Connector 280">
              <a:extLst>
                <a:ext uri="{FF2B5EF4-FFF2-40B4-BE49-F238E27FC236}">
                  <a16:creationId xmlns:a16="http://schemas.microsoft.com/office/drawing/2014/main" id="{DFC93058-078B-39F9-D78D-D1ED0868CDE9}"/>
                </a:ext>
              </a:extLst>
            </p:cNvPr>
            <p:cNvCxnSpPr>
              <a:cxnSpLocks/>
            </p:cNvCxnSpPr>
            <p:nvPr/>
          </p:nvCxnSpPr>
          <p:spPr>
            <a:xfrm>
              <a:off x="8191197" y="5026609"/>
              <a:ext cx="652171" cy="305691"/>
            </a:xfrm>
            <a:prstGeom prst="straightConnector1">
              <a:avLst/>
            </a:prstGeom>
            <a:ln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2" name="Straight Arrow Connector 281">
              <a:extLst>
                <a:ext uri="{FF2B5EF4-FFF2-40B4-BE49-F238E27FC236}">
                  <a16:creationId xmlns:a16="http://schemas.microsoft.com/office/drawing/2014/main" id="{6D87E982-CA4B-A2EF-461A-422FC4655A01}"/>
                </a:ext>
              </a:extLst>
            </p:cNvPr>
            <p:cNvCxnSpPr>
              <a:cxnSpLocks/>
            </p:cNvCxnSpPr>
            <p:nvPr/>
          </p:nvCxnSpPr>
          <p:spPr>
            <a:xfrm>
              <a:off x="9538950" y="5570578"/>
              <a:ext cx="981544" cy="276999"/>
            </a:xfrm>
            <a:prstGeom prst="straightConnector1">
              <a:avLst/>
            </a:prstGeom>
            <a:ln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83" name="Group 282">
              <a:extLst>
                <a:ext uri="{FF2B5EF4-FFF2-40B4-BE49-F238E27FC236}">
                  <a16:creationId xmlns:a16="http://schemas.microsoft.com/office/drawing/2014/main" id="{DAD24C28-FB01-BC4B-C04E-ACF6434BD340}"/>
                </a:ext>
              </a:extLst>
            </p:cNvPr>
            <p:cNvGrpSpPr/>
            <p:nvPr/>
          </p:nvGrpSpPr>
          <p:grpSpPr>
            <a:xfrm>
              <a:off x="10510969" y="5552173"/>
              <a:ext cx="751592" cy="628907"/>
              <a:chOff x="10510969" y="5552173"/>
              <a:chExt cx="751592" cy="628907"/>
            </a:xfrm>
          </p:grpSpPr>
          <p:sp>
            <p:nvSpPr>
              <p:cNvPr id="284" name="Rectangle: Rounded Corners 283">
                <a:extLst>
                  <a:ext uri="{FF2B5EF4-FFF2-40B4-BE49-F238E27FC236}">
                    <a16:creationId xmlns:a16="http://schemas.microsoft.com/office/drawing/2014/main" id="{B34944A9-8472-087F-684B-320AD424A9EF}"/>
                  </a:ext>
                </a:extLst>
              </p:cNvPr>
              <p:cNvSpPr/>
              <p:nvPr/>
            </p:nvSpPr>
            <p:spPr>
              <a:xfrm>
                <a:off x="10572312" y="5552173"/>
                <a:ext cx="628907" cy="628907"/>
              </a:xfrm>
              <a:prstGeom prst="roundRect">
                <a:avLst>
                  <a:gd name="adj" fmla="val 8678"/>
                </a:avLst>
              </a:prstGeom>
              <a:solidFill>
                <a:schemeClr val="bg1"/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285" name="TextBox 284">
                <a:extLst>
                  <a:ext uri="{FF2B5EF4-FFF2-40B4-BE49-F238E27FC236}">
                    <a16:creationId xmlns:a16="http://schemas.microsoft.com/office/drawing/2014/main" id="{F586ADBF-EC5C-B8C8-A96E-DB9C25DB1DD3}"/>
                  </a:ext>
                </a:extLst>
              </p:cNvPr>
              <p:cNvSpPr txBox="1"/>
              <p:nvPr/>
            </p:nvSpPr>
            <p:spPr>
              <a:xfrm>
                <a:off x="10510969" y="5728127"/>
                <a:ext cx="751592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2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ptos" panose="020B0004020202020204" pitchFamily="34" charset="0"/>
                    <a:ea typeface="+mn-ea"/>
                    <a:cs typeface="Arial" panose="020B0604020202020204" pitchFamily="34" charset="0"/>
                  </a:rPr>
                  <a:t>WDQMS</a:t>
                </a:r>
              </a:p>
            </p:txBody>
          </p:sp>
        </p:grpSp>
      </p:grpSp>
      <p:grpSp>
        <p:nvGrpSpPr>
          <p:cNvPr id="5" name="Group 4">
            <a:extLst>
              <a:ext uri="{FF2B5EF4-FFF2-40B4-BE49-F238E27FC236}">
                <a16:creationId xmlns:a16="http://schemas.microsoft.com/office/drawing/2014/main" id="{5516FDCA-2326-2D64-932B-842D42F30E24}"/>
              </a:ext>
            </a:extLst>
          </p:cNvPr>
          <p:cNvGrpSpPr/>
          <p:nvPr/>
        </p:nvGrpSpPr>
        <p:grpSpPr>
          <a:xfrm>
            <a:off x="6915150" y="1571625"/>
            <a:ext cx="2286000" cy="1104900"/>
            <a:chOff x="6915150" y="1571625"/>
            <a:chExt cx="2286000" cy="1104900"/>
          </a:xfrm>
        </p:grpSpPr>
        <p:sp>
          <p:nvSpPr>
            <p:cNvPr id="3" name="Freeform: Shape 2">
              <a:extLst>
                <a:ext uri="{FF2B5EF4-FFF2-40B4-BE49-F238E27FC236}">
                  <a16:creationId xmlns:a16="http://schemas.microsoft.com/office/drawing/2014/main" id="{71FAABBA-1C65-41A0-B041-09BA87EE7E58}"/>
                </a:ext>
              </a:extLst>
            </p:cNvPr>
            <p:cNvSpPr/>
            <p:nvPr/>
          </p:nvSpPr>
          <p:spPr>
            <a:xfrm>
              <a:off x="6915150" y="1571625"/>
              <a:ext cx="1228725" cy="1104900"/>
            </a:xfrm>
            <a:custGeom>
              <a:avLst/>
              <a:gdLst>
                <a:gd name="connsiteX0" fmla="*/ 0 w 1228725"/>
                <a:gd name="connsiteY0" fmla="*/ 1104900 h 1104900"/>
                <a:gd name="connsiteX1" fmla="*/ 847725 w 1228725"/>
                <a:gd name="connsiteY1" fmla="*/ 685800 h 1104900"/>
                <a:gd name="connsiteX2" fmla="*/ 1228725 w 1228725"/>
                <a:gd name="connsiteY2" fmla="*/ 0 h 11049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28725" h="1104900">
                  <a:moveTo>
                    <a:pt x="0" y="1104900"/>
                  </a:moveTo>
                  <a:cubicBezTo>
                    <a:pt x="321469" y="987425"/>
                    <a:pt x="642938" y="869950"/>
                    <a:pt x="847725" y="685800"/>
                  </a:cubicBezTo>
                  <a:cubicBezTo>
                    <a:pt x="1052512" y="501650"/>
                    <a:pt x="1140618" y="250825"/>
                    <a:pt x="1228725" y="0"/>
                  </a:cubicBezTo>
                </a:path>
              </a:pathLst>
            </a:custGeom>
            <a:noFill/>
            <a:ln>
              <a:solidFill>
                <a:schemeClr val="accent2">
                  <a:lumMod val="75000"/>
                </a:schemeClr>
              </a:solidFill>
              <a:headEnd type="none" w="med" len="med"/>
              <a:tailEnd type="triangle" w="med" len="me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4" name="Freeform: Shape 3">
              <a:extLst>
                <a:ext uri="{FF2B5EF4-FFF2-40B4-BE49-F238E27FC236}">
                  <a16:creationId xmlns:a16="http://schemas.microsoft.com/office/drawing/2014/main" id="{3FFB2BC2-BFEA-ABEC-4763-BA22BDD7F458}"/>
                </a:ext>
              </a:extLst>
            </p:cNvPr>
            <p:cNvSpPr/>
            <p:nvPr/>
          </p:nvSpPr>
          <p:spPr>
            <a:xfrm>
              <a:off x="8343900" y="1600200"/>
              <a:ext cx="857250" cy="971550"/>
            </a:xfrm>
            <a:custGeom>
              <a:avLst/>
              <a:gdLst>
                <a:gd name="connsiteX0" fmla="*/ 857250 w 857250"/>
                <a:gd name="connsiteY0" fmla="*/ 971550 h 971550"/>
                <a:gd name="connsiteX1" fmla="*/ 361950 w 857250"/>
                <a:gd name="connsiteY1" fmla="*/ 628650 h 971550"/>
                <a:gd name="connsiteX2" fmla="*/ 0 w 857250"/>
                <a:gd name="connsiteY2" fmla="*/ 0 h 9715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857250" h="971550">
                  <a:moveTo>
                    <a:pt x="857250" y="971550"/>
                  </a:moveTo>
                  <a:cubicBezTo>
                    <a:pt x="681037" y="881062"/>
                    <a:pt x="504825" y="790575"/>
                    <a:pt x="361950" y="628650"/>
                  </a:cubicBezTo>
                  <a:cubicBezTo>
                    <a:pt x="219075" y="466725"/>
                    <a:pt x="109537" y="233362"/>
                    <a:pt x="0" y="0"/>
                  </a:cubicBezTo>
                </a:path>
              </a:pathLst>
            </a:custGeom>
            <a:noFill/>
            <a:ln>
              <a:solidFill>
                <a:schemeClr val="accent2">
                  <a:lumMod val="75000"/>
                </a:schemeClr>
              </a:solidFill>
              <a:headEnd type="none" w="med" len="med"/>
              <a:tailEnd type="triangle" w="med" len="me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4CCDB3C8-49ED-F72B-7F6A-31DCDC04C46B}"/>
              </a:ext>
            </a:extLst>
          </p:cNvPr>
          <p:cNvGrpSpPr/>
          <p:nvPr/>
        </p:nvGrpSpPr>
        <p:grpSpPr>
          <a:xfrm>
            <a:off x="6918241" y="2800912"/>
            <a:ext cx="4631663" cy="359843"/>
            <a:chOff x="6918241" y="2800912"/>
            <a:chExt cx="4631663" cy="359843"/>
          </a:xfrm>
        </p:grpSpPr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01076D9D-30B2-878A-1CE9-AA9970D375AB}"/>
                </a:ext>
              </a:extLst>
            </p:cNvPr>
            <p:cNvPicPr>
              <a:picLocks noChangeAspect="1"/>
            </p:cNvPicPr>
            <p:nvPr/>
          </p:nvPicPr>
          <p:blipFill>
            <a:blip r:embed="rId21"/>
            <a:stretch>
              <a:fillRect/>
            </a:stretch>
          </p:blipFill>
          <p:spPr>
            <a:xfrm>
              <a:off x="10501648" y="2800912"/>
              <a:ext cx="1048256" cy="351863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D46F9F25-BABE-39DD-F331-A9194CEC3817}"/>
                </a:ext>
              </a:extLst>
            </p:cNvPr>
            <p:cNvPicPr>
              <a:picLocks noChangeAspect="1"/>
            </p:cNvPicPr>
            <p:nvPr/>
          </p:nvPicPr>
          <p:blipFill>
            <a:blip r:embed="rId21"/>
            <a:stretch>
              <a:fillRect/>
            </a:stretch>
          </p:blipFill>
          <p:spPr>
            <a:xfrm>
              <a:off x="6918241" y="2808892"/>
              <a:ext cx="1048256" cy="351863"/>
            </a:xfrm>
            <a:prstGeom prst="rect">
              <a:avLst/>
            </a:prstGeom>
          </p:spPr>
        </p:pic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A2F12057-19DA-C268-5606-91A8A754731C}"/>
              </a:ext>
            </a:extLst>
          </p:cNvPr>
          <p:cNvGrpSpPr/>
          <p:nvPr/>
        </p:nvGrpSpPr>
        <p:grpSpPr>
          <a:xfrm>
            <a:off x="7188298" y="2655951"/>
            <a:ext cx="499772" cy="698208"/>
            <a:chOff x="2400894" y="4929298"/>
            <a:chExt cx="612283" cy="855395"/>
          </a:xfrm>
        </p:grpSpPr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4827E2BC-AB2D-C6B0-8DF7-2AE09C675445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2400894" y="4929298"/>
              <a:ext cx="612283" cy="855395"/>
            </a:xfrm>
            <a:prstGeom prst="rect">
              <a:avLst/>
            </a:prstGeom>
          </p:spPr>
        </p:pic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ACAE9903-1DCE-3E94-FCF7-D7876F0D1745}"/>
                </a:ext>
              </a:extLst>
            </p:cNvPr>
            <p:cNvGrpSpPr/>
            <p:nvPr/>
          </p:nvGrpSpPr>
          <p:grpSpPr>
            <a:xfrm>
              <a:off x="2494912" y="5097206"/>
              <a:ext cx="381019" cy="376523"/>
              <a:chOff x="2467194" y="5209255"/>
              <a:chExt cx="381019" cy="376523"/>
            </a:xfrm>
          </p:grpSpPr>
          <p:sp>
            <p:nvSpPr>
              <p:cNvPr id="24" name="Rectangle 23">
                <a:extLst>
                  <a:ext uri="{FF2B5EF4-FFF2-40B4-BE49-F238E27FC236}">
                    <a16:creationId xmlns:a16="http://schemas.microsoft.com/office/drawing/2014/main" id="{B84E3D81-2B74-3CCB-1DF4-79EBDB8F228E}"/>
                  </a:ext>
                </a:extLst>
              </p:cNvPr>
              <p:cNvSpPr/>
              <p:nvPr/>
            </p:nvSpPr>
            <p:spPr>
              <a:xfrm>
                <a:off x="2467194" y="5209255"/>
                <a:ext cx="169804" cy="169804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A</a:t>
                </a:r>
              </a:p>
            </p:txBody>
          </p:sp>
          <p:sp>
            <p:nvSpPr>
              <p:cNvPr id="26" name="Rectangle 25">
                <a:extLst>
                  <a:ext uri="{FF2B5EF4-FFF2-40B4-BE49-F238E27FC236}">
                    <a16:creationId xmlns:a16="http://schemas.microsoft.com/office/drawing/2014/main" id="{507F0A18-31CF-E329-A608-D3944611E922}"/>
                  </a:ext>
                </a:extLst>
              </p:cNvPr>
              <p:cNvSpPr/>
              <p:nvPr/>
            </p:nvSpPr>
            <p:spPr>
              <a:xfrm>
                <a:off x="2678409" y="5209255"/>
                <a:ext cx="169804" cy="169804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B</a:t>
                </a:r>
              </a:p>
            </p:txBody>
          </p:sp>
          <p:sp>
            <p:nvSpPr>
              <p:cNvPr id="27" name="Rectangle 26">
                <a:extLst>
                  <a:ext uri="{FF2B5EF4-FFF2-40B4-BE49-F238E27FC236}">
                    <a16:creationId xmlns:a16="http://schemas.microsoft.com/office/drawing/2014/main" id="{685C00A8-6986-3144-BC40-FEED5FD170ED}"/>
                  </a:ext>
                </a:extLst>
              </p:cNvPr>
              <p:cNvSpPr/>
              <p:nvPr/>
            </p:nvSpPr>
            <p:spPr>
              <a:xfrm>
                <a:off x="2467194" y="5415974"/>
                <a:ext cx="169804" cy="169804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C</a:t>
                </a:r>
              </a:p>
            </p:txBody>
          </p:sp>
          <p:sp>
            <p:nvSpPr>
              <p:cNvPr id="28" name="Rectangle 27">
                <a:extLst>
                  <a:ext uri="{FF2B5EF4-FFF2-40B4-BE49-F238E27FC236}">
                    <a16:creationId xmlns:a16="http://schemas.microsoft.com/office/drawing/2014/main" id="{F02B75F5-4752-075E-5289-61B0849365CF}"/>
                  </a:ext>
                </a:extLst>
              </p:cNvPr>
              <p:cNvSpPr/>
              <p:nvPr/>
            </p:nvSpPr>
            <p:spPr>
              <a:xfrm>
                <a:off x="2678409" y="5415974"/>
                <a:ext cx="169804" cy="169804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D</a:t>
                </a:r>
              </a:p>
            </p:txBody>
          </p:sp>
        </p:grpSp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29CDA428-B8F9-1ADE-ECD1-98FDB93D7D1A}"/>
              </a:ext>
            </a:extLst>
          </p:cNvPr>
          <p:cNvGrpSpPr/>
          <p:nvPr/>
        </p:nvGrpSpPr>
        <p:grpSpPr>
          <a:xfrm>
            <a:off x="10784098" y="2665476"/>
            <a:ext cx="499772" cy="698208"/>
            <a:chOff x="2400894" y="4929298"/>
            <a:chExt cx="612283" cy="855395"/>
          </a:xfrm>
        </p:grpSpPr>
        <p:pic>
          <p:nvPicPr>
            <p:cNvPr id="33" name="Picture 32">
              <a:extLst>
                <a:ext uri="{FF2B5EF4-FFF2-40B4-BE49-F238E27FC236}">
                  <a16:creationId xmlns:a16="http://schemas.microsoft.com/office/drawing/2014/main" id="{E448154A-EECB-2B47-D552-D151818A7301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2400894" y="4929298"/>
              <a:ext cx="612283" cy="855395"/>
            </a:xfrm>
            <a:prstGeom prst="rect">
              <a:avLst/>
            </a:prstGeom>
          </p:spPr>
        </p:pic>
        <p:grpSp>
          <p:nvGrpSpPr>
            <p:cNvPr id="34" name="Group 33">
              <a:extLst>
                <a:ext uri="{FF2B5EF4-FFF2-40B4-BE49-F238E27FC236}">
                  <a16:creationId xmlns:a16="http://schemas.microsoft.com/office/drawing/2014/main" id="{A163F459-087F-3435-A728-328F58E150A7}"/>
                </a:ext>
              </a:extLst>
            </p:cNvPr>
            <p:cNvGrpSpPr/>
            <p:nvPr/>
          </p:nvGrpSpPr>
          <p:grpSpPr>
            <a:xfrm>
              <a:off x="2494912" y="5097206"/>
              <a:ext cx="381019" cy="376523"/>
              <a:chOff x="2467194" y="5209255"/>
              <a:chExt cx="381019" cy="376523"/>
            </a:xfrm>
          </p:grpSpPr>
          <p:sp>
            <p:nvSpPr>
              <p:cNvPr id="35" name="Rectangle 34">
                <a:extLst>
                  <a:ext uri="{FF2B5EF4-FFF2-40B4-BE49-F238E27FC236}">
                    <a16:creationId xmlns:a16="http://schemas.microsoft.com/office/drawing/2014/main" id="{01093DCB-2C06-DDEB-D47C-17FE29457367}"/>
                  </a:ext>
                </a:extLst>
              </p:cNvPr>
              <p:cNvSpPr/>
              <p:nvPr/>
            </p:nvSpPr>
            <p:spPr>
              <a:xfrm>
                <a:off x="2467194" y="5209255"/>
                <a:ext cx="169804" cy="169804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A</a:t>
                </a:r>
              </a:p>
            </p:txBody>
          </p:sp>
          <p:sp>
            <p:nvSpPr>
              <p:cNvPr id="36" name="Rectangle 35">
                <a:extLst>
                  <a:ext uri="{FF2B5EF4-FFF2-40B4-BE49-F238E27FC236}">
                    <a16:creationId xmlns:a16="http://schemas.microsoft.com/office/drawing/2014/main" id="{5D29BDB6-C9E8-93A6-DD66-B973E2BC5DF6}"/>
                  </a:ext>
                </a:extLst>
              </p:cNvPr>
              <p:cNvSpPr/>
              <p:nvPr/>
            </p:nvSpPr>
            <p:spPr>
              <a:xfrm>
                <a:off x="2678409" y="5209255"/>
                <a:ext cx="169804" cy="169804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B</a:t>
                </a:r>
              </a:p>
            </p:txBody>
          </p:sp>
          <p:sp>
            <p:nvSpPr>
              <p:cNvPr id="37" name="Rectangle 36">
                <a:extLst>
                  <a:ext uri="{FF2B5EF4-FFF2-40B4-BE49-F238E27FC236}">
                    <a16:creationId xmlns:a16="http://schemas.microsoft.com/office/drawing/2014/main" id="{BE8EA3A3-109C-AB81-81B3-5E8B1B2609B6}"/>
                  </a:ext>
                </a:extLst>
              </p:cNvPr>
              <p:cNvSpPr/>
              <p:nvPr/>
            </p:nvSpPr>
            <p:spPr>
              <a:xfrm>
                <a:off x="2467194" y="5415974"/>
                <a:ext cx="169804" cy="169804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C</a:t>
                </a:r>
              </a:p>
            </p:txBody>
          </p:sp>
          <p:sp>
            <p:nvSpPr>
              <p:cNvPr id="38" name="Rectangle 37">
                <a:extLst>
                  <a:ext uri="{FF2B5EF4-FFF2-40B4-BE49-F238E27FC236}">
                    <a16:creationId xmlns:a16="http://schemas.microsoft.com/office/drawing/2014/main" id="{20DE2E00-4A64-E7F8-2E94-668AF71EF005}"/>
                  </a:ext>
                </a:extLst>
              </p:cNvPr>
              <p:cNvSpPr/>
              <p:nvPr/>
            </p:nvSpPr>
            <p:spPr>
              <a:xfrm>
                <a:off x="2678409" y="5415974"/>
                <a:ext cx="169804" cy="169804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D</a:t>
                </a:r>
              </a:p>
            </p:txBody>
          </p:sp>
        </p:grpSp>
      </p:grp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6AB271F3-F02E-CB2C-0163-F69C10CF9185}"/>
              </a:ext>
            </a:extLst>
          </p:cNvPr>
          <p:cNvCxnSpPr>
            <a:cxnSpLocks/>
          </p:cNvCxnSpPr>
          <p:nvPr/>
        </p:nvCxnSpPr>
        <p:spPr>
          <a:xfrm flipV="1">
            <a:off x="9496425" y="4419600"/>
            <a:ext cx="1743075" cy="838200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719977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BDAC04-7E02-2A97-E957-66C2E0FE2E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9" name="Group 228">
            <a:extLst>
              <a:ext uri="{FF2B5EF4-FFF2-40B4-BE49-F238E27FC236}">
                <a16:creationId xmlns:a16="http://schemas.microsoft.com/office/drawing/2014/main" id="{47DA9F40-AFC4-4983-4E58-EA8C1C5636D9}"/>
              </a:ext>
            </a:extLst>
          </p:cNvPr>
          <p:cNvGrpSpPr/>
          <p:nvPr/>
        </p:nvGrpSpPr>
        <p:grpSpPr>
          <a:xfrm>
            <a:off x="1715333" y="622374"/>
            <a:ext cx="1850457" cy="672547"/>
            <a:chOff x="1715333" y="622374"/>
            <a:chExt cx="1850457" cy="672547"/>
          </a:xfrm>
        </p:grpSpPr>
        <p:cxnSp>
          <p:nvCxnSpPr>
            <p:cNvPr id="215" name="Straight Connector 214">
              <a:extLst>
                <a:ext uri="{FF2B5EF4-FFF2-40B4-BE49-F238E27FC236}">
                  <a16:creationId xmlns:a16="http://schemas.microsoft.com/office/drawing/2014/main" id="{29533EDE-37F0-1A74-7A26-10949430AB17}"/>
                </a:ext>
              </a:extLst>
            </p:cNvPr>
            <p:cNvCxnSpPr/>
            <p:nvPr/>
          </p:nvCxnSpPr>
          <p:spPr>
            <a:xfrm>
              <a:off x="1715333" y="622374"/>
              <a:ext cx="0" cy="661357"/>
            </a:xfrm>
            <a:prstGeom prst="line">
              <a:avLst/>
            </a:prstGeom>
            <a:ln w="12700">
              <a:solidFill>
                <a:schemeClr val="tx1"/>
              </a:solidFill>
              <a:prstDash val="sysDot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6" name="Straight Connector 215">
              <a:extLst>
                <a:ext uri="{FF2B5EF4-FFF2-40B4-BE49-F238E27FC236}">
                  <a16:creationId xmlns:a16="http://schemas.microsoft.com/office/drawing/2014/main" id="{47D61319-5FE9-FE2D-A947-3B48598852DC}"/>
                </a:ext>
              </a:extLst>
            </p:cNvPr>
            <p:cNvCxnSpPr/>
            <p:nvPr/>
          </p:nvCxnSpPr>
          <p:spPr>
            <a:xfrm>
              <a:off x="2341276" y="622375"/>
              <a:ext cx="0" cy="661357"/>
            </a:xfrm>
            <a:prstGeom prst="line">
              <a:avLst/>
            </a:prstGeom>
            <a:ln w="12700">
              <a:solidFill>
                <a:schemeClr val="tx1"/>
              </a:solidFill>
              <a:prstDash val="sysDot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7" name="Straight Connector 216">
              <a:extLst>
                <a:ext uri="{FF2B5EF4-FFF2-40B4-BE49-F238E27FC236}">
                  <a16:creationId xmlns:a16="http://schemas.microsoft.com/office/drawing/2014/main" id="{6ECFFC51-0FEC-A6EF-6836-198FA2C8E151}"/>
                </a:ext>
              </a:extLst>
            </p:cNvPr>
            <p:cNvCxnSpPr/>
            <p:nvPr/>
          </p:nvCxnSpPr>
          <p:spPr>
            <a:xfrm>
              <a:off x="2956921" y="633564"/>
              <a:ext cx="0" cy="661357"/>
            </a:xfrm>
            <a:prstGeom prst="line">
              <a:avLst/>
            </a:prstGeom>
            <a:ln w="12700">
              <a:solidFill>
                <a:schemeClr val="tx1"/>
              </a:solidFill>
              <a:prstDash val="sysDot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9" name="Straight Connector 218">
              <a:extLst>
                <a:ext uri="{FF2B5EF4-FFF2-40B4-BE49-F238E27FC236}">
                  <a16:creationId xmlns:a16="http://schemas.microsoft.com/office/drawing/2014/main" id="{77010DE4-AE3C-AD1D-F5C9-608FAD1BC655}"/>
                </a:ext>
              </a:extLst>
            </p:cNvPr>
            <p:cNvCxnSpPr/>
            <p:nvPr/>
          </p:nvCxnSpPr>
          <p:spPr>
            <a:xfrm>
              <a:off x="3565790" y="626521"/>
              <a:ext cx="0" cy="661357"/>
            </a:xfrm>
            <a:prstGeom prst="line">
              <a:avLst/>
            </a:prstGeom>
            <a:ln w="12700">
              <a:solidFill>
                <a:schemeClr val="tx1"/>
              </a:solidFill>
              <a:prstDash val="sysDot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222" name="Picture 221">
            <a:extLst>
              <a:ext uri="{FF2B5EF4-FFF2-40B4-BE49-F238E27FC236}">
                <a16:creationId xmlns:a16="http://schemas.microsoft.com/office/drawing/2014/main" id="{8391BBE7-0C46-7D7D-C790-AD454886E22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418180"/>
            <a:ext cx="5197907" cy="1439820"/>
          </a:xfrm>
          <a:prstGeom prst="rect">
            <a:avLst/>
          </a:prstGeom>
        </p:spPr>
      </p:pic>
      <p:grpSp>
        <p:nvGrpSpPr>
          <p:cNvPr id="13" name="Group 12">
            <a:extLst>
              <a:ext uri="{FF2B5EF4-FFF2-40B4-BE49-F238E27FC236}">
                <a16:creationId xmlns:a16="http://schemas.microsoft.com/office/drawing/2014/main" id="{4C36AC0B-6819-100D-FF16-7A5DA06D3F07}"/>
              </a:ext>
            </a:extLst>
          </p:cNvPr>
          <p:cNvGrpSpPr/>
          <p:nvPr/>
        </p:nvGrpSpPr>
        <p:grpSpPr>
          <a:xfrm>
            <a:off x="2588900" y="323658"/>
            <a:ext cx="8879200" cy="6210684"/>
            <a:chOff x="1942544" y="1301750"/>
            <a:chExt cx="6082512" cy="4254500"/>
          </a:xfrm>
        </p:grpSpPr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0095F8DB-6C53-08E6-6877-2B1E2156687D}"/>
                </a:ext>
              </a:extLst>
            </p:cNvPr>
            <p:cNvGrpSpPr/>
            <p:nvPr/>
          </p:nvGrpSpPr>
          <p:grpSpPr>
            <a:xfrm>
              <a:off x="1942544" y="1301750"/>
              <a:ext cx="6082512" cy="4254500"/>
              <a:chOff x="1942544" y="1301750"/>
              <a:chExt cx="6082512" cy="4254500"/>
            </a:xfrm>
          </p:grpSpPr>
          <p:sp>
            <p:nvSpPr>
              <p:cNvPr id="7" name="Cloud 6">
                <a:extLst>
                  <a:ext uri="{FF2B5EF4-FFF2-40B4-BE49-F238E27FC236}">
                    <a16:creationId xmlns:a16="http://schemas.microsoft.com/office/drawing/2014/main" id="{A77D17EE-2E1A-D2AE-88FF-944CBC9F6B80}"/>
                  </a:ext>
                </a:extLst>
              </p:cNvPr>
              <p:cNvSpPr/>
              <p:nvPr/>
            </p:nvSpPr>
            <p:spPr>
              <a:xfrm rot="401311">
                <a:off x="1948500" y="1301750"/>
                <a:ext cx="6070600" cy="4254500"/>
              </a:xfrm>
              <a:prstGeom prst="cloud">
                <a:avLst/>
              </a:prstGeom>
              <a:solidFill>
                <a:schemeClr val="bg1"/>
              </a:solidFill>
              <a:ln w="38100">
                <a:solidFill>
                  <a:schemeClr val="bg1">
                    <a:lumMod val="75000"/>
                  </a:schemeClr>
                </a:solidFill>
                <a:prstDash val="sysDash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8" name="Cloud 7">
                <a:extLst>
                  <a:ext uri="{FF2B5EF4-FFF2-40B4-BE49-F238E27FC236}">
                    <a16:creationId xmlns:a16="http://schemas.microsoft.com/office/drawing/2014/main" id="{472E9BFF-3BCD-83AD-CAED-CAC55ED9DE0B}"/>
                  </a:ext>
                </a:extLst>
              </p:cNvPr>
              <p:cNvSpPr/>
              <p:nvPr/>
            </p:nvSpPr>
            <p:spPr>
              <a:xfrm rot="401311">
                <a:off x="1942544" y="1382575"/>
                <a:ext cx="6082512" cy="4118248"/>
              </a:xfrm>
              <a:prstGeom prst="cloud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</p:grp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E4A9F352-A533-31FF-4057-59327F847E13}"/>
                </a:ext>
              </a:extLst>
            </p:cNvPr>
            <p:cNvCxnSpPr>
              <a:cxnSpLocks/>
            </p:cNvCxnSpPr>
            <p:nvPr/>
          </p:nvCxnSpPr>
          <p:spPr>
            <a:xfrm>
              <a:off x="2133600" y="3429000"/>
              <a:ext cx="5867400" cy="0"/>
            </a:xfrm>
            <a:prstGeom prst="line">
              <a:avLst/>
            </a:prstGeom>
            <a:solidFill>
              <a:schemeClr val="bg1"/>
            </a:solidFill>
            <a:ln w="38100">
              <a:solidFill>
                <a:schemeClr val="bg1">
                  <a:lumMod val="75000"/>
                </a:schemeClr>
              </a:solidFill>
              <a:prstDash val="sys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sp>
        <p:nvSpPr>
          <p:cNvPr id="14" name="TextBox 13">
            <a:extLst>
              <a:ext uri="{FF2B5EF4-FFF2-40B4-BE49-F238E27FC236}">
                <a16:creationId xmlns:a16="http://schemas.microsoft.com/office/drawing/2014/main" id="{F7C51C92-3EE7-C066-0B23-6E3B5B7315C2}"/>
              </a:ext>
            </a:extLst>
          </p:cNvPr>
          <p:cNvSpPr txBox="1"/>
          <p:nvPr/>
        </p:nvSpPr>
        <p:spPr>
          <a:xfrm>
            <a:off x="6238875" y="314003"/>
            <a:ext cx="818636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WIS2</a:t>
            </a:r>
          </a:p>
        </p:txBody>
      </p:sp>
      <p:grpSp>
        <p:nvGrpSpPr>
          <p:cNvPr id="225" name="Group 224">
            <a:extLst>
              <a:ext uri="{FF2B5EF4-FFF2-40B4-BE49-F238E27FC236}">
                <a16:creationId xmlns:a16="http://schemas.microsoft.com/office/drawing/2014/main" id="{7939E215-B692-94C2-920C-7742AA77F902}"/>
              </a:ext>
            </a:extLst>
          </p:cNvPr>
          <p:cNvGrpSpPr/>
          <p:nvPr/>
        </p:nvGrpSpPr>
        <p:grpSpPr>
          <a:xfrm>
            <a:off x="350689" y="4160355"/>
            <a:ext cx="466050" cy="669682"/>
            <a:chOff x="1159011" y="4934512"/>
            <a:chExt cx="466050" cy="669682"/>
          </a:xfrm>
        </p:grpSpPr>
        <p:sp>
          <p:nvSpPr>
            <p:cNvPr id="224" name="Rectangle: Rounded Corners 223">
              <a:extLst>
                <a:ext uri="{FF2B5EF4-FFF2-40B4-BE49-F238E27FC236}">
                  <a16:creationId xmlns:a16="http://schemas.microsoft.com/office/drawing/2014/main" id="{E5158697-A02A-2D32-5DD0-0E0F361A5545}"/>
                </a:ext>
              </a:extLst>
            </p:cNvPr>
            <p:cNvSpPr/>
            <p:nvPr/>
          </p:nvSpPr>
          <p:spPr>
            <a:xfrm>
              <a:off x="1159011" y="4934512"/>
              <a:ext cx="466050" cy="669682"/>
            </a:xfrm>
            <a:prstGeom prst="roundRect">
              <a:avLst>
                <a:gd name="adj" fmla="val 8535"/>
              </a:avLst>
            </a:prstGeom>
            <a:solidFill>
              <a:schemeClr val="bg1"/>
            </a:solidFill>
            <a:ln w="12700">
              <a:prstDash val="sys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218" name="Rectangle 217">
              <a:extLst>
                <a:ext uri="{FF2B5EF4-FFF2-40B4-BE49-F238E27FC236}">
                  <a16:creationId xmlns:a16="http://schemas.microsoft.com/office/drawing/2014/main" id="{7A6E2BD3-8245-3B68-BB70-61AAE8CACD3A}"/>
                </a:ext>
              </a:extLst>
            </p:cNvPr>
            <p:cNvSpPr/>
            <p:nvPr/>
          </p:nvSpPr>
          <p:spPr>
            <a:xfrm>
              <a:off x="1307134" y="5356687"/>
              <a:ext cx="169804" cy="169804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A</a:t>
              </a:r>
            </a:p>
          </p:txBody>
        </p:sp>
        <p:pic>
          <p:nvPicPr>
            <p:cNvPr id="223" name="Picture 222" descr="A black and white symbol&#10;&#10;Description automatically generated">
              <a:extLst>
                <a:ext uri="{FF2B5EF4-FFF2-40B4-BE49-F238E27FC236}">
                  <a16:creationId xmlns:a16="http://schemas.microsoft.com/office/drawing/2014/main" id="{EEF8AAA1-DADD-86C2-69E9-004C547A4FA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216187" y="4970684"/>
              <a:ext cx="351698" cy="351696"/>
            </a:xfrm>
            <a:prstGeom prst="rect">
              <a:avLst/>
            </a:prstGeom>
          </p:spPr>
        </p:pic>
      </p:grpSp>
      <p:grpSp>
        <p:nvGrpSpPr>
          <p:cNvPr id="234" name="Group 233">
            <a:extLst>
              <a:ext uri="{FF2B5EF4-FFF2-40B4-BE49-F238E27FC236}">
                <a16:creationId xmlns:a16="http://schemas.microsoft.com/office/drawing/2014/main" id="{BEAE55D4-A31D-A4D3-1F26-2846BDA0E262}"/>
              </a:ext>
            </a:extLst>
          </p:cNvPr>
          <p:cNvGrpSpPr/>
          <p:nvPr/>
        </p:nvGrpSpPr>
        <p:grpSpPr>
          <a:xfrm>
            <a:off x="858066" y="4163562"/>
            <a:ext cx="466050" cy="669682"/>
            <a:chOff x="1159011" y="4934512"/>
            <a:chExt cx="466050" cy="669682"/>
          </a:xfrm>
        </p:grpSpPr>
        <p:sp>
          <p:nvSpPr>
            <p:cNvPr id="235" name="Rectangle: Rounded Corners 234">
              <a:extLst>
                <a:ext uri="{FF2B5EF4-FFF2-40B4-BE49-F238E27FC236}">
                  <a16:creationId xmlns:a16="http://schemas.microsoft.com/office/drawing/2014/main" id="{537D3B3F-5521-D585-D230-A87C91390B78}"/>
                </a:ext>
              </a:extLst>
            </p:cNvPr>
            <p:cNvSpPr/>
            <p:nvPr/>
          </p:nvSpPr>
          <p:spPr>
            <a:xfrm>
              <a:off x="1159011" y="4934512"/>
              <a:ext cx="466050" cy="669682"/>
            </a:xfrm>
            <a:prstGeom prst="roundRect">
              <a:avLst>
                <a:gd name="adj" fmla="val 8535"/>
              </a:avLst>
            </a:prstGeom>
            <a:solidFill>
              <a:schemeClr val="bg1"/>
            </a:solidFill>
            <a:ln w="12700">
              <a:prstDash val="sys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236" name="Rectangle 235">
              <a:extLst>
                <a:ext uri="{FF2B5EF4-FFF2-40B4-BE49-F238E27FC236}">
                  <a16:creationId xmlns:a16="http://schemas.microsoft.com/office/drawing/2014/main" id="{37086E99-07EC-D43A-BACE-4A53EB77BAAD}"/>
                </a:ext>
              </a:extLst>
            </p:cNvPr>
            <p:cNvSpPr/>
            <p:nvPr/>
          </p:nvSpPr>
          <p:spPr>
            <a:xfrm>
              <a:off x="1307134" y="5356687"/>
              <a:ext cx="169804" cy="169804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B</a:t>
              </a:r>
            </a:p>
          </p:txBody>
        </p:sp>
        <p:pic>
          <p:nvPicPr>
            <p:cNvPr id="237" name="Picture 236" descr="A black and white symbol&#10;&#10;Description automatically generated">
              <a:extLst>
                <a:ext uri="{FF2B5EF4-FFF2-40B4-BE49-F238E27FC236}">
                  <a16:creationId xmlns:a16="http://schemas.microsoft.com/office/drawing/2014/main" id="{1B1D594E-E7DB-1CB8-5AAD-64E6FDF3B69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216187" y="4970684"/>
              <a:ext cx="351698" cy="351696"/>
            </a:xfrm>
            <a:prstGeom prst="rect">
              <a:avLst/>
            </a:prstGeom>
          </p:spPr>
        </p:pic>
      </p:grpSp>
      <p:grpSp>
        <p:nvGrpSpPr>
          <p:cNvPr id="238" name="Group 237">
            <a:extLst>
              <a:ext uri="{FF2B5EF4-FFF2-40B4-BE49-F238E27FC236}">
                <a16:creationId xmlns:a16="http://schemas.microsoft.com/office/drawing/2014/main" id="{81949396-AA08-F5E5-63C2-E0FB3015A687}"/>
              </a:ext>
            </a:extLst>
          </p:cNvPr>
          <p:cNvGrpSpPr/>
          <p:nvPr/>
        </p:nvGrpSpPr>
        <p:grpSpPr>
          <a:xfrm>
            <a:off x="856832" y="4869695"/>
            <a:ext cx="466050" cy="669682"/>
            <a:chOff x="1159011" y="4934512"/>
            <a:chExt cx="466050" cy="669682"/>
          </a:xfrm>
        </p:grpSpPr>
        <p:sp>
          <p:nvSpPr>
            <p:cNvPr id="239" name="Rectangle: Rounded Corners 238">
              <a:extLst>
                <a:ext uri="{FF2B5EF4-FFF2-40B4-BE49-F238E27FC236}">
                  <a16:creationId xmlns:a16="http://schemas.microsoft.com/office/drawing/2014/main" id="{37C13F64-A45F-9BD4-F884-F3DD55020EEC}"/>
                </a:ext>
              </a:extLst>
            </p:cNvPr>
            <p:cNvSpPr/>
            <p:nvPr/>
          </p:nvSpPr>
          <p:spPr>
            <a:xfrm>
              <a:off x="1159011" y="4934512"/>
              <a:ext cx="466050" cy="669682"/>
            </a:xfrm>
            <a:prstGeom prst="roundRect">
              <a:avLst>
                <a:gd name="adj" fmla="val 8535"/>
              </a:avLst>
            </a:prstGeom>
            <a:solidFill>
              <a:schemeClr val="bg1"/>
            </a:solidFill>
            <a:ln w="12700">
              <a:prstDash val="sys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240" name="Rectangle 239">
              <a:extLst>
                <a:ext uri="{FF2B5EF4-FFF2-40B4-BE49-F238E27FC236}">
                  <a16:creationId xmlns:a16="http://schemas.microsoft.com/office/drawing/2014/main" id="{58262B29-A1C0-03C9-C346-D80774ADC5E3}"/>
                </a:ext>
              </a:extLst>
            </p:cNvPr>
            <p:cNvSpPr/>
            <p:nvPr/>
          </p:nvSpPr>
          <p:spPr>
            <a:xfrm>
              <a:off x="1307134" y="5356687"/>
              <a:ext cx="169804" cy="169804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D</a:t>
              </a:r>
            </a:p>
          </p:txBody>
        </p:sp>
        <p:pic>
          <p:nvPicPr>
            <p:cNvPr id="241" name="Picture 240" descr="A black and white symbol&#10;&#10;Description automatically generated">
              <a:extLst>
                <a:ext uri="{FF2B5EF4-FFF2-40B4-BE49-F238E27FC236}">
                  <a16:creationId xmlns:a16="http://schemas.microsoft.com/office/drawing/2014/main" id="{107F3629-44E0-A007-F0D9-7FF3123EDB8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216187" y="4970684"/>
              <a:ext cx="351698" cy="351696"/>
            </a:xfrm>
            <a:prstGeom prst="rect">
              <a:avLst/>
            </a:prstGeom>
          </p:spPr>
        </p:pic>
      </p:grpSp>
      <p:grpSp>
        <p:nvGrpSpPr>
          <p:cNvPr id="242" name="Group 241">
            <a:extLst>
              <a:ext uri="{FF2B5EF4-FFF2-40B4-BE49-F238E27FC236}">
                <a16:creationId xmlns:a16="http://schemas.microsoft.com/office/drawing/2014/main" id="{639C29B4-5CE8-9B16-693F-CBC66FFBB220}"/>
              </a:ext>
            </a:extLst>
          </p:cNvPr>
          <p:cNvGrpSpPr/>
          <p:nvPr/>
        </p:nvGrpSpPr>
        <p:grpSpPr>
          <a:xfrm>
            <a:off x="349454" y="4869695"/>
            <a:ext cx="466050" cy="669682"/>
            <a:chOff x="1159011" y="4934512"/>
            <a:chExt cx="466050" cy="669682"/>
          </a:xfrm>
        </p:grpSpPr>
        <p:sp>
          <p:nvSpPr>
            <p:cNvPr id="243" name="Rectangle: Rounded Corners 242">
              <a:extLst>
                <a:ext uri="{FF2B5EF4-FFF2-40B4-BE49-F238E27FC236}">
                  <a16:creationId xmlns:a16="http://schemas.microsoft.com/office/drawing/2014/main" id="{D02DFB56-97D1-5B4A-7978-A6636AA92D6E}"/>
                </a:ext>
              </a:extLst>
            </p:cNvPr>
            <p:cNvSpPr/>
            <p:nvPr/>
          </p:nvSpPr>
          <p:spPr>
            <a:xfrm>
              <a:off x="1159011" y="4934512"/>
              <a:ext cx="466050" cy="669682"/>
            </a:xfrm>
            <a:prstGeom prst="roundRect">
              <a:avLst>
                <a:gd name="adj" fmla="val 8535"/>
              </a:avLst>
            </a:prstGeom>
            <a:solidFill>
              <a:schemeClr val="bg1"/>
            </a:solidFill>
            <a:ln w="12700">
              <a:prstDash val="sys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244" name="Rectangle 243">
              <a:extLst>
                <a:ext uri="{FF2B5EF4-FFF2-40B4-BE49-F238E27FC236}">
                  <a16:creationId xmlns:a16="http://schemas.microsoft.com/office/drawing/2014/main" id="{4375E8FC-174D-607E-7151-5F166B2D8EDC}"/>
                </a:ext>
              </a:extLst>
            </p:cNvPr>
            <p:cNvSpPr/>
            <p:nvPr/>
          </p:nvSpPr>
          <p:spPr>
            <a:xfrm>
              <a:off x="1307134" y="5356687"/>
              <a:ext cx="169804" cy="169804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C</a:t>
              </a:r>
            </a:p>
          </p:txBody>
        </p:sp>
        <p:pic>
          <p:nvPicPr>
            <p:cNvPr id="245" name="Picture 244" descr="A black and white symbol&#10;&#10;Description automatically generated">
              <a:extLst>
                <a:ext uri="{FF2B5EF4-FFF2-40B4-BE49-F238E27FC236}">
                  <a16:creationId xmlns:a16="http://schemas.microsoft.com/office/drawing/2014/main" id="{6C7A41B4-A17E-8391-C0AF-C5F8CC027CDF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216187" y="4970684"/>
              <a:ext cx="351698" cy="351696"/>
            </a:xfrm>
            <a:prstGeom prst="rect">
              <a:avLst/>
            </a:prstGeom>
          </p:spPr>
        </p:pic>
      </p:grpSp>
      <p:grpSp>
        <p:nvGrpSpPr>
          <p:cNvPr id="249" name="Group 248">
            <a:extLst>
              <a:ext uri="{FF2B5EF4-FFF2-40B4-BE49-F238E27FC236}">
                <a16:creationId xmlns:a16="http://schemas.microsoft.com/office/drawing/2014/main" id="{8D49D8FB-FA82-0E22-96AF-1CB99757C653}"/>
              </a:ext>
            </a:extLst>
          </p:cNvPr>
          <p:cNvGrpSpPr/>
          <p:nvPr/>
        </p:nvGrpSpPr>
        <p:grpSpPr>
          <a:xfrm>
            <a:off x="1633202" y="1621248"/>
            <a:ext cx="1960897" cy="3158269"/>
            <a:chOff x="1633202" y="1621248"/>
            <a:chExt cx="1960897" cy="3158269"/>
          </a:xfrm>
        </p:grpSpPr>
        <p:sp>
          <p:nvSpPr>
            <p:cNvPr id="247" name="Rectangle: Rounded Corners 246">
              <a:extLst>
                <a:ext uri="{FF2B5EF4-FFF2-40B4-BE49-F238E27FC236}">
                  <a16:creationId xmlns:a16="http://schemas.microsoft.com/office/drawing/2014/main" id="{6D2A354F-636F-C905-7CB3-AEB63E1C3564}"/>
                </a:ext>
              </a:extLst>
            </p:cNvPr>
            <p:cNvSpPr/>
            <p:nvPr/>
          </p:nvSpPr>
          <p:spPr>
            <a:xfrm>
              <a:off x="1633202" y="1858519"/>
              <a:ext cx="1960897" cy="2920998"/>
            </a:xfrm>
            <a:prstGeom prst="roundRect">
              <a:avLst>
                <a:gd name="adj" fmla="val 3624"/>
              </a:avLst>
            </a:prstGeom>
            <a:solidFill>
              <a:schemeClr val="bg1">
                <a:lumMod val="95000"/>
                <a:alpha val="50196"/>
              </a:schemeClr>
            </a:solidFill>
            <a:ln w="12700">
              <a:solidFill>
                <a:schemeClr val="tx1">
                  <a:lumMod val="50000"/>
                  <a:lumOff val="50000"/>
                </a:schemeClr>
              </a:solidFill>
              <a:prstDash val="sysDot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248" name="TextBox 247">
              <a:extLst>
                <a:ext uri="{FF2B5EF4-FFF2-40B4-BE49-F238E27FC236}">
                  <a16:creationId xmlns:a16="http://schemas.microsoft.com/office/drawing/2014/main" id="{5B0ED116-9EC5-9019-15F6-968C3C511FCB}"/>
                </a:ext>
              </a:extLst>
            </p:cNvPr>
            <p:cNvSpPr txBox="1"/>
            <p:nvPr/>
          </p:nvSpPr>
          <p:spPr>
            <a:xfrm>
              <a:off x="2059127" y="1621248"/>
              <a:ext cx="1179193" cy="2539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5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WIS Centre</a:t>
              </a:r>
              <a:endParaRPr kumimoji="0" lang="en-GB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246" name="Group 245">
            <a:extLst>
              <a:ext uri="{FF2B5EF4-FFF2-40B4-BE49-F238E27FC236}">
                <a16:creationId xmlns:a16="http://schemas.microsoft.com/office/drawing/2014/main" id="{36391B37-7962-E5E7-CBE0-30E94ED3E704}"/>
              </a:ext>
            </a:extLst>
          </p:cNvPr>
          <p:cNvGrpSpPr/>
          <p:nvPr/>
        </p:nvGrpSpPr>
        <p:grpSpPr>
          <a:xfrm>
            <a:off x="238558" y="2004858"/>
            <a:ext cx="2724621" cy="2574854"/>
            <a:chOff x="238558" y="2004858"/>
            <a:chExt cx="2724621" cy="2574854"/>
          </a:xfrm>
        </p:grpSpPr>
        <p:pic>
          <p:nvPicPr>
            <p:cNvPr id="52" name="Picture 51">
              <a:extLst>
                <a:ext uri="{FF2B5EF4-FFF2-40B4-BE49-F238E27FC236}">
                  <a16:creationId xmlns:a16="http://schemas.microsoft.com/office/drawing/2014/main" id="{92B19B2F-5790-8C41-FB63-2F04BAAC7B77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256121" y="3053461"/>
              <a:ext cx="1338982" cy="751078"/>
            </a:xfrm>
            <a:prstGeom prst="rect">
              <a:avLst/>
            </a:prstGeom>
          </p:spPr>
        </p:pic>
        <p:grpSp>
          <p:nvGrpSpPr>
            <p:cNvPr id="53" name="Group 52">
              <a:extLst>
                <a:ext uri="{FF2B5EF4-FFF2-40B4-BE49-F238E27FC236}">
                  <a16:creationId xmlns:a16="http://schemas.microsoft.com/office/drawing/2014/main" id="{6AFC95A1-A154-F606-46F9-F2B4D3EFB0C3}"/>
                </a:ext>
              </a:extLst>
            </p:cNvPr>
            <p:cNvGrpSpPr/>
            <p:nvPr/>
          </p:nvGrpSpPr>
          <p:grpSpPr>
            <a:xfrm>
              <a:off x="2334271" y="2004858"/>
              <a:ext cx="628907" cy="910662"/>
              <a:chOff x="6648193" y="889820"/>
              <a:chExt cx="628907" cy="910662"/>
            </a:xfrm>
          </p:grpSpPr>
          <p:sp>
            <p:nvSpPr>
              <p:cNvPr id="54" name="Rectangle: Rounded Corners 53">
                <a:extLst>
                  <a:ext uri="{FF2B5EF4-FFF2-40B4-BE49-F238E27FC236}">
                    <a16:creationId xmlns:a16="http://schemas.microsoft.com/office/drawing/2014/main" id="{7193A5E3-F8F3-DB24-5F20-760C7CC3FCE6}"/>
                  </a:ext>
                </a:extLst>
              </p:cNvPr>
              <p:cNvSpPr/>
              <p:nvPr/>
            </p:nvSpPr>
            <p:spPr>
              <a:xfrm>
                <a:off x="6648193" y="1171575"/>
                <a:ext cx="628907" cy="628907"/>
              </a:xfrm>
              <a:prstGeom prst="roundRect">
                <a:avLst>
                  <a:gd name="adj" fmla="val 8678"/>
                </a:avLst>
              </a:prstGeom>
              <a:solidFill>
                <a:schemeClr val="bg1"/>
              </a:solidFill>
              <a:ln w="28575">
                <a:solidFill>
                  <a:srgbClr val="3963DA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3963DA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3963DA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WIS2 Node</a:t>
                </a:r>
              </a:p>
            </p:txBody>
          </p:sp>
          <p:pic>
            <p:nvPicPr>
              <p:cNvPr id="55" name="Picture 54">
                <a:extLst>
                  <a:ext uri="{FF2B5EF4-FFF2-40B4-BE49-F238E27FC236}">
                    <a16:creationId xmlns:a16="http://schemas.microsoft.com/office/drawing/2014/main" id="{45926EDA-BE4E-EC59-85E2-CD970381E0D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6701185" y="889820"/>
                <a:ext cx="522922" cy="532516"/>
              </a:xfrm>
              <a:prstGeom prst="rect">
                <a:avLst/>
              </a:prstGeom>
            </p:spPr>
          </p:pic>
        </p:grpSp>
        <p:sp>
          <p:nvSpPr>
            <p:cNvPr id="56" name="Rectangle: Rounded Corners 55">
              <a:extLst>
                <a:ext uri="{FF2B5EF4-FFF2-40B4-BE49-F238E27FC236}">
                  <a16:creationId xmlns:a16="http://schemas.microsoft.com/office/drawing/2014/main" id="{1D5776B0-7D47-69BE-F431-81E8830BF492}"/>
                </a:ext>
              </a:extLst>
            </p:cNvPr>
            <p:cNvSpPr/>
            <p:nvPr/>
          </p:nvSpPr>
          <p:spPr>
            <a:xfrm>
              <a:off x="2334272" y="3950805"/>
              <a:ext cx="628907" cy="628907"/>
            </a:xfrm>
            <a:prstGeom prst="roundRect">
              <a:avLst>
                <a:gd name="adj" fmla="val 8678"/>
              </a:avLst>
            </a:prstGeom>
            <a:solidFill>
              <a:schemeClr val="bg1"/>
            </a:solidFill>
            <a:ln w="28575"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E8E8E8">
                      <a:lumMod val="75000"/>
                    </a:srgbClr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MSS</a:t>
              </a:r>
            </a:p>
          </p:txBody>
        </p:sp>
        <p:cxnSp>
          <p:nvCxnSpPr>
            <p:cNvPr id="58" name="Straight Arrow Connector 57">
              <a:extLst>
                <a:ext uri="{FF2B5EF4-FFF2-40B4-BE49-F238E27FC236}">
                  <a16:creationId xmlns:a16="http://schemas.microsoft.com/office/drawing/2014/main" id="{41133DA3-B127-6C10-189C-5B0DF90B3884}"/>
                </a:ext>
              </a:extLst>
            </p:cNvPr>
            <p:cNvCxnSpPr/>
            <p:nvPr/>
          </p:nvCxnSpPr>
          <p:spPr>
            <a:xfrm flipV="1">
              <a:off x="1476375" y="2733675"/>
              <a:ext cx="751592" cy="419100"/>
            </a:xfrm>
            <a:prstGeom prst="straightConnector1">
              <a:avLst/>
            </a:prstGeom>
            <a:ln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Straight Arrow Connector 60">
              <a:extLst>
                <a:ext uri="{FF2B5EF4-FFF2-40B4-BE49-F238E27FC236}">
                  <a16:creationId xmlns:a16="http://schemas.microsoft.com/office/drawing/2014/main" id="{005FD0D5-BC50-9081-8185-E5F45FCA111A}"/>
                </a:ext>
              </a:extLst>
            </p:cNvPr>
            <p:cNvCxnSpPr>
              <a:cxnSpLocks/>
            </p:cNvCxnSpPr>
            <p:nvPr/>
          </p:nvCxnSpPr>
          <p:spPr>
            <a:xfrm>
              <a:off x="1476375" y="3741255"/>
              <a:ext cx="751592" cy="419100"/>
            </a:xfrm>
            <a:prstGeom prst="straightConnector1">
              <a:avLst/>
            </a:prstGeom>
            <a:ln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62" name="TextBox 61">
              <a:extLst>
                <a:ext uri="{FF2B5EF4-FFF2-40B4-BE49-F238E27FC236}">
                  <a16:creationId xmlns:a16="http://schemas.microsoft.com/office/drawing/2014/main" id="{7B4F7E16-13C8-A183-4BCC-4EE4425D6E1E}"/>
                </a:ext>
              </a:extLst>
            </p:cNvPr>
            <p:cNvSpPr txBox="1"/>
            <p:nvPr/>
          </p:nvSpPr>
          <p:spPr>
            <a:xfrm>
              <a:off x="238558" y="3676872"/>
              <a:ext cx="1179193" cy="43858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5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data management system</a:t>
              </a: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</a:t>
              </a:r>
            </a:p>
          </p:txBody>
        </p:sp>
      </p:grpSp>
      <p:sp>
        <p:nvSpPr>
          <p:cNvPr id="250" name="TextBox 249">
            <a:extLst>
              <a:ext uri="{FF2B5EF4-FFF2-40B4-BE49-F238E27FC236}">
                <a16:creationId xmlns:a16="http://schemas.microsoft.com/office/drawing/2014/main" id="{C4D7274B-0580-F720-86D1-31FE9F680717}"/>
              </a:ext>
            </a:extLst>
          </p:cNvPr>
          <p:cNvSpPr txBox="1"/>
          <p:nvPr/>
        </p:nvSpPr>
        <p:spPr>
          <a:xfrm>
            <a:off x="6619182" y="6359331"/>
            <a:ext cx="818636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GTS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8624760-AC7B-6858-C2CA-EDB84B098B66}"/>
              </a:ext>
            </a:extLst>
          </p:cNvPr>
          <p:cNvSpPr txBox="1"/>
          <p:nvPr/>
        </p:nvSpPr>
        <p:spPr>
          <a:xfrm>
            <a:off x="2074853" y="3688682"/>
            <a:ext cx="117919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0" i="0" u="none" strike="noStrike" kern="0" cap="none" spc="0" normalizeH="0" baseline="0" noProof="0" dirty="0">
                <a:ln>
                  <a:noFill/>
                </a:ln>
                <a:solidFill>
                  <a:srgbClr val="E8E8E8">
                    <a:lumMod val="75000"/>
                  </a:srgbClr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CCCC = </a:t>
            </a:r>
            <a:r>
              <a:rPr kumimoji="0" lang="en-GB" sz="1200" b="1" i="0" u="none" strike="noStrike" kern="0" cap="none" spc="0" normalizeH="0" baseline="0" noProof="0" dirty="0">
                <a:ln>
                  <a:noFill/>
                </a:ln>
                <a:solidFill>
                  <a:srgbClr val="E8E8E8">
                    <a:lumMod val="75000"/>
                  </a:srgbClr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TEST</a:t>
            </a:r>
            <a:endParaRPr kumimoji="0" lang="en-GB" sz="1600" b="1" i="0" u="none" strike="noStrike" kern="0" cap="none" spc="0" normalizeH="0" baseline="0" noProof="0" dirty="0">
              <a:ln>
                <a:noFill/>
              </a:ln>
              <a:solidFill>
                <a:srgbClr val="E8E8E8">
                  <a:lumMod val="75000"/>
                </a:srgbClr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+mn-cs"/>
            </a:endParaRPr>
          </a:p>
        </p:txBody>
      </p:sp>
      <p:grpSp>
        <p:nvGrpSpPr>
          <p:cNvPr id="209" name="Group 208">
            <a:extLst>
              <a:ext uri="{FF2B5EF4-FFF2-40B4-BE49-F238E27FC236}">
                <a16:creationId xmlns:a16="http://schemas.microsoft.com/office/drawing/2014/main" id="{8A69EF2B-B513-8970-45DD-FD00AD87E9BA}"/>
              </a:ext>
            </a:extLst>
          </p:cNvPr>
          <p:cNvGrpSpPr/>
          <p:nvPr/>
        </p:nvGrpSpPr>
        <p:grpSpPr>
          <a:xfrm>
            <a:off x="1430655" y="808440"/>
            <a:ext cx="2456202" cy="855395"/>
            <a:chOff x="1430655" y="770340"/>
            <a:chExt cx="2456202" cy="855395"/>
          </a:xfrm>
        </p:grpSpPr>
        <p:grpSp>
          <p:nvGrpSpPr>
            <p:cNvPr id="49" name="Group 48">
              <a:extLst>
                <a:ext uri="{FF2B5EF4-FFF2-40B4-BE49-F238E27FC236}">
                  <a16:creationId xmlns:a16="http://schemas.microsoft.com/office/drawing/2014/main" id="{F89C72CE-9A51-1825-D7B9-597292463CF1}"/>
                </a:ext>
              </a:extLst>
            </p:cNvPr>
            <p:cNvGrpSpPr/>
            <p:nvPr/>
          </p:nvGrpSpPr>
          <p:grpSpPr>
            <a:xfrm>
              <a:off x="1430655" y="770340"/>
              <a:ext cx="612283" cy="855395"/>
              <a:chOff x="2425679" y="690821"/>
              <a:chExt cx="612283" cy="855395"/>
            </a:xfrm>
          </p:grpSpPr>
          <p:pic>
            <p:nvPicPr>
              <p:cNvPr id="43" name="Picture 42">
                <a:extLst>
                  <a:ext uri="{FF2B5EF4-FFF2-40B4-BE49-F238E27FC236}">
                    <a16:creationId xmlns:a16="http://schemas.microsoft.com/office/drawing/2014/main" id="{D6BCCB52-121D-1613-EE57-B4CDF40C6A6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2425679" y="690821"/>
                <a:ext cx="612283" cy="855395"/>
              </a:xfrm>
              <a:prstGeom prst="rect">
                <a:avLst/>
              </a:prstGeom>
            </p:spPr>
          </p:pic>
          <p:sp>
            <p:nvSpPr>
              <p:cNvPr id="45" name="Rectangle 44">
                <a:extLst>
                  <a:ext uri="{FF2B5EF4-FFF2-40B4-BE49-F238E27FC236}">
                    <a16:creationId xmlns:a16="http://schemas.microsoft.com/office/drawing/2014/main" id="{6DD8BB01-594F-5198-28CE-72372F7E558D}"/>
                  </a:ext>
                </a:extLst>
              </p:cNvPr>
              <p:cNvSpPr/>
              <p:nvPr/>
            </p:nvSpPr>
            <p:spPr>
              <a:xfrm>
                <a:off x="2631993" y="1000455"/>
                <a:ext cx="169804" cy="169804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A</a:t>
                </a:r>
              </a:p>
            </p:txBody>
          </p:sp>
        </p:grpSp>
        <p:grpSp>
          <p:nvGrpSpPr>
            <p:cNvPr id="50" name="Group 49">
              <a:extLst>
                <a:ext uri="{FF2B5EF4-FFF2-40B4-BE49-F238E27FC236}">
                  <a16:creationId xmlns:a16="http://schemas.microsoft.com/office/drawing/2014/main" id="{0F169425-82E8-1578-F3F2-847E4D63BCE3}"/>
                </a:ext>
              </a:extLst>
            </p:cNvPr>
            <p:cNvGrpSpPr/>
            <p:nvPr/>
          </p:nvGrpSpPr>
          <p:grpSpPr>
            <a:xfrm>
              <a:off x="2045295" y="770340"/>
              <a:ext cx="612283" cy="855395"/>
              <a:chOff x="2425679" y="690821"/>
              <a:chExt cx="612283" cy="855395"/>
            </a:xfrm>
          </p:grpSpPr>
          <p:pic>
            <p:nvPicPr>
              <p:cNvPr id="57" name="Picture 56">
                <a:extLst>
                  <a:ext uri="{FF2B5EF4-FFF2-40B4-BE49-F238E27FC236}">
                    <a16:creationId xmlns:a16="http://schemas.microsoft.com/office/drawing/2014/main" id="{8852E591-BF40-D9BB-FCF3-97A9AA9F147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2425679" y="690821"/>
                <a:ext cx="612283" cy="855395"/>
              </a:xfrm>
              <a:prstGeom prst="rect">
                <a:avLst/>
              </a:prstGeom>
            </p:spPr>
          </p:pic>
          <p:sp>
            <p:nvSpPr>
              <p:cNvPr id="59" name="Rectangle 58">
                <a:extLst>
                  <a:ext uri="{FF2B5EF4-FFF2-40B4-BE49-F238E27FC236}">
                    <a16:creationId xmlns:a16="http://schemas.microsoft.com/office/drawing/2014/main" id="{79DC056A-F9DC-586D-4A77-32D2F18A39A6}"/>
                  </a:ext>
                </a:extLst>
              </p:cNvPr>
              <p:cNvSpPr/>
              <p:nvPr/>
            </p:nvSpPr>
            <p:spPr>
              <a:xfrm>
                <a:off x="2631993" y="1000455"/>
                <a:ext cx="169804" cy="169804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B</a:t>
                </a:r>
              </a:p>
            </p:txBody>
          </p:sp>
        </p:grpSp>
        <p:grpSp>
          <p:nvGrpSpPr>
            <p:cNvPr id="60" name="Group 59">
              <a:extLst>
                <a:ext uri="{FF2B5EF4-FFF2-40B4-BE49-F238E27FC236}">
                  <a16:creationId xmlns:a16="http://schemas.microsoft.com/office/drawing/2014/main" id="{1D7E64D0-99FA-EE0C-A40E-ACA0E5C30277}"/>
                </a:ext>
              </a:extLst>
            </p:cNvPr>
            <p:cNvGrpSpPr/>
            <p:nvPr/>
          </p:nvGrpSpPr>
          <p:grpSpPr>
            <a:xfrm>
              <a:off x="2659935" y="770340"/>
              <a:ext cx="612283" cy="855395"/>
              <a:chOff x="2425679" y="690821"/>
              <a:chExt cx="612283" cy="855395"/>
            </a:xfrm>
          </p:grpSpPr>
          <p:pic>
            <p:nvPicPr>
              <p:cNvPr id="63" name="Picture 62">
                <a:extLst>
                  <a:ext uri="{FF2B5EF4-FFF2-40B4-BE49-F238E27FC236}">
                    <a16:creationId xmlns:a16="http://schemas.microsoft.com/office/drawing/2014/main" id="{3F37ED2A-A72A-1425-35E7-97E5413C7D7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2425679" y="690821"/>
                <a:ext cx="612283" cy="855395"/>
              </a:xfrm>
              <a:prstGeom prst="rect">
                <a:avLst/>
              </a:prstGeom>
            </p:spPr>
          </p:pic>
          <p:sp>
            <p:nvSpPr>
              <p:cNvPr id="192" name="Rectangle 191">
                <a:extLst>
                  <a:ext uri="{FF2B5EF4-FFF2-40B4-BE49-F238E27FC236}">
                    <a16:creationId xmlns:a16="http://schemas.microsoft.com/office/drawing/2014/main" id="{D3451770-37D6-BA5F-0FA2-5C5BC3D56E65}"/>
                  </a:ext>
                </a:extLst>
              </p:cNvPr>
              <p:cNvSpPr/>
              <p:nvPr/>
            </p:nvSpPr>
            <p:spPr>
              <a:xfrm>
                <a:off x="2631993" y="1000455"/>
                <a:ext cx="169804" cy="169804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C</a:t>
                </a:r>
              </a:p>
            </p:txBody>
          </p:sp>
        </p:grpSp>
        <p:grpSp>
          <p:nvGrpSpPr>
            <p:cNvPr id="193" name="Group 192">
              <a:extLst>
                <a:ext uri="{FF2B5EF4-FFF2-40B4-BE49-F238E27FC236}">
                  <a16:creationId xmlns:a16="http://schemas.microsoft.com/office/drawing/2014/main" id="{BCBCF3DF-B4DF-C248-C91F-5DBCE7143561}"/>
                </a:ext>
              </a:extLst>
            </p:cNvPr>
            <p:cNvGrpSpPr/>
            <p:nvPr/>
          </p:nvGrpSpPr>
          <p:grpSpPr>
            <a:xfrm>
              <a:off x="3274574" y="770340"/>
              <a:ext cx="612283" cy="855395"/>
              <a:chOff x="2425679" y="690821"/>
              <a:chExt cx="612283" cy="855395"/>
            </a:xfrm>
          </p:grpSpPr>
          <p:pic>
            <p:nvPicPr>
              <p:cNvPr id="194" name="Picture 193">
                <a:extLst>
                  <a:ext uri="{FF2B5EF4-FFF2-40B4-BE49-F238E27FC236}">
                    <a16:creationId xmlns:a16="http://schemas.microsoft.com/office/drawing/2014/main" id="{BA4F79FE-F216-9FEF-84A8-584CFFD075A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2425679" y="690821"/>
                <a:ext cx="612283" cy="855395"/>
              </a:xfrm>
              <a:prstGeom prst="rect">
                <a:avLst/>
              </a:prstGeom>
            </p:spPr>
          </p:pic>
          <p:sp>
            <p:nvSpPr>
              <p:cNvPr id="201" name="Rectangle 200">
                <a:extLst>
                  <a:ext uri="{FF2B5EF4-FFF2-40B4-BE49-F238E27FC236}">
                    <a16:creationId xmlns:a16="http://schemas.microsoft.com/office/drawing/2014/main" id="{4644CA51-8F55-890A-ABBF-665681A1B2E2}"/>
                  </a:ext>
                </a:extLst>
              </p:cNvPr>
              <p:cNvSpPr/>
              <p:nvPr/>
            </p:nvSpPr>
            <p:spPr>
              <a:xfrm>
                <a:off x="2631993" y="1000455"/>
                <a:ext cx="169804" cy="169804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D</a:t>
                </a:r>
              </a:p>
            </p:txBody>
          </p:sp>
        </p:grpSp>
      </p:grpSp>
      <p:grpSp>
        <p:nvGrpSpPr>
          <p:cNvPr id="214" name="Group 213">
            <a:extLst>
              <a:ext uri="{FF2B5EF4-FFF2-40B4-BE49-F238E27FC236}">
                <a16:creationId xmlns:a16="http://schemas.microsoft.com/office/drawing/2014/main" id="{765C5E82-C1D0-5A31-0C14-639B75205ACD}"/>
              </a:ext>
            </a:extLst>
          </p:cNvPr>
          <p:cNvGrpSpPr/>
          <p:nvPr/>
        </p:nvGrpSpPr>
        <p:grpSpPr>
          <a:xfrm>
            <a:off x="2963924" y="2367446"/>
            <a:ext cx="716753" cy="326665"/>
            <a:chOff x="2963924" y="2367446"/>
            <a:chExt cx="716753" cy="326665"/>
          </a:xfrm>
        </p:grpSpPr>
        <p:grpSp>
          <p:nvGrpSpPr>
            <p:cNvPr id="210" name="Group 209">
              <a:extLst>
                <a:ext uri="{FF2B5EF4-FFF2-40B4-BE49-F238E27FC236}">
                  <a16:creationId xmlns:a16="http://schemas.microsoft.com/office/drawing/2014/main" id="{6BDFFCC6-5FEC-E31B-CF87-B61F3537BF8A}"/>
                </a:ext>
              </a:extLst>
            </p:cNvPr>
            <p:cNvGrpSpPr/>
            <p:nvPr/>
          </p:nvGrpSpPr>
          <p:grpSpPr>
            <a:xfrm>
              <a:off x="2963924" y="2367446"/>
              <a:ext cx="534458" cy="127000"/>
              <a:chOff x="2963178" y="2725764"/>
              <a:chExt cx="534458" cy="127000"/>
            </a:xfrm>
          </p:grpSpPr>
          <p:cxnSp>
            <p:nvCxnSpPr>
              <p:cNvPr id="211" name="Straight Connector 210">
                <a:extLst>
                  <a:ext uri="{FF2B5EF4-FFF2-40B4-BE49-F238E27FC236}">
                    <a16:creationId xmlns:a16="http://schemas.microsoft.com/office/drawing/2014/main" id="{D372B5B0-1DFB-D9F2-C14A-182BE65CFAD6}"/>
                  </a:ext>
                </a:extLst>
              </p:cNvPr>
              <p:cNvCxnSpPr/>
              <p:nvPr/>
            </p:nvCxnSpPr>
            <p:spPr>
              <a:xfrm flipV="1">
                <a:off x="2963178" y="2789264"/>
                <a:ext cx="400050" cy="1"/>
              </a:xfrm>
              <a:prstGeom prst="line">
                <a:avLst/>
              </a:prstGeom>
              <a:noFill/>
              <a:ln w="19050" cap="flat" cmpd="sng" algn="ctr">
                <a:solidFill>
                  <a:schemeClr val="accent2">
                    <a:lumMod val="75000"/>
                  </a:schemeClr>
                </a:solidFill>
                <a:prstDash val="solid"/>
                <a:miter lim="800000"/>
              </a:ln>
              <a:effectLst/>
            </p:spPr>
          </p:cxnSp>
          <p:sp>
            <p:nvSpPr>
              <p:cNvPr id="212" name="Oval 211">
                <a:extLst>
                  <a:ext uri="{FF2B5EF4-FFF2-40B4-BE49-F238E27FC236}">
                    <a16:creationId xmlns:a16="http://schemas.microsoft.com/office/drawing/2014/main" id="{4AB9356A-7057-F800-B71F-1A1C098692B6}"/>
                  </a:ext>
                </a:extLst>
              </p:cNvPr>
              <p:cNvSpPr/>
              <p:nvPr/>
            </p:nvSpPr>
            <p:spPr>
              <a:xfrm>
                <a:off x="3370636" y="2725764"/>
                <a:ext cx="127000" cy="127000"/>
              </a:xfrm>
              <a:prstGeom prst="ellipse">
                <a:avLst/>
              </a:prstGeom>
              <a:solidFill>
                <a:sysClr val="window" lastClr="FFFFFF"/>
              </a:solidFill>
              <a:ln w="19050" cap="flat" cmpd="sng" algn="ctr">
                <a:solidFill>
                  <a:schemeClr val="accent2">
                    <a:lumMod val="75000"/>
                  </a:schemeClr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sp>
          <p:nvSpPr>
            <p:cNvPr id="213" name="TextBox 212">
              <a:extLst>
                <a:ext uri="{FF2B5EF4-FFF2-40B4-BE49-F238E27FC236}">
                  <a16:creationId xmlns:a16="http://schemas.microsoft.com/office/drawing/2014/main" id="{0DB07F6D-BD8C-AACA-9A2B-46BB9E191E9C}"/>
                </a:ext>
              </a:extLst>
            </p:cNvPr>
            <p:cNvSpPr txBox="1"/>
            <p:nvPr/>
          </p:nvSpPr>
          <p:spPr>
            <a:xfrm>
              <a:off x="3194968" y="2440195"/>
              <a:ext cx="485709" cy="2539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50" b="0" i="0" u="none" strike="noStrike" kern="0" cap="none" spc="0" normalizeH="0" baseline="0" noProof="0" dirty="0">
                  <a:ln>
                    <a:noFill/>
                  </a:ln>
                  <a:solidFill>
                    <a:srgbClr val="E97132">
                      <a:lumMod val="75000"/>
                    </a:srgbClr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https</a:t>
              </a:r>
              <a:endParaRPr kumimoji="0" lang="en-GB" sz="1200" b="0" i="0" u="none" strike="noStrike" kern="0" cap="none" spc="0" normalizeH="0" baseline="0" noProof="0" dirty="0">
                <a:ln>
                  <a:noFill/>
                </a:ln>
                <a:solidFill>
                  <a:srgbClr val="E97132">
                    <a:lumMod val="75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pic>
        <p:nvPicPr>
          <p:cNvPr id="47" name="Picture 46">
            <a:extLst>
              <a:ext uri="{FF2B5EF4-FFF2-40B4-BE49-F238E27FC236}">
                <a16:creationId xmlns:a16="http://schemas.microsoft.com/office/drawing/2014/main" id="{7D02DA15-80B1-B1D2-0D09-2B07BF338CF4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504409" y="107790"/>
            <a:ext cx="444034" cy="620341"/>
          </a:xfrm>
          <a:prstGeom prst="rect">
            <a:avLst/>
          </a:prstGeom>
        </p:spPr>
      </p:pic>
      <p:pic>
        <p:nvPicPr>
          <p:cNvPr id="205" name="Picture 204">
            <a:extLst>
              <a:ext uri="{FF2B5EF4-FFF2-40B4-BE49-F238E27FC236}">
                <a16:creationId xmlns:a16="http://schemas.microsoft.com/office/drawing/2014/main" id="{F56AE342-324A-1FBD-C112-3AE81F5E4A1B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122688" y="107539"/>
            <a:ext cx="444034" cy="620341"/>
          </a:xfrm>
          <a:prstGeom prst="rect">
            <a:avLst/>
          </a:prstGeom>
        </p:spPr>
      </p:pic>
      <p:pic>
        <p:nvPicPr>
          <p:cNvPr id="206" name="Picture 205">
            <a:extLst>
              <a:ext uri="{FF2B5EF4-FFF2-40B4-BE49-F238E27FC236}">
                <a16:creationId xmlns:a16="http://schemas.microsoft.com/office/drawing/2014/main" id="{04BCB721-6E03-78FE-70ED-976D5D927B46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738968" y="107539"/>
            <a:ext cx="444034" cy="620341"/>
          </a:xfrm>
          <a:prstGeom prst="rect">
            <a:avLst/>
          </a:prstGeom>
        </p:spPr>
      </p:pic>
      <p:pic>
        <p:nvPicPr>
          <p:cNvPr id="207" name="Picture 206">
            <a:extLst>
              <a:ext uri="{FF2B5EF4-FFF2-40B4-BE49-F238E27FC236}">
                <a16:creationId xmlns:a16="http://schemas.microsoft.com/office/drawing/2014/main" id="{A7075491-1B75-37C6-9373-09B5D174877B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353933" y="108876"/>
            <a:ext cx="444034" cy="620341"/>
          </a:xfrm>
          <a:prstGeom prst="rect">
            <a:avLst/>
          </a:prstGeom>
        </p:spPr>
      </p:pic>
      <p:grpSp>
        <p:nvGrpSpPr>
          <p:cNvPr id="228" name="Group 227">
            <a:extLst>
              <a:ext uri="{FF2B5EF4-FFF2-40B4-BE49-F238E27FC236}">
                <a16:creationId xmlns:a16="http://schemas.microsoft.com/office/drawing/2014/main" id="{F6C8F9B4-6FD0-E8A9-6584-1782B5F9025B}"/>
              </a:ext>
            </a:extLst>
          </p:cNvPr>
          <p:cNvGrpSpPr/>
          <p:nvPr/>
        </p:nvGrpSpPr>
        <p:grpSpPr>
          <a:xfrm>
            <a:off x="2963178" y="2725764"/>
            <a:ext cx="786853" cy="316693"/>
            <a:chOff x="2963178" y="2725764"/>
            <a:chExt cx="786853" cy="316693"/>
          </a:xfrm>
        </p:grpSpPr>
        <p:grpSp>
          <p:nvGrpSpPr>
            <p:cNvPr id="220" name="Group 219">
              <a:extLst>
                <a:ext uri="{FF2B5EF4-FFF2-40B4-BE49-F238E27FC236}">
                  <a16:creationId xmlns:a16="http://schemas.microsoft.com/office/drawing/2014/main" id="{9011612B-38E0-A32A-5E72-D0CF82804988}"/>
                </a:ext>
              </a:extLst>
            </p:cNvPr>
            <p:cNvGrpSpPr/>
            <p:nvPr/>
          </p:nvGrpSpPr>
          <p:grpSpPr>
            <a:xfrm>
              <a:off x="2963178" y="2725764"/>
              <a:ext cx="534458" cy="127000"/>
              <a:chOff x="2963178" y="2725764"/>
              <a:chExt cx="534458" cy="127000"/>
            </a:xfrm>
          </p:grpSpPr>
          <p:cxnSp>
            <p:nvCxnSpPr>
              <p:cNvPr id="221" name="Straight Connector 220">
                <a:extLst>
                  <a:ext uri="{FF2B5EF4-FFF2-40B4-BE49-F238E27FC236}">
                    <a16:creationId xmlns:a16="http://schemas.microsoft.com/office/drawing/2014/main" id="{ECF1DD47-94C0-2079-9F2B-6F2A85AE385E}"/>
                  </a:ext>
                </a:extLst>
              </p:cNvPr>
              <p:cNvCxnSpPr/>
              <p:nvPr/>
            </p:nvCxnSpPr>
            <p:spPr>
              <a:xfrm flipV="1">
                <a:off x="2963178" y="2789264"/>
                <a:ext cx="400050" cy="1"/>
              </a:xfrm>
              <a:prstGeom prst="line">
                <a:avLst/>
              </a:prstGeom>
              <a:noFill/>
              <a:ln w="19050" cap="flat" cmpd="sng" algn="ctr">
                <a:solidFill>
                  <a:schemeClr val="accent6">
                    <a:lumMod val="75000"/>
                  </a:schemeClr>
                </a:solidFill>
                <a:prstDash val="solid"/>
                <a:miter lim="800000"/>
              </a:ln>
              <a:effectLst/>
            </p:spPr>
          </p:cxnSp>
          <p:sp>
            <p:nvSpPr>
              <p:cNvPr id="226" name="Oval 225">
                <a:extLst>
                  <a:ext uri="{FF2B5EF4-FFF2-40B4-BE49-F238E27FC236}">
                    <a16:creationId xmlns:a16="http://schemas.microsoft.com/office/drawing/2014/main" id="{4CD67F4E-0CA6-F5DB-C34E-221A360EBCB7}"/>
                  </a:ext>
                </a:extLst>
              </p:cNvPr>
              <p:cNvSpPr/>
              <p:nvPr/>
            </p:nvSpPr>
            <p:spPr>
              <a:xfrm>
                <a:off x="3370636" y="2725764"/>
                <a:ext cx="127000" cy="127000"/>
              </a:xfrm>
              <a:prstGeom prst="ellipse">
                <a:avLst/>
              </a:prstGeom>
              <a:solidFill>
                <a:sysClr val="window" lastClr="FFFFFF"/>
              </a:solidFill>
              <a:ln w="19050" cap="flat" cmpd="sng" algn="ctr">
                <a:solidFill>
                  <a:schemeClr val="accent6">
                    <a:lumMod val="75000"/>
                  </a:schemeClr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sp>
          <p:nvSpPr>
            <p:cNvPr id="227" name="TextBox 226">
              <a:extLst>
                <a:ext uri="{FF2B5EF4-FFF2-40B4-BE49-F238E27FC236}">
                  <a16:creationId xmlns:a16="http://schemas.microsoft.com/office/drawing/2014/main" id="{890B23B2-5E9F-665A-1ACA-5FD9F181F20B}"/>
                </a:ext>
              </a:extLst>
            </p:cNvPr>
            <p:cNvSpPr txBox="1"/>
            <p:nvPr/>
          </p:nvSpPr>
          <p:spPr>
            <a:xfrm>
              <a:off x="3118241" y="2788541"/>
              <a:ext cx="631790" cy="2539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50" b="0" i="0" u="none" strike="noStrike" kern="0" cap="none" spc="0" normalizeH="0" baseline="0" noProof="0" dirty="0" err="1">
                  <a:ln>
                    <a:noFill/>
                  </a:ln>
                  <a:solidFill>
                    <a:srgbClr val="4EA72E">
                      <a:lumMod val="75000"/>
                    </a:srgbClr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mqtts</a:t>
              </a:r>
              <a:endParaRPr kumimoji="0" lang="en-GB" sz="1200" b="0" i="0" u="none" strike="noStrike" kern="0" cap="none" spc="0" normalizeH="0" baseline="0" noProof="0" dirty="0">
                <a:ln>
                  <a:noFill/>
                </a:ln>
                <a:solidFill>
                  <a:srgbClr val="4EA72E">
                    <a:lumMod val="75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44" name="Freeform: Shape 43">
            <a:extLst>
              <a:ext uri="{FF2B5EF4-FFF2-40B4-BE49-F238E27FC236}">
                <a16:creationId xmlns:a16="http://schemas.microsoft.com/office/drawing/2014/main" id="{0DB0F944-4101-0232-EB56-099F98D213BA}"/>
              </a:ext>
            </a:extLst>
          </p:cNvPr>
          <p:cNvSpPr/>
          <p:nvPr/>
        </p:nvSpPr>
        <p:spPr>
          <a:xfrm>
            <a:off x="3581400" y="2114550"/>
            <a:ext cx="1809750" cy="685800"/>
          </a:xfrm>
          <a:custGeom>
            <a:avLst/>
            <a:gdLst>
              <a:gd name="connsiteX0" fmla="*/ 0 w 1809750"/>
              <a:gd name="connsiteY0" fmla="*/ 685800 h 685800"/>
              <a:gd name="connsiteX1" fmla="*/ 742950 w 1809750"/>
              <a:gd name="connsiteY1" fmla="*/ 628650 h 685800"/>
              <a:gd name="connsiteX2" fmla="*/ 1419225 w 1809750"/>
              <a:gd name="connsiteY2" fmla="*/ 438150 h 685800"/>
              <a:gd name="connsiteX3" fmla="*/ 1809750 w 1809750"/>
              <a:gd name="connsiteY3" fmla="*/ 0 h 685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809750" h="685800">
                <a:moveTo>
                  <a:pt x="0" y="685800"/>
                </a:moveTo>
                <a:cubicBezTo>
                  <a:pt x="253206" y="677862"/>
                  <a:pt x="506413" y="669925"/>
                  <a:pt x="742950" y="628650"/>
                </a:cubicBezTo>
                <a:cubicBezTo>
                  <a:pt x="979487" y="587375"/>
                  <a:pt x="1241425" y="542925"/>
                  <a:pt x="1419225" y="438150"/>
                </a:cubicBezTo>
                <a:cubicBezTo>
                  <a:pt x="1597025" y="333375"/>
                  <a:pt x="1703387" y="166687"/>
                  <a:pt x="1809750" y="0"/>
                </a:cubicBezTo>
              </a:path>
            </a:pathLst>
          </a:custGeom>
          <a:noFill/>
          <a:ln>
            <a:solidFill>
              <a:schemeClr val="accent6">
                <a:lumMod val="75000"/>
              </a:schemeClr>
            </a:solidFill>
            <a:headEnd type="triangl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pic>
        <p:nvPicPr>
          <p:cNvPr id="197" name="Picture 196">
            <a:extLst>
              <a:ext uri="{FF2B5EF4-FFF2-40B4-BE49-F238E27FC236}">
                <a16:creationId xmlns:a16="http://schemas.microsoft.com/office/drawing/2014/main" id="{98FC68BF-00E5-2365-ACDB-C0591C46C78D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590807" y="1385810"/>
            <a:ext cx="432460" cy="569026"/>
          </a:xfrm>
          <a:prstGeom prst="rect">
            <a:avLst/>
          </a:prstGeom>
        </p:spPr>
      </p:pic>
      <p:grpSp>
        <p:nvGrpSpPr>
          <p:cNvPr id="46" name="Group 45">
            <a:extLst>
              <a:ext uri="{FF2B5EF4-FFF2-40B4-BE49-F238E27FC236}">
                <a16:creationId xmlns:a16="http://schemas.microsoft.com/office/drawing/2014/main" id="{32A4CD31-383B-5DA9-27D3-C4094BDDC985}"/>
              </a:ext>
            </a:extLst>
          </p:cNvPr>
          <p:cNvGrpSpPr/>
          <p:nvPr/>
        </p:nvGrpSpPr>
        <p:grpSpPr>
          <a:xfrm>
            <a:off x="7809040" y="580845"/>
            <a:ext cx="821464" cy="919480"/>
            <a:chOff x="7894810" y="1381253"/>
            <a:chExt cx="821464" cy="919480"/>
          </a:xfrm>
        </p:grpSpPr>
        <p:sp>
          <p:nvSpPr>
            <p:cNvPr id="48" name="Rectangle: Rounded Corners 47">
              <a:extLst>
                <a:ext uri="{FF2B5EF4-FFF2-40B4-BE49-F238E27FC236}">
                  <a16:creationId xmlns:a16="http://schemas.microsoft.com/office/drawing/2014/main" id="{83044230-5536-9F17-A5C5-38FAE205E638}"/>
                </a:ext>
              </a:extLst>
            </p:cNvPr>
            <p:cNvSpPr/>
            <p:nvPr/>
          </p:nvSpPr>
          <p:spPr>
            <a:xfrm>
              <a:off x="7991089" y="1649591"/>
              <a:ext cx="628907" cy="628907"/>
            </a:xfrm>
            <a:prstGeom prst="roundRect">
              <a:avLst>
                <a:gd name="adj" fmla="val 8678"/>
              </a:avLst>
            </a:prstGeom>
            <a:solidFill>
              <a:schemeClr val="bg1"/>
            </a:solidFill>
            <a:ln w="28575">
              <a:solidFill>
                <a:srgbClr val="3963DA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srgbClr val="3963DA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6B0BD70E-9167-549F-C58F-04E1474336B5}"/>
                </a:ext>
              </a:extLst>
            </p:cNvPr>
            <p:cNvSpPr txBox="1"/>
            <p:nvPr/>
          </p:nvSpPr>
          <p:spPr>
            <a:xfrm>
              <a:off x="7894810" y="1839068"/>
              <a:ext cx="821464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3963DA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Global Cache</a:t>
              </a:r>
            </a:p>
          </p:txBody>
        </p:sp>
        <p:grpSp>
          <p:nvGrpSpPr>
            <p:cNvPr id="195" name="Group 194">
              <a:extLst>
                <a:ext uri="{FF2B5EF4-FFF2-40B4-BE49-F238E27FC236}">
                  <a16:creationId xmlns:a16="http://schemas.microsoft.com/office/drawing/2014/main" id="{339BA77E-D913-98C5-F972-36202635EF06}"/>
                </a:ext>
              </a:extLst>
            </p:cNvPr>
            <p:cNvGrpSpPr/>
            <p:nvPr/>
          </p:nvGrpSpPr>
          <p:grpSpPr>
            <a:xfrm>
              <a:off x="8036660" y="1381253"/>
              <a:ext cx="537764" cy="547628"/>
              <a:chOff x="6976094" y="2574516"/>
              <a:chExt cx="664523" cy="676715"/>
            </a:xfrm>
          </p:grpSpPr>
          <p:pic>
            <p:nvPicPr>
              <p:cNvPr id="196" name="Picture 195">
                <a:extLst>
                  <a:ext uri="{FF2B5EF4-FFF2-40B4-BE49-F238E27FC236}">
                    <a16:creationId xmlns:a16="http://schemas.microsoft.com/office/drawing/2014/main" id="{12C3971F-BBF4-F77F-F08B-93D4C1BB070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6976094" y="2574516"/>
                <a:ext cx="664522" cy="676715"/>
              </a:xfrm>
              <a:prstGeom prst="rect">
                <a:avLst/>
              </a:prstGeom>
            </p:spPr>
          </p:pic>
          <p:pic>
            <p:nvPicPr>
              <p:cNvPr id="198" name="Picture 197">
                <a:extLst>
                  <a:ext uri="{FF2B5EF4-FFF2-40B4-BE49-F238E27FC236}">
                    <a16:creationId xmlns:a16="http://schemas.microsoft.com/office/drawing/2014/main" id="{0F2AF320-8F4A-727E-5BD9-1331FC54D3C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>
                <a:extLst>
                  <a:ext uri="{BEBA8EAE-BF5A-486C-A8C5-ECC9F3942E4B}">
                    <a14:imgProps xmlns:a14="http://schemas.microsoft.com/office/drawing/2010/main">
                      <a14:imgLayer r:embed="rId11">
                        <a14:imgEffect>
                          <a14:colorTemperature colorTemp="4700"/>
                        </a14:imgEffect>
                        <a14:imgEffect>
                          <a14:brightnessContrast bright="-20000" contrast="40000"/>
                        </a14:imgEffect>
                      </a14:imgLayer>
                    </a14:imgProps>
                  </a:ext>
                </a:extLst>
              </a:blip>
              <a:stretch>
                <a:fillRect/>
              </a:stretch>
            </p:blipFill>
            <p:spPr>
              <a:xfrm>
                <a:off x="7044932" y="2644373"/>
                <a:ext cx="526845" cy="528534"/>
              </a:xfrm>
              <a:prstGeom prst="ellipse">
                <a:avLst/>
              </a:prstGeom>
              <a:solidFill>
                <a:schemeClr val="bg1"/>
              </a:solidFill>
            </p:spPr>
          </p:pic>
          <p:pic>
            <p:nvPicPr>
              <p:cNvPr id="199" name="Picture 198">
                <a:extLst>
                  <a:ext uri="{FF2B5EF4-FFF2-40B4-BE49-F238E27FC236}">
                    <a16:creationId xmlns:a16="http://schemas.microsoft.com/office/drawing/2014/main" id="{866B910A-8DC2-996D-54A6-E767730FC99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6976095" y="2574516"/>
                <a:ext cx="664522" cy="676715"/>
              </a:xfrm>
              <a:prstGeom prst="rect">
                <a:avLst/>
              </a:prstGeom>
            </p:spPr>
          </p:pic>
          <p:pic>
            <p:nvPicPr>
              <p:cNvPr id="200" name="Picture 199">
                <a:extLst>
                  <a:ext uri="{FF2B5EF4-FFF2-40B4-BE49-F238E27FC236}">
                    <a16:creationId xmlns:a16="http://schemas.microsoft.com/office/drawing/2014/main" id="{36D40B10-A62C-BD29-C43E-73716A8A8AF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>
                <a:extLst>
                  <a:ext uri="{BEBA8EAE-BF5A-486C-A8C5-ECC9F3942E4B}">
                    <a14:imgProps xmlns:a14="http://schemas.microsoft.com/office/drawing/2010/main">
                      <a14:imgLayer r:embed="rId11">
                        <a14:imgEffect>
                          <a14:colorTemperature colorTemp="4700"/>
                        </a14:imgEffect>
                        <a14:imgEffect>
                          <a14:brightnessContrast bright="-20000" contrast="40000"/>
                        </a14:imgEffect>
                      </a14:imgLayer>
                    </a14:imgProps>
                  </a:ext>
                </a:extLst>
              </a:blip>
              <a:stretch>
                <a:fillRect/>
              </a:stretch>
            </p:blipFill>
            <p:spPr>
              <a:xfrm>
                <a:off x="7064641" y="2664144"/>
                <a:ext cx="487430" cy="488992"/>
              </a:xfrm>
              <a:prstGeom prst="ellipse">
                <a:avLst/>
              </a:prstGeom>
              <a:solidFill>
                <a:schemeClr val="bg1"/>
              </a:solidFill>
            </p:spPr>
          </p:pic>
        </p:grpSp>
      </p:grpSp>
      <p:pic>
        <p:nvPicPr>
          <p:cNvPr id="204" name="Picture 203">
            <a:extLst>
              <a:ext uri="{FF2B5EF4-FFF2-40B4-BE49-F238E27FC236}">
                <a16:creationId xmlns:a16="http://schemas.microsoft.com/office/drawing/2014/main" id="{64DE0A8F-9B79-1FF8-D978-0D038681C94F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587713" y="863597"/>
            <a:ext cx="475706" cy="625929"/>
          </a:xfrm>
          <a:prstGeom prst="rect">
            <a:avLst/>
          </a:prstGeom>
        </p:spPr>
      </p:pic>
      <p:sp>
        <p:nvSpPr>
          <p:cNvPr id="208" name="Freeform: Shape 207">
            <a:extLst>
              <a:ext uri="{FF2B5EF4-FFF2-40B4-BE49-F238E27FC236}">
                <a16:creationId xmlns:a16="http://schemas.microsoft.com/office/drawing/2014/main" id="{25BF1DC4-4A21-7BE8-EE53-D9A95875BF5D}"/>
              </a:ext>
            </a:extLst>
          </p:cNvPr>
          <p:cNvSpPr/>
          <p:nvPr/>
        </p:nvSpPr>
        <p:spPr>
          <a:xfrm>
            <a:off x="5819775" y="1181100"/>
            <a:ext cx="2009775" cy="647700"/>
          </a:xfrm>
          <a:custGeom>
            <a:avLst/>
            <a:gdLst>
              <a:gd name="connsiteX0" fmla="*/ 2009775 w 2009775"/>
              <a:gd name="connsiteY0" fmla="*/ 0 h 647700"/>
              <a:gd name="connsiteX1" fmla="*/ 1266825 w 2009775"/>
              <a:gd name="connsiteY1" fmla="*/ 133350 h 647700"/>
              <a:gd name="connsiteX2" fmla="*/ 609600 w 2009775"/>
              <a:gd name="connsiteY2" fmla="*/ 542925 h 647700"/>
              <a:gd name="connsiteX3" fmla="*/ 0 w 2009775"/>
              <a:gd name="connsiteY3" fmla="*/ 647700 h 6477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009775" h="647700">
                <a:moveTo>
                  <a:pt x="2009775" y="0"/>
                </a:moveTo>
                <a:cubicBezTo>
                  <a:pt x="1754981" y="21431"/>
                  <a:pt x="1500187" y="42863"/>
                  <a:pt x="1266825" y="133350"/>
                </a:cubicBezTo>
                <a:cubicBezTo>
                  <a:pt x="1033463" y="223837"/>
                  <a:pt x="820737" y="457200"/>
                  <a:pt x="609600" y="542925"/>
                </a:cubicBezTo>
                <a:cubicBezTo>
                  <a:pt x="398462" y="628650"/>
                  <a:pt x="199231" y="638175"/>
                  <a:pt x="0" y="647700"/>
                </a:cubicBezTo>
              </a:path>
            </a:pathLst>
          </a:custGeom>
          <a:noFill/>
          <a:ln>
            <a:solidFill>
              <a:schemeClr val="accent6">
                <a:lumMod val="75000"/>
              </a:schemeClr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30" name="Freeform: Shape 229">
            <a:extLst>
              <a:ext uri="{FF2B5EF4-FFF2-40B4-BE49-F238E27FC236}">
                <a16:creationId xmlns:a16="http://schemas.microsoft.com/office/drawing/2014/main" id="{FAE8577D-9095-CB5F-FEEC-DFC2C49FAA33}"/>
              </a:ext>
            </a:extLst>
          </p:cNvPr>
          <p:cNvSpPr/>
          <p:nvPr/>
        </p:nvSpPr>
        <p:spPr>
          <a:xfrm>
            <a:off x="3533775" y="851552"/>
            <a:ext cx="4238625" cy="1472548"/>
          </a:xfrm>
          <a:custGeom>
            <a:avLst/>
            <a:gdLst>
              <a:gd name="connsiteX0" fmla="*/ 4238625 w 4238625"/>
              <a:gd name="connsiteY0" fmla="*/ 72373 h 1472548"/>
              <a:gd name="connsiteX1" fmla="*/ 1657350 w 4238625"/>
              <a:gd name="connsiteY1" fmla="*/ 158098 h 1472548"/>
              <a:gd name="connsiteX2" fmla="*/ 0 w 4238625"/>
              <a:gd name="connsiteY2" fmla="*/ 1472548 h 14725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4238625" h="1472548">
                <a:moveTo>
                  <a:pt x="4238625" y="72373"/>
                </a:moveTo>
                <a:cubicBezTo>
                  <a:pt x="3301206" y="-1446"/>
                  <a:pt x="2363787" y="-75264"/>
                  <a:pt x="1657350" y="158098"/>
                </a:cubicBezTo>
                <a:cubicBezTo>
                  <a:pt x="950913" y="391460"/>
                  <a:pt x="475456" y="932004"/>
                  <a:pt x="0" y="1472548"/>
                </a:cubicBezTo>
              </a:path>
            </a:pathLst>
          </a:custGeom>
          <a:noFill/>
          <a:ln>
            <a:solidFill>
              <a:schemeClr val="accent2">
                <a:lumMod val="75000"/>
              </a:schemeClr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grpSp>
        <p:nvGrpSpPr>
          <p:cNvPr id="266" name="Group 265">
            <a:extLst>
              <a:ext uri="{FF2B5EF4-FFF2-40B4-BE49-F238E27FC236}">
                <a16:creationId xmlns:a16="http://schemas.microsoft.com/office/drawing/2014/main" id="{7F4E0083-0BB7-9FEB-1C92-725EA679C57B}"/>
              </a:ext>
            </a:extLst>
          </p:cNvPr>
          <p:cNvGrpSpPr/>
          <p:nvPr/>
        </p:nvGrpSpPr>
        <p:grpSpPr>
          <a:xfrm>
            <a:off x="9106083" y="884873"/>
            <a:ext cx="1745352" cy="583376"/>
            <a:chOff x="9538950" y="2402423"/>
            <a:chExt cx="1745352" cy="583376"/>
          </a:xfrm>
        </p:grpSpPr>
        <p:pic>
          <p:nvPicPr>
            <p:cNvPr id="262" name="Picture 261">
              <a:extLst>
                <a:ext uri="{FF2B5EF4-FFF2-40B4-BE49-F238E27FC236}">
                  <a16:creationId xmlns:a16="http://schemas.microsoft.com/office/drawing/2014/main" id="{3E1CD34C-03DF-5719-C893-67429E8D08FE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10866423" y="2402423"/>
              <a:ext cx="417879" cy="583376"/>
            </a:xfrm>
            <a:prstGeom prst="rect">
              <a:avLst/>
            </a:prstGeom>
          </p:spPr>
        </p:pic>
        <p:pic>
          <p:nvPicPr>
            <p:cNvPr id="263" name="Picture 262">
              <a:extLst>
                <a:ext uri="{FF2B5EF4-FFF2-40B4-BE49-F238E27FC236}">
                  <a16:creationId xmlns:a16="http://schemas.microsoft.com/office/drawing/2014/main" id="{27FFD07D-73B0-EB93-F12A-849956384549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/>
            <a:stretch>
              <a:fillRect/>
            </a:stretch>
          </p:blipFill>
          <p:spPr>
            <a:xfrm>
              <a:off x="10423932" y="2402423"/>
              <a:ext cx="413742" cy="583376"/>
            </a:xfrm>
            <a:prstGeom prst="rect">
              <a:avLst/>
            </a:prstGeom>
          </p:spPr>
        </p:pic>
        <p:pic>
          <p:nvPicPr>
            <p:cNvPr id="264" name="Picture 263">
              <a:extLst>
                <a:ext uri="{FF2B5EF4-FFF2-40B4-BE49-F238E27FC236}">
                  <a16:creationId xmlns:a16="http://schemas.microsoft.com/office/drawing/2014/main" id="{ECB0AB39-089F-A923-8652-B435F7F5270A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/>
            <a:stretch>
              <a:fillRect/>
            </a:stretch>
          </p:blipFill>
          <p:spPr>
            <a:xfrm>
              <a:off x="9981441" y="2402423"/>
              <a:ext cx="413742" cy="583376"/>
            </a:xfrm>
            <a:prstGeom prst="rect">
              <a:avLst/>
            </a:prstGeom>
          </p:spPr>
        </p:pic>
        <p:pic>
          <p:nvPicPr>
            <p:cNvPr id="265" name="Picture 264">
              <a:extLst>
                <a:ext uri="{FF2B5EF4-FFF2-40B4-BE49-F238E27FC236}">
                  <a16:creationId xmlns:a16="http://schemas.microsoft.com/office/drawing/2014/main" id="{E0C9622D-016D-46BB-6AB5-6A5928963CE2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/>
            <a:stretch>
              <a:fillRect/>
            </a:stretch>
          </p:blipFill>
          <p:spPr>
            <a:xfrm>
              <a:off x="9538950" y="2402423"/>
              <a:ext cx="413742" cy="583376"/>
            </a:xfrm>
            <a:prstGeom prst="rect">
              <a:avLst/>
            </a:prstGeom>
          </p:spPr>
        </p:pic>
      </p:grpSp>
      <p:pic>
        <p:nvPicPr>
          <p:cNvPr id="267" name="Picture 266">
            <a:extLst>
              <a:ext uri="{FF2B5EF4-FFF2-40B4-BE49-F238E27FC236}">
                <a16:creationId xmlns:a16="http://schemas.microsoft.com/office/drawing/2014/main" id="{5CC74F73-5F41-0516-A669-A55BC54C58A0}"/>
              </a:ext>
            </a:extLst>
          </p:cNvPr>
          <p:cNvPicPr>
            <a:picLocks noChangeAspect="1"/>
          </p:cNvPicPr>
          <p:nvPr/>
        </p:nvPicPr>
        <p:blipFill>
          <a:blip r:embed="rId9">
            <a:duotone>
              <a:prstClr val="black"/>
              <a:schemeClr val="accent4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8588284" y="863596"/>
            <a:ext cx="475706" cy="625929"/>
          </a:xfrm>
          <a:prstGeom prst="rect">
            <a:avLst/>
          </a:prstGeom>
        </p:spPr>
      </p:pic>
      <p:sp>
        <p:nvSpPr>
          <p:cNvPr id="270" name="Freeform: Shape 269">
            <a:extLst>
              <a:ext uri="{FF2B5EF4-FFF2-40B4-BE49-F238E27FC236}">
                <a16:creationId xmlns:a16="http://schemas.microsoft.com/office/drawing/2014/main" id="{0EF25BB9-4A12-B186-0367-31B385EA67F7}"/>
              </a:ext>
            </a:extLst>
          </p:cNvPr>
          <p:cNvSpPr/>
          <p:nvPr/>
        </p:nvSpPr>
        <p:spPr>
          <a:xfrm>
            <a:off x="8793957" y="858269"/>
            <a:ext cx="274934" cy="287724"/>
          </a:xfrm>
          <a:custGeom>
            <a:avLst/>
            <a:gdLst>
              <a:gd name="connsiteX0" fmla="*/ 0 w 267789"/>
              <a:gd name="connsiteY0" fmla="*/ 0 h 277586"/>
              <a:gd name="connsiteX1" fmla="*/ 267789 w 267789"/>
              <a:gd name="connsiteY1" fmla="*/ 277586 h 277586"/>
              <a:gd name="connsiteX2" fmla="*/ 267789 w 267789"/>
              <a:gd name="connsiteY2" fmla="*/ 117566 h 277586"/>
              <a:gd name="connsiteX3" fmla="*/ 146957 w 267789"/>
              <a:gd name="connsiteY3" fmla="*/ 6531 h 277586"/>
              <a:gd name="connsiteX4" fmla="*/ 0 w 267789"/>
              <a:gd name="connsiteY4" fmla="*/ 0 h 277586"/>
              <a:gd name="connsiteX0" fmla="*/ 0 w 267789"/>
              <a:gd name="connsiteY0" fmla="*/ 613 h 278199"/>
              <a:gd name="connsiteX1" fmla="*/ 267789 w 267789"/>
              <a:gd name="connsiteY1" fmla="*/ 278199 h 278199"/>
              <a:gd name="connsiteX2" fmla="*/ 267789 w 267789"/>
              <a:gd name="connsiteY2" fmla="*/ 118179 h 278199"/>
              <a:gd name="connsiteX3" fmla="*/ 156482 w 267789"/>
              <a:gd name="connsiteY3" fmla="*/ 0 h 278199"/>
              <a:gd name="connsiteX4" fmla="*/ 0 w 267789"/>
              <a:gd name="connsiteY4" fmla="*/ 613 h 278199"/>
              <a:gd name="connsiteX0" fmla="*/ 0 w 270171"/>
              <a:gd name="connsiteY0" fmla="*/ 5375 h 278199"/>
              <a:gd name="connsiteX1" fmla="*/ 270171 w 270171"/>
              <a:gd name="connsiteY1" fmla="*/ 278199 h 278199"/>
              <a:gd name="connsiteX2" fmla="*/ 270171 w 270171"/>
              <a:gd name="connsiteY2" fmla="*/ 118179 h 278199"/>
              <a:gd name="connsiteX3" fmla="*/ 158864 w 270171"/>
              <a:gd name="connsiteY3" fmla="*/ 0 h 278199"/>
              <a:gd name="connsiteX4" fmla="*/ 0 w 270171"/>
              <a:gd name="connsiteY4" fmla="*/ 5375 h 278199"/>
              <a:gd name="connsiteX0" fmla="*/ 0 w 270171"/>
              <a:gd name="connsiteY0" fmla="*/ 5375 h 266292"/>
              <a:gd name="connsiteX1" fmla="*/ 263028 w 270171"/>
              <a:gd name="connsiteY1" fmla="*/ 266292 h 266292"/>
              <a:gd name="connsiteX2" fmla="*/ 270171 w 270171"/>
              <a:gd name="connsiteY2" fmla="*/ 118179 h 266292"/>
              <a:gd name="connsiteX3" fmla="*/ 158864 w 270171"/>
              <a:gd name="connsiteY3" fmla="*/ 0 h 266292"/>
              <a:gd name="connsiteX4" fmla="*/ 0 w 270171"/>
              <a:gd name="connsiteY4" fmla="*/ 5375 h 266292"/>
              <a:gd name="connsiteX0" fmla="*/ 0 w 274934"/>
              <a:gd name="connsiteY0" fmla="*/ 5375 h 287724"/>
              <a:gd name="connsiteX1" fmla="*/ 274934 w 274934"/>
              <a:gd name="connsiteY1" fmla="*/ 287724 h 287724"/>
              <a:gd name="connsiteX2" fmla="*/ 270171 w 274934"/>
              <a:gd name="connsiteY2" fmla="*/ 118179 h 287724"/>
              <a:gd name="connsiteX3" fmla="*/ 158864 w 274934"/>
              <a:gd name="connsiteY3" fmla="*/ 0 h 287724"/>
              <a:gd name="connsiteX4" fmla="*/ 0 w 274934"/>
              <a:gd name="connsiteY4" fmla="*/ 5375 h 2877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4934" h="287724">
                <a:moveTo>
                  <a:pt x="0" y="5375"/>
                </a:moveTo>
                <a:lnTo>
                  <a:pt x="274934" y="287724"/>
                </a:lnTo>
                <a:lnTo>
                  <a:pt x="270171" y="118179"/>
                </a:lnTo>
                <a:lnTo>
                  <a:pt x="158864" y="0"/>
                </a:lnTo>
                <a:lnTo>
                  <a:pt x="0" y="5375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31" name="Freeform: Shape 230">
            <a:extLst>
              <a:ext uri="{FF2B5EF4-FFF2-40B4-BE49-F238E27FC236}">
                <a16:creationId xmlns:a16="http://schemas.microsoft.com/office/drawing/2014/main" id="{FFFAC306-4338-B132-650A-E510A166FEE8}"/>
              </a:ext>
            </a:extLst>
          </p:cNvPr>
          <p:cNvSpPr/>
          <p:nvPr/>
        </p:nvSpPr>
        <p:spPr>
          <a:xfrm>
            <a:off x="5799995" y="1077850"/>
            <a:ext cx="2009775" cy="647700"/>
          </a:xfrm>
          <a:custGeom>
            <a:avLst/>
            <a:gdLst>
              <a:gd name="connsiteX0" fmla="*/ 2009775 w 2009775"/>
              <a:gd name="connsiteY0" fmla="*/ 0 h 647700"/>
              <a:gd name="connsiteX1" fmla="*/ 1266825 w 2009775"/>
              <a:gd name="connsiteY1" fmla="*/ 133350 h 647700"/>
              <a:gd name="connsiteX2" fmla="*/ 609600 w 2009775"/>
              <a:gd name="connsiteY2" fmla="*/ 542925 h 647700"/>
              <a:gd name="connsiteX3" fmla="*/ 0 w 2009775"/>
              <a:gd name="connsiteY3" fmla="*/ 647700 h 6477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009775" h="647700">
                <a:moveTo>
                  <a:pt x="2009775" y="0"/>
                </a:moveTo>
                <a:cubicBezTo>
                  <a:pt x="1754981" y="21431"/>
                  <a:pt x="1500187" y="42863"/>
                  <a:pt x="1266825" y="133350"/>
                </a:cubicBezTo>
                <a:cubicBezTo>
                  <a:pt x="1033463" y="223837"/>
                  <a:pt x="820737" y="457200"/>
                  <a:pt x="609600" y="542925"/>
                </a:cubicBezTo>
                <a:cubicBezTo>
                  <a:pt x="398462" y="628650"/>
                  <a:pt x="199231" y="638175"/>
                  <a:pt x="0" y="647700"/>
                </a:cubicBezTo>
              </a:path>
            </a:pathLst>
          </a:custGeom>
          <a:noFill/>
          <a:ln>
            <a:solidFill>
              <a:schemeClr val="accent6">
                <a:lumMod val="75000"/>
              </a:schemeClr>
            </a:solidFill>
            <a:headEnd type="triangl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grpSp>
        <p:nvGrpSpPr>
          <p:cNvPr id="252" name="Group 251">
            <a:extLst>
              <a:ext uri="{FF2B5EF4-FFF2-40B4-BE49-F238E27FC236}">
                <a16:creationId xmlns:a16="http://schemas.microsoft.com/office/drawing/2014/main" id="{8F4E26AB-79E2-2179-5525-F552A19DAC07}"/>
              </a:ext>
            </a:extLst>
          </p:cNvPr>
          <p:cNvGrpSpPr/>
          <p:nvPr/>
        </p:nvGrpSpPr>
        <p:grpSpPr>
          <a:xfrm>
            <a:off x="4589288" y="1373398"/>
            <a:ext cx="480439" cy="635200"/>
            <a:chOff x="6238875" y="2481185"/>
            <a:chExt cx="480439" cy="635200"/>
          </a:xfrm>
        </p:grpSpPr>
        <p:pic>
          <p:nvPicPr>
            <p:cNvPr id="232" name="Picture 231">
              <a:extLst>
                <a:ext uri="{FF2B5EF4-FFF2-40B4-BE49-F238E27FC236}">
                  <a16:creationId xmlns:a16="http://schemas.microsoft.com/office/drawing/2014/main" id="{B52C2D38-7131-F302-59C6-A853BD706485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duotone>
                <a:prstClr val="black"/>
                <a:schemeClr val="accent4">
                  <a:tint val="45000"/>
                  <a:satMod val="400000"/>
                </a:schemeClr>
              </a:duotone>
            </a:blip>
            <a:stretch>
              <a:fillRect/>
            </a:stretch>
          </p:blipFill>
          <p:spPr>
            <a:xfrm>
              <a:off x="6238875" y="2490456"/>
              <a:ext cx="475706" cy="625929"/>
            </a:xfrm>
            <a:prstGeom prst="rect">
              <a:avLst/>
            </a:prstGeom>
          </p:spPr>
        </p:pic>
        <p:sp>
          <p:nvSpPr>
            <p:cNvPr id="233" name="Freeform: Shape 232">
              <a:extLst>
                <a:ext uri="{FF2B5EF4-FFF2-40B4-BE49-F238E27FC236}">
                  <a16:creationId xmlns:a16="http://schemas.microsoft.com/office/drawing/2014/main" id="{6F14916F-2656-BDEE-C798-19FD4D3046E6}"/>
                </a:ext>
              </a:extLst>
            </p:cNvPr>
            <p:cNvSpPr/>
            <p:nvPr/>
          </p:nvSpPr>
          <p:spPr>
            <a:xfrm>
              <a:off x="6444380" y="2481185"/>
              <a:ext cx="274934" cy="287724"/>
            </a:xfrm>
            <a:custGeom>
              <a:avLst/>
              <a:gdLst>
                <a:gd name="connsiteX0" fmla="*/ 0 w 267789"/>
                <a:gd name="connsiteY0" fmla="*/ 0 h 277586"/>
                <a:gd name="connsiteX1" fmla="*/ 267789 w 267789"/>
                <a:gd name="connsiteY1" fmla="*/ 277586 h 277586"/>
                <a:gd name="connsiteX2" fmla="*/ 267789 w 267789"/>
                <a:gd name="connsiteY2" fmla="*/ 117566 h 277586"/>
                <a:gd name="connsiteX3" fmla="*/ 146957 w 267789"/>
                <a:gd name="connsiteY3" fmla="*/ 6531 h 277586"/>
                <a:gd name="connsiteX4" fmla="*/ 0 w 267789"/>
                <a:gd name="connsiteY4" fmla="*/ 0 h 277586"/>
                <a:gd name="connsiteX0" fmla="*/ 0 w 267789"/>
                <a:gd name="connsiteY0" fmla="*/ 613 h 278199"/>
                <a:gd name="connsiteX1" fmla="*/ 267789 w 267789"/>
                <a:gd name="connsiteY1" fmla="*/ 278199 h 278199"/>
                <a:gd name="connsiteX2" fmla="*/ 267789 w 267789"/>
                <a:gd name="connsiteY2" fmla="*/ 118179 h 278199"/>
                <a:gd name="connsiteX3" fmla="*/ 156482 w 267789"/>
                <a:gd name="connsiteY3" fmla="*/ 0 h 278199"/>
                <a:gd name="connsiteX4" fmla="*/ 0 w 267789"/>
                <a:gd name="connsiteY4" fmla="*/ 613 h 278199"/>
                <a:gd name="connsiteX0" fmla="*/ 0 w 270171"/>
                <a:gd name="connsiteY0" fmla="*/ 5375 h 278199"/>
                <a:gd name="connsiteX1" fmla="*/ 270171 w 270171"/>
                <a:gd name="connsiteY1" fmla="*/ 278199 h 278199"/>
                <a:gd name="connsiteX2" fmla="*/ 270171 w 270171"/>
                <a:gd name="connsiteY2" fmla="*/ 118179 h 278199"/>
                <a:gd name="connsiteX3" fmla="*/ 158864 w 270171"/>
                <a:gd name="connsiteY3" fmla="*/ 0 h 278199"/>
                <a:gd name="connsiteX4" fmla="*/ 0 w 270171"/>
                <a:gd name="connsiteY4" fmla="*/ 5375 h 278199"/>
                <a:gd name="connsiteX0" fmla="*/ 0 w 270171"/>
                <a:gd name="connsiteY0" fmla="*/ 5375 h 266292"/>
                <a:gd name="connsiteX1" fmla="*/ 263028 w 270171"/>
                <a:gd name="connsiteY1" fmla="*/ 266292 h 266292"/>
                <a:gd name="connsiteX2" fmla="*/ 270171 w 270171"/>
                <a:gd name="connsiteY2" fmla="*/ 118179 h 266292"/>
                <a:gd name="connsiteX3" fmla="*/ 158864 w 270171"/>
                <a:gd name="connsiteY3" fmla="*/ 0 h 266292"/>
                <a:gd name="connsiteX4" fmla="*/ 0 w 270171"/>
                <a:gd name="connsiteY4" fmla="*/ 5375 h 266292"/>
                <a:gd name="connsiteX0" fmla="*/ 0 w 274934"/>
                <a:gd name="connsiteY0" fmla="*/ 5375 h 287724"/>
                <a:gd name="connsiteX1" fmla="*/ 274934 w 274934"/>
                <a:gd name="connsiteY1" fmla="*/ 287724 h 287724"/>
                <a:gd name="connsiteX2" fmla="*/ 270171 w 274934"/>
                <a:gd name="connsiteY2" fmla="*/ 118179 h 287724"/>
                <a:gd name="connsiteX3" fmla="*/ 158864 w 274934"/>
                <a:gd name="connsiteY3" fmla="*/ 0 h 287724"/>
                <a:gd name="connsiteX4" fmla="*/ 0 w 274934"/>
                <a:gd name="connsiteY4" fmla="*/ 5375 h 2877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74934" h="287724">
                  <a:moveTo>
                    <a:pt x="0" y="5375"/>
                  </a:moveTo>
                  <a:lnTo>
                    <a:pt x="274934" y="287724"/>
                  </a:lnTo>
                  <a:lnTo>
                    <a:pt x="270171" y="118179"/>
                  </a:lnTo>
                  <a:lnTo>
                    <a:pt x="158864" y="0"/>
                  </a:lnTo>
                  <a:lnTo>
                    <a:pt x="0" y="5375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B4BD5B2E-5672-15A8-4D79-BDFCB4B57A30}"/>
              </a:ext>
            </a:extLst>
          </p:cNvPr>
          <p:cNvGrpSpPr/>
          <p:nvPr/>
        </p:nvGrpSpPr>
        <p:grpSpPr>
          <a:xfrm>
            <a:off x="4975127" y="1161045"/>
            <a:ext cx="821464" cy="913071"/>
            <a:chOff x="8941274" y="4193447"/>
            <a:chExt cx="821464" cy="913071"/>
          </a:xfrm>
        </p:grpSpPr>
        <p:sp>
          <p:nvSpPr>
            <p:cNvPr id="18" name="Rectangle: Rounded Corners 17">
              <a:extLst>
                <a:ext uri="{FF2B5EF4-FFF2-40B4-BE49-F238E27FC236}">
                  <a16:creationId xmlns:a16="http://schemas.microsoft.com/office/drawing/2014/main" id="{293F5A8A-94EF-F510-A6BF-93D6A859AA0F}"/>
                </a:ext>
              </a:extLst>
            </p:cNvPr>
            <p:cNvSpPr/>
            <p:nvPr/>
          </p:nvSpPr>
          <p:spPr>
            <a:xfrm>
              <a:off x="9037553" y="4455376"/>
              <a:ext cx="628907" cy="628907"/>
            </a:xfrm>
            <a:prstGeom prst="roundRect">
              <a:avLst>
                <a:gd name="adj" fmla="val 8678"/>
              </a:avLst>
            </a:prstGeom>
            <a:solidFill>
              <a:schemeClr val="bg1"/>
            </a:solidFill>
            <a:ln w="28575">
              <a:solidFill>
                <a:srgbClr val="3963DA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srgbClr val="3963DA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6842737B-BC3F-FCD3-6598-A73B32305B72}"/>
                </a:ext>
              </a:extLst>
            </p:cNvPr>
            <p:cNvSpPr txBox="1"/>
            <p:nvPr/>
          </p:nvSpPr>
          <p:spPr>
            <a:xfrm>
              <a:off x="8941274" y="4644853"/>
              <a:ext cx="821464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3963DA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Global Broker</a:t>
              </a:r>
            </a:p>
          </p:txBody>
        </p:sp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D9E9A74C-EE87-3DA2-E0AF-6163CCE89B9B}"/>
                </a:ext>
              </a:extLst>
            </p:cNvPr>
            <p:cNvGrpSpPr/>
            <p:nvPr/>
          </p:nvGrpSpPr>
          <p:grpSpPr>
            <a:xfrm>
              <a:off x="9094796" y="4193447"/>
              <a:ext cx="514420" cy="523858"/>
              <a:chOff x="6520709" y="4021299"/>
              <a:chExt cx="664522" cy="676715"/>
            </a:xfrm>
          </p:grpSpPr>
          <p:pic>
            <p:nvPicPr>
              <p:cNvPr id="21" name="Picture 20">
                <a:extLst>
                  <a:ext uri="{FF2B5EF4-FFF2-40B4-BE49-F238E27FC236}">
                    <a16:creationId xmlns:a16="http://schemas.microsoft.com/office/drawing/2014/main" id="{41FD811B-21E2-AACA-335B-002E01EC0E9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6520709" y="4021299"/>
                <a:ext cx="664522" cy="676715"/>
              </a:xfrm>
              <a:prstGeom prst="rect">
                <a:avLst/>
              </a:prstGeom>
            </p:spPr>
          </p:pic>
          <p:sp>
            <p:nvSpPr>
              <p:cNvPr id="22" name="Oval 21">
                <a:extLst>
                  <a:ext uri="{FF2B5EF4-FFF2-40B4-BE49-F238E27FC236}">
                    <a16:creationId xmlns:a16="http://schemas.microsoft.com/office/drawing/2014/main" id="{D9DA529D-589B-A7CE-FF88-37DC07EFCFEF}"/>
                  </a:ext>
                </a:extLst>
              </p:cNvPr>
              <p:cNvSpPr/>
              <p:nvPr/>
            </p:nvSpPr>
            <p:spPr>
              <a:xfrm>
                <a:off x="6610176" y="4113239"/>
                <a:ext cx="485588" cy="485586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pic>
            <p:nvPicPr>
              <p:cNvPr id="25" name="Picture 24">
                <a:extLst>
                  <a:ext uri="{FF2B5EF4-FFF2-40B4-BE49-F238E27FC236}">
                    <a16:creationId xmlns:a16="http://schemas.microsoft.com/office/drawing/2014/main" id="{44C67316-5853-46DC-83BA-4E0F1DC6355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6647343" y="4147676"/>
                <a:ext cx="424360" cy="387637"/>
              </a:xfrm>
              <a:prstGeom prst="rect">
                <a:avLst/>
              </a:prstGeom>
            </p:spPr>
          </p:pic>
        </p:grpSp>
      </p:grpSp>
      <p:grpSp>
        <p:nvGrpSpPr>
          <p:cNvPr id="253" name="Group 252">
            <a:extLst>
              <a:ext uri="{FF2B5EF4-FFF2-40B4-BE49-F238E27FC236}">
                <a16:creationId xmlns:a16="http://schemas.microsoft.com/office/drawing/2014/main" id="{8A62D856-6600-87A1-3583-B2692DA86CEC}"/>
              </a:ext>
            </a:extLst>
          </p:cNvPr>
          <p:cNvGrpSpPr/>
          <p:nvPr/>
        </p:nvGrpSpPr>
        <p:grpSpPr>
          <a:xfrm>
            <a:off x="11164420" y="3622704"/>
            <a:ext cx="970364" cy="1164438"/>
            <a:chOff x="10835927" y="2405227"/>
            <a:chExt cx="970364" cy="1164438"/>
          </a:xfrm>
        </p:grpSpPr>
        <p:pic>
          <p:nvPicPr>
            <p:cNvPr id="254" name="Picture 253">
              <a:extLst>
                <a:ext uri="{FF2B5EF4-FFF2-40B4-BE49-F238E27FC236}">
                  <a16:creationId xmlns:a16="http://schemas.microsoft.com/office/drawing/2014/main" id="{5A6DC325-2103-377A-823F-C84550D8D565}"/>
                </a:ext>
              </a:extLst>
            </p:cNvPr>
            <p:cNvPicPr>
              <a:picLocks noChangeAspect="1"/>
            </p:cNvPicPr>
            <p:nvPr/>
          </p:nvPicPr>
          <p:blipFill>
            <a:blip r:embed="rId17"/>
            <a:stretch>
              <a:fillRect/>
            </a:stretch>
          </p:blipFill>
          <p:spPr>
            <a:xfrm>
              <a:off x="10835927" y="2405227"/>
              <a:ext cx="970364" cy="1164438"/>
            </a:xfrm>
            <a:prstGeom prst="rect">
              <a:avLst/>
            </a:prstGeom>
          </p:spPr>
        </p:pic>
        <p:pic>
          <p:nvPicPr>
            <p:cNvPr id="255" name="Picture 254" descr="Space4Water Portal">
              <a:extLst>
                <a:ext uri="{FF2B5EF4-FFF2-40B4-BE49-F238E27FC236}">
                  <a16:creationId xmlns:a16="http://schemas.microsoft.com/office/drawing/2014/main" id="{EF9ABB44-75B1-4847-2DA6-EA09BAF92EAB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1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555" t="31422" r="63711" b="36133"/>
            <a:stretch/>
          </p:blipFill>
          <p:spPr bwMode="auto">
            <a:xfrm rot="21430420">
              <a:off x="11363402" y="3178637"/>
              <a:ext cx="143756" cy="15176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329" name="Group 328">
            <a:extLst>
              <a:ext uri="{FF2B5EF4-FFF2-40B4-BE49-F238E27FC236}">
                <a16:creationId xmlns:a16="http://schemas.microsoft.com/office/drawing/2014/main" id="{7951C847-A689-0063-F018-576A7E9DABA0}"/>
              </a:ext>
            </a:extLst>
          </p:cNvPr>
          <p:cNvGrpSpPr/>
          <p:nvPr/>
        </p:nvGrpSpPr>
        <p:grpSpPr>
          <a:xfrm>
            <a:off x="6091945" y="2291271"/>
            <a:ext cx="3910790" cy="1002588"/>
            <a:chOff x="6091945" y="2291271"/>
            <a:chExt cx="3910790" cy="1002588"/>
          </a:xfrm>
        </p:grpSpPr>
        <p:grpSp>
          <p:nvGrpSpPr>
            <p:cNvPr id="306" name="Group 305">
              <a:extLst>
                <a:ext uri="{FF2B5EF4-FFF2-40B4-BE49-F238E27FC236}">
                  <a16:creationId xmlns:a16="http://schemas.microsoft.com/office/drawing/2014/main" id="{1B191AA4-00FD-A421-7085-1598F648701E}"/>
                </a:ext>
              </a:extLst>
            </p:cNvPr>
            <p:cNvGrpSpPr/>
            <p:nvPr/>
          </p:nvGrpSpPr>
          <p:grpSpPr>
            <a:xfrm>
              <a:off x="6091945" y="2291271"/>
              <a:ext cx="821464" cy="995698"/>
              <a:chOff x="9666460" y="941309"/>
              <a:chExt cx="821464" cy="995698"/>
            </a:xfrm>
          </p:grpSpPr>
          <p:sp>
            <p:nvSpPr>
              <p:cNvPr id="307" name="Rectangle: Rounded Corners 306">
                <a:extLst>
                  <a:ext uri="{FF2B5EF4-FFF2-40B4-BE49-F238E27FC236}">
                    <a16:creationId xmlns:a16="http://schemas.microsoft.com/office/drawing/2014/main" id="{4D417C12-5FC6-8C28-A204-BB9668EF5876}"/>
                  </a:ext>
                </a:extLst>
              </p:cNvPr>
              <p:cNvSpPr/>
              <p:nvPr/>
            </p:nvSpPr>
            <p:spPr>
              <a:xfrm>
                <a:off x="9762739" y="1285865"/>
                <a:ext cx="628907" cy="628907"/>
              </a:xfrm>
              <a:prstGeom prst="roundRect">
                <a:avLst>
                  <a:gd name="adj" fmla="val 8678"/>
                </a:avLst>
              </a:prstGeom>
              <a:solidFill>
                <a:schemeClr val="bg1"/>
              </a:solidFill>
              <a:ln w="28575">
                <a:solidFill>
                  <a:srgbClr val="3963DA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3963DA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308" name="TextBox 307">
                <a:extLst>
                  <a:ext uri="{FF2B5EF4-FFF2-40B4-BE49-F238E27FC236}">
                    <a16:creationId xmlns:a16="http://schemas.microsoft.com/office/drawing/2014/main" id="{5ABB3BC8-FD98-718E-7D73-E8AE841F615F}"/>
                  </a:ext>
                </a:extLst>
              </p:cNvPr>
              <p:cNvSpPr txBox="1"/>
              <p:nvPr/>
            </p:nvSpPr>
            <p:spPr>
              <a:xfrm>
                <a:off x="9666460" y="1475342"/>
                <a:ext cx="821464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3963DA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W2-GTS Gateway</a:t>
                </a:r>
              </a:p>
            </p:txBody>
          </p:sp>
          <p:grpSp>
            <p:nvGrpSpPr>
              <p:cNvPr id="309" name="Group 308">
                <a:extLst>
                  <a:ext uri="{FF2B5EF4-FFF2-40B4-BE49-F238E27FC236}">
                    <a16:creationId xmlns:a16="http://schemas.microsoft.com/office/drawing/2014/main" id="{304A9657-A0BE-C978-D6DA-159FE0190E39}"/>
                  </a:ext>
                </a:extLst>
              </p:cNvPr>
              <p:cNvGrpSpPr/>
              <p:nvPr/>
            </p:nvGrpSpPr>
            <p:grpSpPr>
              <a:xfrm>
                <a:off x="9815731" y="1019607"/>
                <a:ext cx="522922" cy="532516"/>
                <a:chOff x="9610100" y="3519705"/>
                <a:chExt cx="498392" cy="507536"/>
              </a:xfrm>
            </p:grpSpPr>
            <p:pic>
              <p:nvPicPr>
                <p:cNvPr id="311" name="Picture 310">
                  <a:extLst>
                    <a:ext uri="{FF2B5EF4-FFF2-40B4-BE49-F238E27FC236}">
                      <a16:creationId xmlns:a16="http://schemas.microsoft.com/office/drawing/2014/main" id="{03FFACB9-A4D4-622D-1D4E-B10A64753C83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9610100" y="3519705"/>
                  <a:ext cx="498392" cy="507536"/>
                </a:xfrm>
                <a:prstGeom prst="rect">
                  <a:avLst/>
                </a:prstGeom>
              </p:spPr>
            </p:pic>
            <p:pic>
              <p:nvPicPr>
                <p:cNvPr id="312" name="Picture 311">
                  <a:extLst>
                    <a:ext uri="{FF2B5EF4-FFF2-40B4-BE49-F238E27FC236}">
                      <a16:creationId xmlns:a16="http://schemas.microsoft.com/office/drawing/2014/main" id="{1427819F-BD52-AA91-1256-BC14B915DFF2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9"/>
                <a:srcRect l="6381" t="6381" r="6381" b="6381"/>
                <a:stretch/>
              </p:blipFill>
              <p:spPr>
                <a:xfrm>
                  <a:off x="9680900" y="3595077"/>
                  <a:ext cx="356792" cy="356792"/>
                </a:xfrm>
                <a:prstGeom prst="ellipse">
                  <a:avLst/>
                </a:prstGeom>
                <a:solidFill>
                  <a:schemeClr val="bg1"/>
                </a:solidFill>
              </p:spPr>
            </p:pic>
          </p:grpSp>
          <p:pic>
            <p:nvPicPr>
              <p:cNvPr id="310" name="Picture 309">
                <a:extLst>
                  <a:ext uri="{FF2B5EF4-FFF2-40B4-BE49-F238E27FC236}">
                    <a16:creationId xmlns:a16="http://schemas.microsoft.com/office/drawing/2014/main" id="{F38F699B-9DF0-9452-BDC9-2C12E2CD20A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0"/>
              <a:srcRect l="70600" t="4796" r="541" b="37615"/>
              <a:stretch/>
            </p:blipFill>
            <p:spPr>
              <a:xfrm>
                <a:off x="10136699" y="941309"/>
                <a:ext cx="255340" cy="266096"/>
              </a:xfrm>
              <a:prstGeom prst="ellipse">
                <a:avLst/>
              </a:prstGeom>
            </p:spPr>
          </p:pic>
        </p:grpSp>
        <p:grpSp>
          <p:nvGrpSpPr>
            <p:cNvPr id="313" name="Group 312">
              <a:extLst>
                <a:ext uri="{FF2B5EF4-FFF2-40B4-BE49-F238E27FC236}">
                  <a16:creationId xmlns:a16="http://schemas.microsoft.com/office/drawing/2014/main" id="{246CE3DC-07D4-1A06-AFFB-7CC58B4494AD}"/>
                </a:ext>
              </a:extLst>
            </p:cNvPr>
            <p:cNvGrpSpPr/>
            <p:nvPr/>
          </p:nvGrpSpPr>
          <p:grpSpPr>
            <a:xfrm>
              <a:off x="9181271" y="2300144"/>
              <a:ext cx="821464" cy="993715"/>
              <a:chOff x="10807402" y="1038680"/>
              <a:chExt cx="821464" cy="993715"/>
            </a:xfrm>
          </p:grpSpPr>
          <p:sp>
            <p:nvSpPr>
              <p:cNvPr id="314" name="Rectangle: Rounded Corners 313">
                <a:extLst>
                  <a:ext uri="{FF2B5EF4-FFF2-40B4-BE49-F238E27FC236}">
                    <a16:creationId xmlns:a16="http://schemas.microsoft.com/office/drawing/2014/main" id="{F0E074B4-EA8A-8E19-85DB-5D4DDD0E43D6}"/>
                  </a:ext>
                </a:extLst>
              </p:cNvPr>
              <p:cNvSpPr/>
              <p:nvPr/>
            </p:nvSpPr>
            <p:spPr>
              <a:xfrm>
                <a:off x="10903681" y="1381253"/>
                <a:ext cx="628907" cy="628907"/>
              </a:xfrm>
              <a:prstGeom prst="roundRect">
                <a:avLst>
                  <a:gd name="adj" fmla="val 8678"/>
                </a:avLst>
              </a:prstGeom>
              <a:solidFill>
                <a:schemeClr val="bg1"/>
              </a:solidFill>
              <a:ln w="28575">
                <a:solidFill>
                  <a:srgbClr val="3963DA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3963DA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315" name="TextBox 314">
                <a:extLst>
                  <a:ext uri="{FF2B5EF4-FFF2-40B4-BE49-F238E27FC236}">
                    <a16:creationId xmlns:a16="http://schemas.microsoft.com/office/drawing/2014/main" id="{5F415C17-11A8-B148-8025-8C1C12604335}"/>
                  </a:ext>
                </a:extLst>
              </p:cNvPr>
              <p:cNvSpPr txBox="1"/>
              <p:nvPr/>
            </p:nvSpPr>
            <p:spPr>
              <a:xfrm>
                <a:off x="10807402" y="1570730"/>
                <a:ext cx="821464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3963DA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W2-GTS Gateway</a:t>
                </a:r>
              </a:p>
            </p:txBody>
          </p:sp>
          <p:grpSp>
            <p:nvGrpSpPr>
              <p:cNvPr id="316" name="Group 315">
                <a:extLst>
                  <a:ext uri="{FF2B5EF4-FFF2-40B4-BE49-F238E27FC236}">
                    <a16:creationId xmlns:a16="http://schemas.microsoft.com/office/drawing/2014/main" id="{772AF460-A341-D5B2-0214-3C760F8298D5}"/>
                  </a:ext>
                </a:extLst>
              </p:cNvPr>
              <p:cNvGrpSpPr/>
              <p:nvPr/>
            </p:nvGrpSpPr>
            <p:grpSpPr>
              <a:xfrm>
                <a:off x="10956673" y="1114995"/>
                <a:ext cx="522922" cy="532516"/>
                <a:chOff x="9610100" y="3519705"/>
                <a:chExt cx="498392" cy="507536"/>
              </a:xfrm>
            </p:grpSpPr>
            <p:pic>
              <p:nvPicPr>
                <p:cNvPr id="318" name="Picture 317">
                  <a:extLst>
                    <a:ext uri="{FF2B5EF4-FFF2-40B4-BE49-F238E27FC236}">
                      <a16:creationId xmlns:a16="http://schemas.microsoft.com/office/drawing/2014/main" id="{29DF84AC-3E93-27D4-B0B9-73F4622F8AD6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9610100" y="3519705"/>
                  <a:ext cx="498392" cy="507536"/>
                </a:xfrm>
                <a:prstGeom prst="rect">
                  <a:avLst/>
                </a:prstGeom>
              </p:spPr>
            </p:pic>
            <p:pic>
              <p:nvPicPr>
                <p:cNvPr id="319" name="Picture 318">
                  <a:extLst>
                    <a:ext uri="{FF2B5EF4-FFF2-40B4-BE49-F238E27FC236}">
                      <a16:creationId xmlns:a16="http://schemas.microsoft.com/office/drawing/2014/main" id="{CEA53403-8250-7CD4-893F-E0786A018318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9"/>
                <a:srcRect l="6381" t="6381" r="6381" b="6381"/>
                <a:stretch/>
              </p:blipFill>
              <p:spPr>
                <a:xfrm>
                  <a:off x="9680900" y="3595077"/>
                  <a:ext cx="356792" cy="356792"/>
                </a:xfrm>
                <a:prstGeom prst="ellipse">
                  <a:avLst/>
                </a:prstGeom>
                <a:solidFill>
                  <a:schemeClr val="bg1"/>
                </a:solidFill>
              </p:spPr>
            </p:pic>
          </p:grpSp>
          <p:pic>
            <p:nvPicPr>
              <p:cNvPr id="317" name="Picture 316">
                <a:extLst>
                  <a:ext uri="{FF2B5EF4-FFF2-40B4-BE49-F238E27FC236}">
                    <a16:creationId xmlns:a16="http://schemas.microsoft.com/office/drawing/2014/main" id="{2B1F2AC5-67E9-5DBE-8219-E7AE6181441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0"/>
              <a:srcRect l="-953" t="6033" r="72094" b="41106"/>
              <a:stretch/>
            </p:blipFill>
            <p:spPr>
              <a:xfrm>
                <a:off x="11283093" y="1038680"/>
                <a:ext cx="255340" cy="244246"/>
              </a:xfrm>
              <a:prstGeom prst="ellipse">
                <a:avLst/>
              </a:prstGeom>
            </p:spPr>
          </p:pic>
        </p:grpSp>
      </p:grpSp>
      <p:grpSp>
        <p:nvGrpSpPr>
          <p:cNvPr id="330" name="Group 329">
            <a:extLst>
              <a:ext uri="{FF2B5EF4-FFF2-40B4-BE49-F238E27FC236}">
                <a16:creationId xmlns:a16="http://schemas.microsoft.com/office/drawing/2014/main" id="{06E6801E-5A33-3839-5A9E-09BD977E28DB}"/>
              </a:ext>
            </a:extLst>
          </p:cNvPr>
          <p:cNvGrpSpPr/>
          <p:nvPr/>
        </p:nvGrpSpPr>
        <p:grpSpPr>
          <a:xfrm>
            <a:off x="5495925" y="1943100"/>
            <a:ext cx="3686175" cy="933450"/>
            <a:chOff x="5495925" y="1943100"/>
            <a:chExt cx="3686175" cy="933450"/>
          </a:xfrm>
        </p:grpSpPr>
        <p:sp>
          <p:nvSpPr>
            <p:cNvPr id="320" name="Freeform: Shape 319">
              <a:extLst>
                <a:ext uri="{FF2B5EF4-FFF2-40B4-BE49-F238E27FC236}">
                  <a16:creationId xmlns:a16="http://schemas.microsoft.com/office/drawing/2014/main" id="{7346EF08-1EFA-D232-D01A-A5D1E4AA5899}"/>
                </a:ext>
              </a:extLst>
            </p:cNvPr>
            <p:cNvSpPr/>
            <p:nvPr/>
          </p:nvSpPr>
          <p:spPr>
            <a:xfrm>
              <a:off x="5495925" y="2105025"/>
              <a:ext cx="609600" cy="504825"/>
            </a:xfrm>
            <a:custGeom>
              <a:avLst/>
              <a:gdLst>
                <a:gd name="connsiteX0" fmla="*/ 609600 w 609600"/>
                <a:gd name="connsiteY0" fmla="*/ 504825 h 504825"/>
                <a:gd name="connsiteX1" fmla="*/ 257175 w 609600"/>
                <a:gd name="connsiteY1" fmla="*/ 381000 h 504825"/>
                <a:gd name="connsiteX2" fmla="*/ 0 w 609600"/>
                <a:gd name="connsiteY2" fmla="*/ 0 h 504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09600" h="504825">
                  <a:moveTo>
                    <a:pt x="609600" y="504825"/>
                  </a:moveTo>
                  <a:cubicBezTo>
                    <a:pt x="484187" y="484981"/>
                    <a:pt x="358775" y="465137"/>
                    <a:pt x="257175" y="381000"/>
                  </a:cubicBezTo>
                  <a:cubicBezTo>
                    <a:pt x="155575" y="296863"/>
                    <a:pt x="77787" y="148431"/>
                    <a:pt x="0" y="0"/>
                  </a:cubicBezTo>
                </a:path>
              </a:pathLst>
            </a:custGeom>
            <a:noFill/>
            <a:ln>
              <a:solidFill>
                <a:schemeClr val="accent6">
                  <a:lumMod val="75000"/>
                </a:schemeClr>
              </a:solidFill>
              <a:headEnd type="none" w="med" len="med"/>
              <a:tailEnd type="triangle" w="med" len="me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321" name="Freeform: Shape 320">
              <a:extLst>
                <a:ext uri="{FF2B5EF4-FFF2-40B4-BE49-F238E27FC236}">
                  <a16:creationId xmlns:a16="http://schemas.microsoft.com/office/drawing/2014/main" id="{195A3E07-70E8-86FB-CB0E-5388D371EC3D}"/>
                </a:ext>
              </a:extLst>
            </p:cNvPr>
            <p:cNvSpPr/>
            <p:nvPr/>
          </p:nvSpPr>
          <p:spPr>
            <a:xfrm>
              <a:off x="5810250" y="1943100"/>
              <a:ext cx="3371850" cy="933450"/>
            </a:xfrm>
            <a:custGeom>
              <a:avLst/>
              <a:gdLst>
                <a:gd name="connsiteX0" fmla="*/ 3371850 w 3371850"/>
                <a:gd name="connsiteY0" fmla="*/ 933450 h 933450"/>
                <a:gd name="connsiteX1" fmla="*/ 2419350 w 3371850"/>
                <a:gd name="connsiteY1" fmla="*/ 819150 h 933450"/>
                <a:gd name="connsiteX2" fmla="*/ 1390650 w 3371850"/>
                <a:gd name="connsiteY2" fmla="*/ 276225 h 933450"/>
                <a:gd name="connsiteX3" fmla="*/ 0 w 3371850"/>
                <a:gd name="connsiteY3" fmla="*/ 0 h 9334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371850" h="933450">
                  <a:moveTo>
                    <a:pt x="3371850" y="933450"/>
                  </a:moveTo>
                  <a:cubicBezTo>
                    <a:pt x="3060700" y="931068"/>
                    <a:pt x="2749550" y="928687"/>
                    <a:pt x="2419350" y="819150"/>
                  </a:cubicBezTo>
                  <a:cubicBezTo>
                    <a:pt x="2089150" y="709613"/>
                    <a:pt x="1793875" y="412750"/>
                    <a:pt x="1390650" y="276225"/>
                  </a:cubicBezTo>
                  <a:cubicBezTo>
                    <a:pt x="987425" y="139700"/>
                    <a:pt x="493712" y="69850"/>
                    <a:pt x="0" y="0"/>
                  </a:cubicBezTo>
                </a:path>
              </a:pathLst>
            </a:custGeom>
            <a:noFill/>
            <a:ln>
              <a:solidFill>
                <a:schemeClr val="accent6">
                  <a:lumMod val="75000"/>
                </a:schemeClr>
              </a:solidFill>
              <a:headEnd type="none" w="med" len="med"/>
              <a:tailEnd type="triangle" w="med" len="me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</p:grpSp>
      <p:sp>
        <p:nvSpPr>
          <p:cNvPr id="322" name="TextBox 321">
            <a:extLst>
              <a:ext uri="{FF2B5EF4-FFF2-40B4-BE49-F238E27FC236}">
                <a16:creationId xmlns:a16="http://schemas.microsoft.com/office/drawing/2014/main" id="{246F7774-4F3D-435D-F724-2F54C749EAE3}"/>
              </a:ext>
            </a:extLst>
          </p:cNvPr>
          <p:cNvSpPr txBox="1"/>
          <p:nvPr/>
        </p:nvSpPr>
        <p:spPr>
          <a:xfrm>
            <a:off x="1558819" y="5629159"/>
            <a:ext cx="5060363" cy="1200329"/>
          </a:xfrm>
          <a:prstGeom prst="rect">
            <a:avLst/>
          </a:prstGeom>
          <a:solidFill>
            <a:srgbClr val="FFFFFF">
              <a:alpha val="69804"/>
            </a:srgbClr>
          </a:solidFill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WIS2-to-GTS gateways</a:t>
            </a: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… and sent to the gateway’s RTH for onward distribution on the GTS, to eventually be received by the users</a:t>
            </a:r>
          </a:p>
        </p:txBody>
      </p:sp>
      <p:grpSp>
        <p:nvGrpSpPr>
          <p:cNvPr id="323" name="Group 322">
            <a:extLst>
              <a:ext uri="{FF2B5EF4-FFF2-40B4-BE49-F238E27FC236}">
                <a16:creationId xmlns:a16="http://schemas.microsoft.com/office/drawing/2014/main" id="{3FA4D4EA-047A-D690-81E6-45084DAAB5F8}"/>
              </a:ext>
            </a:extLst>
          </p:cNvPr>
          <p:cNvGrpSpPr/>
          <p:nvPr/>
        </p:nvGrpSpPr>
        <p:grpSpPr>
          <a:xfrm>
            <a:off x="5645909" y="2670154"/>
            <a:ext cx="480439" cy="635200"/>
            <a:chOff x="6238875" y="2481185"/>
            <a:chExt cx="480439" cy="635200"/>
          </a:xfrm>
        </p:grpSpPr>
        <p:pic>
          <p:nvPicPr>
            <p:cNvPr id="324" name="Picture 323">
              <a:extLst>
                <a:ext uri="{FF2B5EF4-FFF2-40B4-BE49-F238E27FC236}">
                  <a16:creationId xmlns:a16="http://schemas.microsoft.com/office/drawing/2014/main" id="{E1777486-B8BB-633D-6004-3BEAF404AC11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duotone>
                <a:prstClr val="black"/>
                <a:schemeClr val="accent4">
                  <a:tint val="45000"/>
                  <a:satMod val="400000"/>
                </a:schemeClr>
              </a:duotone>
            </a:blip>
            <a:stretch>
              <a:fillRect/>
            </a:stretch>
          </p:blipFill>
          <p:spPr>
            <a:xfrm>
              <a:off x="6238875" y="2490456"/>
              <a:ext cx="475706" cy="625929"/>
            </a:xfrm>
            <a:prstGeom prst="rect">
              <a:avLst/>
            </a:prstGeom>
          </p:spPr>
        </p:pic>
        <p:sp>
          <p:nvSpPr>
            <p:cNvPr id="325" name="Freeform: Shape 324">
              <a:extLst>
                <a:ext uri="{FF2B5EF4-FFF2-40B4-BE49-F238E27FC236}">
                  <a16:creationId xmlns:a16="http://schemas.microsoft.com/office/drawing/2014/main" id="{C4686977-8864-9AA4-B94F-9171749844ED}"/>
                </a:ext>
              </a:extLst>
            </p:cNvPr>
            <p:cNvSpPr/>
            <p:nvPr/>
          </p:nvSpPr>
          <p:spPr>
            <a:xfrm>
              <a:off x="6444380" y="2481185"/>
              <a:ext cx="274934" cy="287724"/>
            </a:xfrm>
            <a:custGeom>
              <a:avLst/>
              <a:gdLst>
                <a:gd name="connsiteX0" fmla="*/ 0 w 267789"/>
                <a:gd name="connsiteY0" fmla="*/ 0 h 277586"/>
                <a:gd name="connsiteX1" fmla="*/ 267789 w 267789"/>
                <a:gd name="connsiteY1" fmla="*/ 277586 h 277586"/>
                <a:gd name="connsiteX2" fmla="*/ 267789 w 267789"/>
                <a:gd name="connsiteY2" fmla="*/ 117566 h 277586"/>
                <a:gd name="connsiteX3" fmla="*/ 146957 w 267789"/>
                <a:gd name="connsiteY3" fmla="*/ 6531 h 277586"/>
                <a:gd name="connsiteX4" fmla="*/ 0 w 267789"/>
                <a:gd name="connsiteY4" fmla="*/ 0 h 277586"/>
                <a:gd name="connsiteX0" fmla="*/ 0 w 267789"/>
                <a:gd name="connsiteY0" fmla="*/ 613 h 278199"/>
                <a:gd name="connsiteX1" fmla="*/ 267789 w 267789"/>
                <a:gd name="connsiteY1" fmla="*/ 278199 h 278199"/>
                <a:gd name="connsiteX2" fmla="*/ 267789 w 267789"/>
                <a:gd name="connsiteY2" fmla="*/ 118179 h 278199"/>
                <a:gd name="connsiteX3" fmla="*/ 156482 w 267789"/>
                <a:gd name="connsiteY3" fmla="*/ 0 h 278199"/>
                <a:gd name="connsiteX4" fmla="*/ 0 w 267789"/>
                <a:gd name="connsiteY4" fmla="*/ 613 h 278199"/>
                <a:gd name="connsiteX0" fmla="*/ 0 w 270171"/>
                <a:gd name="connsiteY0" fmla="*/ 5375 h 278199"/>
                <a:gd name="connsiteX1" fmla="*/ 270171 w 270171"/>
                <a:gd name="connsiteY1" fmla="*/ 278199 h 278199"/>
                <a:gd name="connsiteX2" fmla="*/ 270171 w 270171"/>
                <a:gd name="connsiteY2" fmla="*/ 118179 h 278199"/>
                <a:gd name="connsiteX3" fmla="*/ 158864 w 270171"/>
                <a:gd name="connsiteY3" fmla="*/ 0 h 278199"/>
                <a:gd name="connsiteX4" fmla="*/ 0 w 270171"/>
                <a:gd name="connsiteY4" fmla="*/ 5375 h 278199"/>
                <a:gd name="connsiteX0" fmla="*/ 0 w 270171"/>
                <a:gd name="connsiteY0" fmla="*/ 5375 h 266292"/>
                <a:gd name="connsiteX1" fmla="*/ 263028 w 270171"/>
                <a:gd name="connsiteY1" fmla="*/ 266292 h 266292"/>
                <a:gd name="connsiteX2" fmla="*/ 270171 w 270171"/>
                <a:gd name="connsiteY2" fmla="*/ 118179 h 266292"/>
                <a:gd name="connsiteX3" fmla="*/ 158864 w 270171"/>
                <a:gd name="connsiteY3" fmla="*/ 0 h 266292"/>
                <a:gd name="connsiteX4" fmla="*/ 0 w 270171"/>
                <a:gd name="connsiteY4" fmla="*/ 5375 h 266292"/>
                <a:gd name="connsiteX0" fmla="*/ 0 w 274934"/>
                <a:gd name="connsiteY0" fmla="*/ 5375 h 287724"/>
                <a:gd name="connsiteX1" fmla="*/ 274934 w 274934"/>
                <a:gd name="connsiteY1" fmla="*/ 287724 h 287724"/>
                <a:gd name="connsiteX2" fmla="*/ 270171 w 274934"/>
                <a:gd name="connsiteY2" fmla="*/ 118179 h 287724"/>
                <a:gd name="connsiteX3" fmla="*/ 158864 w 274934"/>
                <a:gd name="connsiteY3" fmla="*/ 0 h 287724"/>
                <a:gd name="connsiteX4" fmla="*/ 0 w 274934"/>
                <a:gd name="connsiteY4" fmla="*/ 5375 h 2877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74934" h="287724">
                  <a:moveTo>
                    <a:pt x="0" y="5375"/>
                  </a:moveTo>
                  <a:lnTo>
                    <a:pt x="274934" y="287724"/>
                  </a:lnTo>
                  <a:lnTo>
                    <a:pt x="270171" y="118179"/>
                  </a:lnTo>
                  <a:lnTo>
                    <a:pt x="158864" y="0"/>
                  </a:lnTo>
                  <a:lnTo>
                    <a:pt x="0" y="5375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</p:grpSp>
      <p:grpSp>
        <p:nvGrpSpPr>
          <p:cNvPr id="326" name="Group 325">
            <a:extLst>
              <a:ext uri="{FF2B5EF4-FFF2-40B4-BE49-F238E27FC236}">
                <a16:creationId xmlns:a16="http://schemas.microsoft.com/office/drawing/2014/main" id="{EF060229-67DB-728B-D085-D303DB831042}"/>
              </a:ext>
            </a:extLst>
          </p:cNvPr>
          <p:cNvGrpSpPr/>
          <p:nvPr/>
        </p:nvGrpSpPr>
        <p:grpSpPr>
          <a:xfrm>
            <a:off x="9989481" y="2666385"/>
            <a:ext cx="480439" cy="635200"/>
            <a:chOff x="6238875" y="2481185"/>
            <a:chExt cx="480439" cy="635200"/>
          </a:xfrm>
        </p:grpSpPr>
        <p:pic>
          <p:nvPicPr>
            <p:cNvPr id="327" name="Picture 326">
              <a:extLst>
                <a:ext uri="{FF2B5EF4-FFF2-40B4-BE49-F238E27FC236}">
                  <a16:creationId xmlns:a16="http://schemas.microsoft.com/office/drawing/2014/main" id="{D31B21DA-9414-CC11-B2D4-39B008B36606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duotone>
                <a:prstClr val="black"/>
                <a:schemeClr val="accent4">
                  <a:tint val="45000"/>
                  <a:satMod val="400000"/>
                </a:schemeClr>
              </a:duotone>
            </a:blip>
            <a:stretch>
              <a:fillRect/>
            </a:stretch>
          </p:blipFill>
          <p:spPr>
            <a:xfrm>
              <a:off x="6238875" y="2490456"/>
              <a:ext cx="475706" cy="625929"/>
            </a:xfrm>
            <a:prstGeom prst="rect">
              <a:avLst/>
            </a:prstGeom>
          </p:spPr>
        </p:pic>
        <p:sp>
          <p:nvSpPr>
            <p:cNvPr id="328" name="Freeform: Shape 327">
              <a:extLst>
                <a:ext uri="{FF2B5EF4-FFF2-40B4-BE49-F238E27FC236}">
                  <a16:creationId xmlns:a16="http://schemas.microsoft.com/office/drawing/2014/main" id="{2B6483C4-D9B2-43FD-7DE2-FC629165B87F}"/>
                </a:ext>
              </a:extLst>
            </p:cNvPr>
            <p:cNvSpPr/>
            <p:nvPr/>
          </p:nvSpPr>
          <p:spPr>
            <a:xfrm>
              <a:off x="6444380" y="2481185"/>
              <a:ext cx="274934" cy="287724"/>
            </a:xfrm>
            <a:custGeom>
              <a:avLst/>
              <a:gdLst>
                <a:gd name="connsiteX0" fmla="*/ 0 w 267789"/>
                <a:gd name="connsiteY0" fmla="*/ 0 h 277586"/>
                <a:gd name="connsiteX1" fmla="*/ 267789 w 267789"/>
                <a:gd name="connsiteY1" fmla="*/ 277586 h 277586"/>
                <a:gd name="connsiteX2" fmla="*/ 267789 w 267789"/>
                <a:gd name="connsiteY2" fmla="*/ 117566 h 277586"/>
                <a:gd name="connsiteX3" fmla="*/ 146957 w 267789"/>
                <a:gd name="connsiteY3" fmla="*/ 6531 h 277586"/>
                <a:gd name="connsiteX4" fmla="*/ 0 w 267789"/>
                <a:gd name="connsiteY4" fmla="*/ 0 h 277586"/>
                <a:gd name="connsiteX0" fmla="*/ 0 w 267789"/>
                <a:gd name="connsiteY0" fmla="*/ 613 h 278199"/>
                <a:gd name="connsiteX1" fmla="*/ 267789 w 267789"/>
                <a:gd name="connsiteY1" fmla="*/ 278199 h 278199"/>
                <a:gd name="connsiteX2" fmla="*/ 267789 w 267789"/>
                <a:gd name="connsiteY2" fmla="*/ 118179 h 278199"/>
                <a:gd name="connsiteX3" fmla="*/ 156482 w 267789"/>
                <a:gd name="connsiteY3" fmla="*/ 0 h 278199"/>
                <a:gd name="connsiteX4" fmla="*/ 0 w 267789"/>
                <a:gd name="connsiteY4" fmla="*/ 613 h 278199"/>
                <a:gd name="connsiteX0" fmla="*/ 0 w 270171"/>
                <a:gd name="connsiteY0" fmla="*/ 5375 h 278199"/>
                <a:gd name="connsiteX1" fmla="*/ 270171 w 270171"/>
                <a:gd name="connsiteY1" fmla="*/ 278199 h 278199"/>
                <a:gd name="connsiteX2" fmla="*/ 270171 w 270171"/>
                <a:gd name="connsiteY2" fmla="*/ 118179 h 278199"/>
                <a:gd name="connsiteX3" fmla="*/ 158864 w 270171"/>
                <a:gd name="connsiteY3" fmla="*/ 0 h 278199"/>
                <a:gd name="connsiteX4" fmla="*/ 0 w 270171"/>
                <a:gd name="connsiteY4" fmla="*/ 5375 h 278199"/>
                <a:gd name="connsiteX0" fmla="*/ 0 w 270171"/>
                <a:gd name="connsiteY0" fmla="*/ 5375 h 266292"/>
                <a:gd name="connsiteX1" fmla="*/ 263028 w 270171"/>
                <a:gd name="connsiteY1" fmla="*/ 266292 h 266292"/>
                <a:gd name="connsiteX2" fmla="*/ 270171 w 270171"/>
                <a:gd name="connsiteY2" fmla="*/ 118179 h 266292"/>
                <a:gd name="connsiteX3" fmla="*/ 158864 w 270171"/>
                <a:gd name="connsiteY3" fmla="*/ 0 h 266292"/>
                <a:gd name="connsiteX4" fmla="*/ 0 w 270171"/>
                <a:gd name="connsiteY4" fmla="*/ 5375 h 266292"/>
                <a:gd name="connsiteX0" fmla="*/ 0 w 274934"/>
                <a:gd name="connsiteY0" fmla="*/ 5375 h 287724"/>
                <a:gd name="connsiteX1" fmla="*/ 274934 w 274934"/>
                <a:gd name="connsiteY1" fmla="*/ 287724 h 287724"/>
                <a:gd name="connsiteX2" fmla="*/ 270171 w 274934"/>
                <a:gd name="connsiteY2" fmla="*/ 118179 h 287724"/>
                <a:gd name="connsiteX3" fmla="*/ 158864 w 274934"/>
                <a:gd name="connsiteY3" fmla="*/ 0 h 287724"/>
                <a:gd name="connsiteX4" fmla="*/ 0 w 274934"/>
                <a:gd name="connsiteY4" fmla="*/ 5375 h 2877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74934" h="287724">
                  <a:moveTo>
                    <a:pt x="0" y="5375"/>
                  </a:moveTo>
                  <a:lnTo>
                    <a:pt x="274934" y="287724"/>
                  </a:lnTo>
                  <a:lnTo>
                    <a:pt x="270171" y="118179"/>
                  </a:lnTo>
                  <a:lnTo>
                    <a:pt x="158864" y="0"/>
                  </a:lnTo>
                  <a:lnTo>
                    <a:pt x="0" y="5375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</p:grpSp>
      <p:sp>
        <p:nvSpPr>
          <p:cNvPr id="30" name="TextBox 29">
            <a:extLst>
              <a:ext uri="{FF2B5EF4-FFF2-40B4-BE49-F238E27FC236}">
                <a16:creationId xmlns:a16="http://schemas.microsoft.com/office/drawing/2014/main" id="{A24FDCE1-F2B1-EA52-E99A-B211935E9865}"/>
              </a:ext>
            </a:extLst>
          </p:cNvPr>
          <p:cNvSpPr txBox="1"/>
          <p:nvPr/>
        </p:nvSpPr>
        <p:spPr>
          <a:xfrm>
            <a:off x="2059127" y="4567522"/>
            <a:ext cx="117919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1" i="0" u="none" strike="noStrike" kern="0" cap="none" spc="0" normalizeH="0" baseline="0" noProof="0" dirty="0">
                <a:ln>
                  <a:noFill/>
                </a:ln>
                <a:solidFill>
                  <a:srgbClr val="E8E8E8">
                    <a:lumMod val="75000"/>
                  </a:srgbClr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ISMD01TEST</a:t>
            </a:r>
            <a:endParaRPr kumimoji="0" lang="en-GB" sz="1600" b="1" i="0" u="none" strike="noStrike" kern="0" cap="none" spc="0" normalizeH="0" baseline="0" noProof="0" dirty="0">
              <a:ln>
                <a:noFill/>
              </a:ln>
              <a:solidFill>
                <a:srgbClr val="E8E8E8">
                  <a:lumMod val="75000"/>
                </a:srgbClr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+mn-cs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2F22DACF-E827-8035-98BE-794B98CB17C2}"/>
              </a:ext>
            </a:extLst>
          </p:cNvPr>
          <p:cNvSpPr txBox="1"/>
          <p:nvPr/>
        </p:nvSpPr>
        <p:spPr>
          <a:xfrm>
            <a:off x="4520975" y="2880049"/>
            <a:ext cx="117919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whitelist:</a:t>
            </a:r>
          </a:p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ISMD01TEST</a:t>
            </a:r>
            <a:endParaRPr kumimoji="0" lang="en-GB" sz="16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+mn-cs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88E35D04-C72F-55E5-AB3E-12AE84AEED54}"/>
              </a:ext>
            </a:extLst>
          </p:cNvPr>
          <p:cNvSpPr txBox="1"/>
          <p:nvPr/>
        </p:nvSpPr>
        <p:spPr>
          <a:xfrm>
            <a:off x="8133761" y="2880049"/>
            <a:ext cx="117919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whitelist:</a:t>
            </a:r>
          </a:p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ISMD01TEST</a:t>
            </a:r>
            <a:endParaRPr kumimoji="0" lang="en-GB" sz="16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+mn-cs"/>
            </a:endParaRPr>
          </a:p>
        </p:txBody>
      </p:sp>
      <p:grpSp>
        <p:nvGrpSpPr>
          <p:cNvPr id="268" name="Group 267">
            <a:extLst>
              <a:ext uri="{FF2B5EF4-FFF2-40B4-BE49-F238E27FC236}">
                <a16:creationId xmlns:a16="http://schemas.microsoft.com/office/drawing/2014/main" id="{87739EBA-ED8A-4056-D5EA-671BC8186924}"/>
              </a:ext>
            </a:extLst>
          </p:cNvPr>
          <p:cNvGrpSpPr/>
          <p:nvPr/>
        </p:nvGrpSpPr>
        <p:grpSpPr>
          <a:xfrm>
            <a:off x="3037962" y="3568446"/>
            <a:ext cx="8224599" cy="2603109"/>
            <a:chOff x="3037962" y="3577971"/>
            <a:chExt cx="8224599" cy="2603109"/>
          </a:xfrm>
        </p:grpSpPr>
        <p:grpSp>
          <p:nvGrpSpPr>
            <p:cNvPr id="269" name="Group 268">
              <a:extLst>
                <a:ext uri="{FF2B5EF4-FFF2-40B4-BE49-F238E27FC236}">
                  <a16:creationId xmlns:a16="http://schemas.microsoft.com/office/drawing/2014/main" id="{924D1891-ED9E-FC1F-8C72-95939DED2D9E}"/>
                </a:ext>
              </a:extLst>
            </p:cNvPr>
            <p:cNvGrpSpPr/>
            <p:nvPr/>
          </p:nvGrpSpPr>
          <p:grpSpPr>
            <a:xfrm>
              <a:off x="4281843" y="4427055"/>
              <a:ext cx="628907" cy="628907"/>
              <a:chOff x="2867802" y="3950805"/>
              <a:chExt cx="628907" cy="628907"/>
            </a:xfrm>
          </p:grpSpPr>
          <p:sp>
            <p:nvSpPr>
              <p:cNvPr id="296" name="Oval 295">
                <a:extLst>
                  <a:ext uri="{FF2B5EF4-FFF2-40B4-BE49-F238E27FC236}">
                    <a16:creationId xmlns:a16="http://schemas.microsoft.com/office/drawing/2014/main" id="{FEF8F91E-2921-9121-C3D5-40C544A2E7E7}"/>
                  </a:ext>
                </a:extLst>
              </p:cNvPr>
              <p:cNvSpPr/>
              <p:nvPr/>
            </p:nvSpPr>
            <p:spPr>
              <a:xfrm>
                <a:off x="2867802" y="3950805"/>
                <a:ext cx="628907" cy="628907"/>
              </a:xfrm>
              <a:prstGeom prst="ellipse">
                <a:avLst/>
              </a:prstGeom>
              <a:solidFill>
                <a:schemeClr val="bg1"/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297" name="TextBox 296">
                <a:extLst>
                  <a:ext uri="{FF2B5EF4-FFF2-40B4-BE49-F238E27FC236}">
                    <a16:creationId xmlns:a16="http://schemas.microsoft.com/office/drawing/2014/main" id="{CCA20169-22B5-7D2B-D336-FFB5C98EB63A}"/>
                  </a:ext>
                </a:extLst>
              </p:cNvPr>
              <p:cNvSpPr txBox="1"/>
              <p:nvPr/>
            </p:nvSpPr>
            <p:spPr>
              <a:xfrm>
                <a:off x="2949594" y="4126758"/>
                <a:ext cx="465322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2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ptos" panose="020B0004020202020204" pitchFamily="34" charset="0"/>
                    <a:ea typeface="+mn-ea"/>
                    <a:cs typeface="Arial" panose="020B0604020202020204" pitchFamily="34" charset="0"/>
                  </a:rPr>
                  <a:t>RTH</a:t>
                </a:r>
              </a:p>
            </p:txBody>
          </p:sp>
        </p:grpSp>
        <p:cxnSp>
          <p:nvCxnSpPr>
            <p:cNvPr id="271" name="Straight Arrow Connector 270">
              <a:extLst>
                <a:ext uri="{FF2B5EF4-FFF2-40B4-BE49-F238E27FC236}">
                  <a16:creationId xmlns:a16="http://schemas.microsoft.com/office/drawing/2014/main" id="{05AB6F06-9204-F458-214A-D21D83D2FAB0}"/>
                </a:ext>
              </a:extLst>
            </p:cNvPr>
            <p:cNvCxnSpPr>
              <a:cxnSpLocks/>
            </p:cNvCxnSpPr>
            <p:nvPr/>
          </p:nvCxnSpPr>
          <p:spPr>
            <a:xfrm>
              <a:off x="3037962" y="4315266"/>
              <a:ext cx="1175587" cy="306792"/>
            </a:xfrm>
            <a:prstGeom prst="straightConnector1">
              <a:avLst/>
            </a:prstGeom>
            <a:ln>
              <a:solidFill>
                <a:schemeClr val="bg2">
                  <a:lumMod val="90000"/>
                </a:schemeClr>
              </a:solidFill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72" name="Group 271">
              <a:extLst>
                <a:ext uri="{FF2B5EF4-FFF2-40B4-BE49-F238E27FC236}">
                  <a16:creationId xmlns:a16="http://schemas.microsoft.com/office/drawing/2014/main" id="{0BD64DBC-09A3-B788-0AD6-07E23B6BFCB5}"/>
                </a:ext>
              </a:extLst>
            </p:cNvPr>
            <p:cNvGrpSpPr/>
            <p:nvPr/>
          </p:nvGrpSpPr>
          <p:grpSpPr>
            <a:xfrm>
              <a:off x="6188224" y="3577971"/>
              <a:ext cx="628907" cy="628907"/>
              <a:chOff x="2867802" y="3950805"/>
              <a:chExt cx="628907" cy="628907"/>
            </a:xfrm>
          </p:grpSpPr>
          <p:sp>
            <p:nvSpPr>
              <p:cNvPr id="294" name="Oval 293">
                <a:extLst>
                  <a:ext uri="{FF2B5EF4-FFF2-40B4-BE49-F238E27FC236}">
                    <a16:creationId xmlns:a16="http://schemas.microsoft.com/office/drawing/2014/main" id="{EACEE7ED-AEC4-9F99-3CB1-B9CD36BE3CA4}"/>
                  </a:ext>
                </a:extLst>
              </p:cNvPr>
              <p:cNvSpPr/>
              <p:nvPr/>
            </p:nvSpPr>
            <p:spPr>
              <a:xfrm>
                <a:off x="2867802" y="3950805"/>
                <a:ext cx="628907" cy="628907"/>
              </a:xfrm>
              <a:prstGeom prst="ellipse">
                <a:avLst/>
              </a:prstGeom>
              <a:solidFill>
                <a:schemeClr val="bg1"/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295" name="TextBox 294">
                <a:extLst>
                  <a:ext uri="{FF2B5EF4-FFF2-40B4-BE49-F238E27FC236}">
                    <a16:creationId xmlns:a16="http://schemas.microsoft.com/office/drawing/2014/main" id="{35DEF285-BAE8-2BC3-CBC0-C65F4051FE0A}"/>
                  </a:ext>
                </a:extLst>
              </p:cNvPr>
              <p:cNvSpPr txBox="1"/>
              <p:nvPr/>
            </p:nvSpPr>
            <p:spPr>
              <a:xfrm>
                <a:off x="2949594" y="4068702"/>
                <a:ext cx="465322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2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ptos" panose="020B0004020202020204" pitchFamily="34" charset="0"/>
                    <a:ea typeface="+mn-ea"/>
                    <a:cs typeface="Arial" panose="020B0604020202020204" pitchFamily="34" charset="0"/>
                  </a:rPr>
                  <a:t>RTH</a:t>
                </a:r>
              </a:p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8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ptos" panose="020B0004020202020204" pitchFamily="34" charset="0"/>
                    <a:ea typeface="+mn-ea"/>
                    <a:cs typeface="Arial" panose="020B0604020202020204" pitchFamily="34" charset="0"/>
                  </a:rPr>
                  <a:t>Exeter</a:t>
                </a:r>
              </a:p>
            </p:txBody>
          </p:sp>
        </p:grpSp>
        <p:grpSp>
          <p:nvGrpSpPr>
            <p:cNvPr id="273" name="Group 272">
              <a:extLst>
                <a:ext uri="{FF2B5EF4-FFF2-40B4-BE49-F238E27FC236}">
                  <a16:creationId xmlns:a16="http://schemas.microsoft.com/office/drawing/2014/main" id="{813B4D8E-7188-CEA0-EC7D-26E17F1CA4B6}"/>
                </a:ext>
              </a:extLst>
            </p:cNvPr>
            <p:cNvGrpSpPr/>
            <p:nvPr/>
          </p:nvGrpSpPr>
          <p:grpSpPr>
            <a:xfrm>
              <a:off x="9293175" y="3577971"/>
              <a:ext cx="628907" cy="628907"/>
              <a:chOff x="2867802" y="3950805"/>
              <a:chExt cx="628907" cy="628907"/>
            </a:xfrm>
          </p:grpSpPr>
          <p:sp>
            <p:nvSpPr>
              <p:cNvPr id="292" name="Oval 291">
                <a:extLst>
                  <a:ext uri="{FF2B5EF4-FFF2-40B4-BE49-F238E27FC236}">
                    <a16:creationId xmlns:a16="http://schemas.microsoft.com/office/drawing/2014/main" id="{EBEDA662-700B-546D-2464-1BD552D4360D}"/>
                  </a:ext>
                </a:extLst>
              </p:cNvPr>
              <p:cNvSpPr/>
              <p:nvPr/>
            </p:nvSpPr>
            <p:spPr>
              <a:xfrm>
                <a:off x="2867802" y="3950805"/>
                <a:ext cx="628907" cy="628907"/>
              </a:xfrm>
              <a:prstGeom prst="ellipse">
                <a:avLst/>
              </a:prstGeom>
              <a:solidFill>
                <a:schemeClr val="bg1"/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293" name="TextBox 292">
                <a:extLst>
                  <a:ext uri="{FF2B5EF4-FFF2-40B4-BE49-F238E27FC236}">
                    <a16:creationId xmlns:a16="http://schemas.microsoft.com/office/drawing/2014/main" id="{E409CEA9-572E-74D5-04BF-0D4D10EBE478}"/>
                  </a:ext>
                </a:extLst>
              </p:cNvPr>
              <p:cNvSpPr txBox="1"/>
              <p:nvPr/>
            </p:nvSpPr>
            <p:spPr>
              <a:xfrm>
                <a:off x="2932200" y="4068702"/>
                <a:ext cx="500110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2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ptos" panose="020B0004020202020204" pitchFamily="34" charset="0"/>
                    <a:ea typeface="+mn-ea"/>
                    <a:cs typeface="Arial" panose="020B0604020202020204" pitchFamily="34" charset="0"/>
                  </a:rPr>
                  <a:t>RTH</a:t>
                </a:r>
              </a:p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8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ptos" panose="020B0004020202020204" pitchFamily="34" charset="0"/>
                    <a:ea typeface="+mn-ea"/>
                    <a:cs typeface="Arial" panose="020B0604020202020204" pitchFamily="34" charset="0"/>
                  </a:rPr>
                  <a:t>Beijing</a:t>
                </a:r>
                <a:endParaRPr kumimoji="0" lang="en-GB" sz="7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0B0004020202020204" pitchFamily="34" charset="0"/>
                  <a:ea typeface="+mn-ea"/>
                  <a:cs typeface="Arial" panose="020B0604020202020204" pitchFamily="34" charset="0"/>
                </a:endParaRPr>
              </a:p>
            </p:txBody>
          </p:sp>
        </p:grpSp>
        <p:grpSp>
          <p:nvGrpSpPr>
            <p:cNvPr id="274" name="Group 273">
              <a:extLst>
                <a:ext uri="{FF2B5EF4-FFF2-40B4-BE49-F238E27FC236}">
                  <a16:creationId xmlns:a16="http://schemas.microsoft.com/office/drawing/2014/main" id="{29A99438-AE4B-F561-F418-1EA7B5175F7A}"/>
                </a:ext>
              </a:extLst>
            </p:cNvPr>
            <p:cNvGrpSpPr/>
            <p:nvPr/>
          </p:nvGrpSpPr>
          <p:grpSpPr>
            <a:xfrm>
              <a:off x="6521485" y="5413675"/>
              <a:ext cx="628907" cy="628907"/>
              <a:chOff x="2867802" y="3950805"/>
              <a:chExt cx="628907" cy="628907"/>
            </a:xfrm>
          </p:grpSpPr>
          <p:sp>
            <p:nvSpPr>
              <p:cNvPr id="290" name="Oval 289">
                <a:extLst>
                  <a:ext uri="{FF2B5EF4-FFF2-40B4-BE49-F238E27FC236}">
                    <a16:creationId xmlns:a16="http://schemas.microsoft.com/office/drawing/2014/main" id="{2B182B84-BB95-9507-F22D-09D3AC3FB387}"/>
                  </a:ext>
                </a:extLst>
              </p:cNvPr>
              <p:cNvSpPr/>
              <p:nvPr/>
            </p:nvSpPr>
            <p:spPr>
              <a:xfrm>
                <a:off x="2867802" y="3950805"/>
                <a:ext cx="628907" cy="628907"/>
              </a:xfrm>
              <a:prstGeom prst="ellipse">
                <a:avLst/>
              </a:prstGeom>
              <a:solidFill>
                <a:schemeClr val="bg1"/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>
                      <a:lumMod val="65000"/>
                    </a:prstClr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291" name="TextBox 290">
                <a:extLst>
                  <a:ext uri="{FF2B5EF4-FFF2-40B4-BE49-F238E27FC236}">
                    <a16:creationId xmlns:a16="http://schemas.microsoft.com/office/drawing/2014/main" id="{0C09F4B4-D892-440C-50D2-B27D7A082858}"/>
                  </a:ext>
                </a:extLst>
              </p:cNvPr>
              <p:cNvSpPr txBox="1"/>
              <p:nvPr/>
            </p:nvSpPr>
            <p:spPr>
              <a:xfrm>
                <a:off x="2949594" y="4126758"/>
                <a:ext cx="465322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2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ptos" panose="020B0004020202020204" pitchFamily="34" charset="0"/>
                    <a:ea typeface="+mn-ea"/>
                    <a:cs typeface="Arial" panose="020B0604020202020204" pitchFamily="34" charset="0"/>
                  </a:rPr>
                  <a:t>RTH</a:t>
                </a:r>
              </a:p>
            </p:txBody>
          </p:sp>
        </p:grpSp>
        <p:grpSp>
          <p:nvGrpSpPr>
            <p:cNvPr id="275" name="Group 274">
              <a:extLst>
                <a:ext uri="{FF2B5EF4-FFF2-40B4-BE49-F238E27FC236}">
                  <a16:creationId xmlns:a16="http://schemas.microsoft.com/office/drawing/2014/main" id="{52E0E747-ED1C-3749-987F-4A44E91E37E3}"/>
                </a:ext>
              </a:extLst>
            </p:cNvPr>
            <p:cNvGrpSpPr/>
            <p:nvPr/>
          </p:nvGrpSpPr>
          <p:grpSpPr>
            <a:xfrm>
              <a:off x="8862418" y="5165872"/>
              <a:ext cx="628907" cy="628907"/>
              <a:chOff x="2867802" y="3950805"/>
              <a:chExt cx="628907" cy="628907"/>
            </a:xfrm>
          </p:grpSpPr>
          <p:sp>
            <p:nvSpPr>
              <p:cNvPr id="288" name="Oval 287">
                <a:extLst>
                  <a:ext uri="{FF2B5EF4-FFF2-40B4-BE49-F238E27FC236}">
                    <a16:creationId xmlns:a16="http://schemas.microsoft.com/office/drawing/2014/main" id="{0613CA29-D704-41A0-1256-CFD1B11B5149}"/>
                  </a:ext>
                </a:extLst>
              </p:cNvPr>
              <p:cNvSpPr/>
              <p:nvPr/>
            </p:nvSpPr>
            <p:spPr>
              <a:xfrm>
                <a:off x="2867802" y="3950805"/>
                <a:ext cx="628907" cy="628907"/>
              </a:xfrm>
              <a:prstGeom prst="ellipse">
                <a:avLst/>
              </a:prstGeom>
              <a:solidFill>
                <a:schemeClr val="bg1"/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>
                      <a:lumMod val="65000"/>
                    </a:prstClr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289" name="TextBox 288">
                <a:extLst>
                  <a:ext uri="{FF2B5EF4-FFF2-40B4-BE49-F238E27FC236}">
                    <a16:creationId xmlns:a16="http://schemas.microsoft.com/office/drawing/2014/main" id="{C24C7F8A-AE39-EEA9-C498-2EE18815C0E4}"/>
                  </a:ext>
                </a:extLst>
              </p:cNvPr>
              <p:cNvSpPr txBox="1"/>
              <p:nvPr/>
            </p:nvSpPr>
            <p:spPr>
              <a:xfrm>
                <a:off x="2949594" y="4126758"/>
                <a:ext cx="465322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2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ptos" panose="020B0004020202020204" pitchFamily="34" charset="0"/>
                    <a:ea typeface="+mn-ea"/>
                    <a:cs typeface="Arial" panose="020B0604020202020204" pitchFamily="34" charset="0"/>
                  </a:rPr>
                  <a:t>RTH</a:t>
                </a:r>
              </a:p>
            </p:txBody>
          </p:sp>
        </p:grpSp>
        <p:grpSp>
          <p:nvGrpSpPr>
            <p:cNvPr id="276" name="Group 275">
              <a:extLst>
                <a:ext uri="{FF2B5EF4-FFF2-40B4-BE49-F238E27FC236}">
                  <a16:creationId xmlns:a16="http://schemas.microsoft.com/office/drawing/2014/main" id="{4D5ADC7A-9A77-530B-2F25-E558F1FD302C}"/>
                </a:ext>
              </a:extLst>
            </p:cNvPr>
            <p:cNvGrpSpPr/>
            <p:nvPr/>
          </p:nvGrpSpPr>
          <p:grpSpPr>
            <a:xfrm>
              <a:off x="7543240" y="4536965"/>
              <a:ext cx="628907" cy="628907"/>
              <a:chOff x="2867802" y="3950805"/>
              <a:chExt cx="628907" cy="628907"/>
            </a:xfrm>
          </p:grpSpPr>
          <p:sp>
            <p:nvSpPr>
              <p:cNvPr id="286" name="Oval 285">
                <a:extLst>
                  <a:ext uri="{FF2B5EF4-FFF2-40B4-BE49-F238E27FC236}">
                    <a16:creationId xmlns:a16="http://schemas.microsoft.com/office/drawing/2014/main" id="{B1B9CF32-D16D-23A4-156C-C02375994914}"/>
                  </a:ext>
                </a:extLst>
              </p:cNvPr>
              <p:cNvSpPr/>
              <p:nvPr/>
            </p:nvSpPr>
            <p:spPr>
              <a:xfrm>
                <a:off x="2867802" y="3950805"/>
                <a:ext cx="628907" cy="628907"/>
              </a:xfrm>
              <a:prstGeom prst="ellipse">
                <a:avLst/>
              </a:prstGeom>
              <a:solidFill>
                <a:schemeClr val="bg1"/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>
                      <a:lumMod val="65000"/>
                    </a:prstClr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287" name="TextBox 286">
                <a:extLst>
                  <a:ext uri="{FF2B5EF4-FFF2-40B4-BE49-F238E27FC236}">
                    <a16:creationId xmlns:a16="http://schemas.microsoft.com/office/drawing/2014/main" id="{411CB852-2CB1-63EC-F091-D37BB506E1C1}"/>
                  </a:ext>
                </a:extLst>
              </p:cNvPr>
              <p:cNvSpPr txBox="1"/>
              <p:nvPr/>
            </p:nvSpPr>
            <p:spPr>
              <a:xfrm>
                <a:off x="2949594" y="4126758"/>
                <a:ext cx="465322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2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ptos" panose="020B0004020202020204" pitchFamily="34" charset="0"/>
                    <a:ea typeface="+mn-ea"/>
                    <a:cs typeface="Arial" panose="020B0604020202020204" pitchFamily="34" charset="0"/>
                  </a:rPr>
                  <a:t>RTH</a:t>
                </a:r>
              </a:p>
            </p:txBody>
          </p:sp>
        </p:grpSp>
        <p:cxnSp>
          <p:nvCxnSpPr>
            <p:cNvPr id="277" name="Straight Arrow Connector 276">
              <a:extLst>
                <a:ext uri="{FF2B5EF4-FFF2-40B4-BE49-F238E27FC236}">
                  <a16:creationId xmlns:a16="http://schemas.microsoft.com/office/drawing/2014/main" id="{A2FC65AE-2309-43D4-8AA2-3965652AD232}"/>
                </a:ext>
              </a:extLst>
            </p:cNvPr>
            <p:cNvCxnSpPr>
              <a:cxnSpLocks/>
            </p:cNvCxnSpPr>
            <p:nvPr/>
          </p:nvCxnSpPr>
          <p:spPr>
            <a:xfrm>
              <a:off x="4975127" y="4870482"/>
              <a:ext cx="1508258" cy="709621"/>
            </a:xfrm>
            <a:prstGeom prst="straightConnector1">
              <a:avLst/>
            </a:prstGeom>
            <a:ln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8" name="Straight Arrow Connector 277">
              <a:extLst>
                <a:ext uri="{FF2B5EF4-FFF2-40B4-BE49-F238E27FC236}">
                  <a16:creationId xmlns:a16="http://schemas.microsoft.com/office/drawing/2014/main" id="{95A534E4-4D4E-441E-497C-76D659E08F1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948850" y="3983610"/>
              <a:ext cx="1143095" cy="575843"/>
            </a:xfrm>
            <a:prstGeom prst="straightConnector1">
              <a:avLst/>
            </a:prstGeom>
            <a:ln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9" name="Straight Arrow Connector 278">
              <a:extLst>
                <a:ext uri="{FF2B5EF4-FFF2-40B4-BE49-F238E27FC236}">
                  <a16:creationId xmlns:a16="http://schemas.microsoft.com/office/drawing/2014/main" id="{5CC2F243-C373-95C7-A8A2-13088E8BBB3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123124" y="5120144"/>
              <a:ext cx="428025" cy="331605"/>
            </a:xfrm>
            <a:prstGeom prst="straightConnector1">
              <a:avLst/>
            </a:prstGeom>
            <a:ln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0" name="Straight Arrow Connector 279">
              <a:extLst>
                <a:ext uri="{FF2B5EF4-FFF2-40B4-BE49-F238E27FC236}">
                  <a16:creationId xmlns:a16="http://schemas.microsoft.com/office/drawing/2014/main" id="{C00B2218-9632-9730-DCB3-1301D98386D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172147" y="4092067"/>
              <a:ext cx="1121028" cy="549041"/>
            </a:xfrm>
            <a:prstGeom prst="straightConnector1">
              <a:avLst/>
            </a:prstGeom>
            <a:ln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1" name="Straight Arrow Connector 280">
              <a:extLst>
                <a:ext uri="{FF2B5EF4-FFF2-40B4-BE49-F238E27FC236}">
                  <a16:creationId xmlns:a16="http://schemas.microsoft.com/office/drawing/2014/main" id="{DAA3C669-258A-4911-99E6-CBB76DAB35C9}"/>
                </a:ext>
              </a:extLst>
            </p:cNvPr>
            <p:cNvCxnSpPr>
              <a:cxnSpLocks/>
            </p:cNvCxnSpPr>
            <p:nvPr/>
          </p:nvCxnSpPr>
          <p:spPr>
            <a:xfrm>
              <a:off x="8191197" y="5026609"/>
              <a:ext cx="652171" cy="305691"/>
            </a:xfrm>
            <a:prstGeom prst="straightConnector1">
              <a:avLst/>
            </a:prstGeom>
            <a:ln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2" name="Straight Arrow Connector 281">
              <a:extLst>
                <a:ext uri="{FF2B5EF4-FFF2-40B4-BE49-F238E27FC236}">
                  <a16:creationId xmlns:a16="http://schemas.microsoft.com/office/drawing/2014/main" id="{84222EB7-9E64-F060-E27C-A2FDE68B1183}"/>
                </a:ext>
              </a:extLst>
            </p:cNvPr>
            <p:cNvCxnSpPr>
              <a:cxnSpLocks/>
            </p:cNvCxnSpPr>
            <p:nvPr/>
          </p:nvCxnSpPr>
          <p:spPr>
            <a:xfrm>
              <a:off x="9538950" y="5570578"/>
              <a:ext cx="981544" cy="276999"/>
            </a:xfrm>
            <a:prstGeom prst="straightConnector1">
              <a:avLst/>
            </a:prstGeom>
            <a:ln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83" name="Group 282">
              <a:extLst>
                <a:ext uri="{FF2B5EF4-FFF2-40B4-BE49-F238E27FC236}">
                  <a16:creationId xmlns:a16="http://schemas.microsoft.com/office/drawing/2014/main" id="{90E26FD4-744C-BD71-9A91-633E15658BEA}"/>
                </a:ext>
              </a:extLst>
            </p:cNvPr>
            <p:cNvGrpSpPr/>
            <p:nvPr/>
          </p:nvGrpSpPr>
          <p:grpSpPr>
            <a:xfrm>
              <a:off x="10510969" y="5552173"/>
              <a:ext cx="751592" cy="628907"/>
              <a:chOff x="10510969" y="5552173"/>
              <a:chExt cx="751592" cy="628907"/>
            </a:xfrm>
          </p:grpSpPr>
          <p:sp>
            <p:nvSpPr>
              <p:cNvPr id="284" name="Rectangle: Rounded Corners 283">
                <a:extLst>
                  <a:ext uri="{FF2B5EF4-FFF2-40B4-BE49-F238E27FC236}">
                    <a16:creationId xmlns:a16="http://schemas.microsoft.com/office/drawing/2014/main" id="{6F0688C9-631A-D3C2-7719-F41DAECF9E09}"/>
                  </a:ext>
                </a:extLst>
              </p:cNvPr>
              <p:cNvSpPr/>
              <p:nvPr/>
            </p:nvSpPr>
            <p:spPr>
              <a:xfrm>
                <a:off x="10572312" y="5552173"/>
                <a:ext cx="628907" cy="628907"/>
              </a:xfrm>
              <a:prstGeom prst="roundRect">
                <a:avLst>
                  <a:gd name="adj" fmla="val 8678"/>
                </a:avLst>
              </a:prstGeom>
              <a:solidFill>
                <a:schemeClr val="bg1"/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285" name="TextBox 284">
                <a:extLst>
                  <a:ext uri="{FF2B5EF4-FFF2-40B4-BE49-F238E27FC236}">
                    <a16:creationId xmlns:a16="http://schemas.microsoft.com/office/drawing/2014/main" id="{2A0955EF-8F3A-D5AE-8E83-381BA26F2287}"/>
                  </a:ext>
                </a:extLst>
              </p:cNvPr>
              <p:cNvSpPr txBox="1"/>
              <p:nvPr/>
            </p:nvSpPr>
            <p:spPr>
              <a:xfrm>
                <a:off x="10510969" y="5728127"/>
                <a:ext cx="751592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2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ptos" panose="020B0004020202020204" pitchFamily="34" charset="0"/>
                    <a:ea typeface="+mn-ea"/>
                    <a:cs typeface="Arial" panose="020B0604020202020204" pitchFamily="34" charset="0"/>
                  </a:rPr>
                  <a:t>WDQMS</a:t>
                </a:r>
              </a:p>
            </p:txBody>
          </p:sp>
        </p:grpSp>
      </p:grpSp>
      <p:grpSp>
        <p:nvGrpSpPr>
          <p:cNvPr id="5" name="Group 4">
            <a:extLst>
              <a:ext uri="{FF2B5EF4-FFF2-40B4-BE49-F238E27FC236}">
                <a16:creationId xmlns:a16="http://schemas.microsoft.com/office/drawing/2014/main" id="{338E6CF7-BB7D-BE46-DFDD-98CD3593EDA0}"/>
              </a:ext>
            </a:extLst>
          </p:cNvPr>
          <p:cNvGrpSpPr/>
          <p:nvPr/>
        </p:nvGrpSpPr>
        <p:grpSpPr>
          <a:xfrm>
            <a:off x="6915150" y="1571625"/>
            <a:ext cx="2286000" cy="1104900"/>
            <a:chOff x="6915150" y="1571625"/>
            <a:chExt cx="2286000" cy="1104900"/>
          </a:xfrm>
        </p:grpSpPr>
        <p:sp>
          <p:nvSpPr>
            <p:cNvPr id="3" name="Freeform: Shape 2">
              <a:extLst>
                <a:ext uri="{FF2B5EF4-FFF2-40B4-BE49-F238E27FC236}">
                  <a16:creationId xmlns:a16="http://schemas.microsoft.com/office/drawing/2014/main" id="{C81E637B-A181-C8F4-F0C3-B519BA3A8D6D}"/>
                </a:ext>
              </a:extLst>
            </p:cNvPr>
            <p:cNvSpPr/>
            <p:nvPr/>
          </p:nvSpPr>
          <p:spPr>
            <a:xfrm>
              <a:off x="6915150" y="1571625"/>
              <a:ext cx="1228725" cy="1104900"/>
            </a:xfrm>
            <a:custGeom>
              <a:avLst/>
              <a:gdLst>
                <a:gd name="connsiteX0" fmla="*/ 0 w 1228725"/>
                <a:gd name="connsiteY0" fmla="*/ 1104900 h 1104900"/>
                <a:gd name="connsiteX1" fmla="*/ 847725 w 1228725"/>
                <a:gd name="connsiteY1" fmla="*/ 685800 h 1104900"/>
                <a:gd name="connsiteX2" fmla="*/ 1228725 w 1228725"/>
                <a:gd name="connsiteY2" fmla="*/ 0 h 11049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28725" h="1104900">
                  <a:moveTo>
                    <a:pt x="0" y="1104900"/>
                  </a:moveTo>
                  <a:cubicBezTo>
                    <a:pt x="321469" y="987425"/>
                    <a:pt x="642938" y="869950"/>
                    <a:pt x="847725" y="685800"/>
                  </a:cubicBezTo>
                  <a:cubicBezTo>
                    <a:pt x="1052512" y="501650"/>
                    <a:pt x="1140618" y="250825"/>
                    <a:pt x="1228725" y="0"/>
                  </a:cubicBezTo>
                </a:path>
              </a:pathLst>
            </a:custGeom>
            <a:noFill/>
            <a:ln>
              <a:solidFill>
                <a:schemeClr val="accent2">
                  <a:lumMod val="75000"/>
                </a:schemeClr>
              </a:solidFill>
              <a:headEnd type="none" w="med" len="med"/>
              <a:tailEnd type="triangle" w="med" len="me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4" name="Freeform: Shape 3">
              <a:extLst>
                <a:ext uri="{FF2B5EF4-FFF2-40B4-BE49-F238E27FC236}">
                  <a16:creationId xmlns:a16="http://schemas.microsoft.com/office/drawing/2014/main" id="{63B97B9C-E0F2-CD8F-695E-62F6CDFCAF8F}"/>
                </a:ext>
              </a:extLst>
            </p:cNvPr>
            <p:cNvSpPr/>
            <p:nvPr/>
          </p:nvSpPr>
          <p:spPr>
            <a:xfrm>
              <a:off x="8343900" y="1600200"/>
              <a:ext cx="857250" cy="971550"/>
            </a:xfrm>
            <a:custGeom>
              <a:avLst/>
              <a:gdLst>
                <a:gd name="connsiteX0" fmla="*/ 857250 w 857250"/>
                <a:gd name="connsiteY0" fmla="*/ 971550 h 971550"/>
                <a:gd name="connsiteX1" fmla="*/ 361950 w 857250"/>
                <a:gd name="connsiteY1" fmla="*/ 628650 h 971550"/>
                <a:gd name="connsiteX2" fmla="*/ 0 w 857250"/>
                <a:gd name="connsiteY2" fmla="*/ 0 h 9715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857250" h="971550">
                  <a:moveTo>
                    <a:pt x="857250" y="971550"/>
                  </a:moveTo>
                  <a:cubicBezTo>
                    <a:pt x="681037" y="881062"/>
                    <a:pt x="504825" y="790575"/>
                    <a:pt x="361950" y="628650"/>
                  </a:cubicBezTo>
                  <a:cubicBezTo>
                    <a:pt x="219075" y="466725"/>
                    <a:pt x="109537" y="233362"/>
                    <a:pt x="0" y="0"/>
                  </a:cubicBezTo>
                </a:path>
              </a:pathLst>
            </a:custGeom>
            <a:noFill/>
            <a:ln>
              <a:solidFill>
                <a:schemeClr val="accent2">
                  <a:lumMod val="75000"/>
                </a:schemeClr>
              </a:solidFill>
              <a:headEnd type="none" w="med" len="med"/>
              <a:tailEnd type="triangle" w="med" len="me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6BF614B7-F6C0-3C11-CC03-9542DBF0A53B}"/>
              </a:ext>
            </a:extLst>
          </p:cNvPr>
          <p:cNvGrpSpPr/>
          <p:nvPr/>
        </p:nvGrpSpPr>
        <p:grpSpPr>
          <a:xfrm>
            <a:off x="7188298" y="2655951"/>
            <a:ext cx="499772" cy="698208"/>
            <a:chOff x="2400894" y="4929298"/>
            <a:chExt cx="612283" cy="855395"/>
          </a:xfrm>
        </p:grpSpPr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C9726DA9-B0E5-954A-06B4-62C4119C0D97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2400894" y="4929298"/>
              <a:ext cx="612283" cy="855395"/>
            </a:xfrm>
            <a:prstGeom prst="rect">
              <a:avLst/>
            </a:prstGeom>
          </p:spPr>
        </p:pic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3167DA65-7E71-D85D-50C0-B9EF2033A700}"/>
                </a:ext>
              </a:extLst>
            </p:cNvPr>
            <p:cNvGrpSpPr/>
            <p:nvPr/>
          </p:nvGrpSpPr>
          <p:grpSpPr>
            <a:xfrm>
              <a:off x="2494912" y="5097206"/>
              <a:ext cx="381019" cy="376523"/>
              <a:chOff x="2467194" y="5209255"/>
              <a:chExt cx="381019" cy="376523"/>
            </a:xfrm>
          </p:grpSpPr>
          <p:sp>
            <p:nvSpPr>
              <p:cNvPr id="24" name="Rectangle 23">
                <a:extLst>
                  <a:ext uri="{FF2B5EF4-FFF2-40B4-BE49-F238E27FC236}">
                    <a16:creationId xmlns:a16="http://schemas.microsoft.com/office/drawing/2014/main" id="{FC99931C-7646-ED7D-1C96-CAB99BB99E10}"/>
                  </a:ext>
                </a:extLst>
              </p:cNvPr>
              <p:cNvSpPr/>
              <p:nvPr/>
            </p:nvSpPr>
            <p:spPr>
              <a:xfrm>
                <a:off x="2467194" y="5209255"/>
                <a:ext cx="169804" cy="169804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A</a:t>
                </a:r>
              </a:p>
            </p:txBody>
          </p:sp>
          <p:sp>
            <p:nvSpPr>
              <p:cNvPr id="26" name="Rectangle 25">
                <a:extLst>
                  <a:ext uri="{FF2B5EF4-FFF2-40B4-BE49-F238E27FC236}">
                    <a16:creationId xmlns:a16="http://schemas.microsoft.com/office/drawing/2014/main" id="{413BFA7B-8F78-ED45-F715-467CD8B703CF}"/>
                  </a:ext>
                </a:extLst>
              </p:cNvPr>
              <p:cNvSpPr/>
              <p:nvPr/>
            </p:nvSpPr>
            <p:spPr>
              <a:xfrm>
                <a:off x="2678409" y="5209255"/>
                <a:ext cx="169804" cy="169804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B</a:t>
                </a:r>
              </a:p>
            </p:txBody>
          </p:sp>
          <p:sp>
            <p:nvSpPr>
              <p:cNvPr id="27" name="Rectangle 26">
                <a:extLst>
                  <a:ext uri="{FF2B5EF4-FFF2-40B4-BE49-F238E27FC236}">
                    <a16:creationId xmlns:a16="http://schemas.microsoft.com/office/drawing/2014/main" id="{F99EF267-26C8-9247-C212-675074C99923}"/>
                  </a:ext>
                </a:extLst>
              </p:cNvPr>
              <p:cNvSpPr/>
              <p:nvPr/>
            </p:nvSpPr>
            <p:spPr>
              <a:xfrm>
                <a:off x="2467194" y="5415974"/>
                <a:ext cx="169804" cy="169804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C</a:t>
                </a:r>
              </a:p>
            </p:txBody>
          </p:sp>
          <p:sp>
            <p:nvSpPr>
              <p:cNvPr id="28" name="Rectangle 27">
                <a:extLst>
                  <a:ext uri="{FF2B5EF4-FFF2-40B4-BE49-F238E27FC236}">
                    <a16:creationId xmlns:a16="http://schemas.microsoft.com/office/drawing/2014/main" id="{6D4CFFD1-A8AF-2CB8-B92B-A164D1554568}"/>
                  </a:ext>
                </a:extLst>
              </p:cNvPr>
              <p:cNvSpPr/>
              <p:nvPr/>
            </p:nvSpPr>
            <p:spPr>
              <a:xfrm>
                <a:off x="2678409" y="5415974"/>
                <a:ext cx="169804" cy="169804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D</a:t>
                </a:r>
              </a:p>
            </p:txBody>
          </p:sp>
        </p:grpSp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EA4B5AD0-0970-4C94-6EEE-9706E587AFE7}"/>
              </a:ext>
            </a:extLst>
          </p:cNvPr>
          <p:cNvGrpSpPr/>
          <p:nvPr/>
        </p:nvGrpSpPr>
        <p:grpSpPr>
          <a:xfrm>
            <a:off x="10784098" y="2665476"/>
            <a:ext cx="499772" cy="698208"/>
            <a:chOff x="2400894" y="4929298"/>
            <a:chExt cx="612283" cy="855395"/>
          </a:xfrm>
        </p:grpSpPr>
        <p:pic>
          <p:nvPicPr>
            <p:cNvPr id="33" name="Picture 32">
              <a:extLst>
                <a:ext uri="{FF2B5EF4-FFF2-40B4-BE49-F238E27FC236}">
                  <a16:creationId xmlns:a16="http://schemas.microsoft.com/office/drawing/2014/main" id="{6CE9B248-FF6B-6D50-DB27-7CEAC9B37A7B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2400894" y="4929298"/>
              <a:ext cx="612283" cy="855395"/>
            </a:xfrm>
            <a:prstGeom prst="rect">
              <a:avLst/>
            </a:prstGeom>
          </p:spPr>
        </p:pic>
        <p:grpSp>
          <p:nvGrpSpPr>
            <p:cNvPr id="34" name="Group 33">
              <a:extLst>
                <a:ext uri="{FF2B5EF4-FFF2-40B4-BE49-F238E27FC236}">
                  <a16:creationId xmlns:a16="http://schemas.microsoft.com/office/drawing/2014/main" id="{310EE2ED-4FB5-39CA-DF92-D71AB577DC69}"/>
                </a:ext>
              </a:extLst>
            </p:cNvPr>
            <p:cNvGrpSpPr/>
            <p:nvPr/>
          </p:nvGrpSpPr>
          <p:grpSpPr>
            <a:xfrm>
              <a:off x="2494912" y="5097206"/>
              <a:ext cx="381019" cy="376523"/>
              <a:chOff x="2467194" y="5209255"/>
              <a:chExt cx="381019" cy="376523"/>
            </a:xfrm>
          </p:grpSpPr>
          <p:sp>
            <p:nvSpPr>
              <p:cNvPr id="35" name="Rectangle 34">
                <a:extLst>
                  <a:ext uri="{FF2B5EF4-FFF2-40B4-BE49-F238E27FC236}">
                    <a16:creationId xmlns:a16="http://schemas.microsoft.com/office/drawing/2014/main" id="{7258228F-E61B-3A55-92FD-3186A56C048E}"/>
                  </a:ext>
                </a:extLst>
              </p:cNvPr>
              <p:cNvSpPr/>
              <p:nvPr/>
            </p:nvSpPr>
            <p:spPr>
              <a:xfrm>
                <a:off x="2467194" y="5209255"/>
                <a:ext cx="169804" cy="169804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A</a:t>
                </a:r>
              </a:p>
            </p:txBody>
          </p:sp>
          <p:sp>
            <p:nvSpPr>
              <p:cNvPr id="36" name="Rectangle 35">
                <a:extLst>
                  <a:ext uri="{FF2B5EF4-FFF2-40B4-BE49-F238E27FC236}">
                    <a16:creationId xmlns:a16="http://schemas.microsoft.com/office/drawing/2014/main" id="{5796DA47-C383-B8ED-DBBF-B8064BCD9C32}"/>
                  </a:ext>
                </a:extLst>
              </p:cNvPr>
              <p:cNvSpPr/>
              <p:nvPr/>
            </p:nvSpPr>
            <p:spPr>
              <a:xfrm>
                <a:off x="2678409" y="5209255"/>
                <a:ext cx="169804" cy="169804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B</a:t>
                </a:r>
              </a:p>
            </p:txBody>
          </p:sp>
          <p:sp>
            <p:nvSpPr>
              <p:cNvPr id="37" name="Rectangle 36">
                <a:extLst>
                  <a:ext uri="{FF2B5EF4-FFF2-40B4-BE49-F238E27FC236}">
                    <a16:creationId xmlns:a16="http://schemas.microsoft.com/office/drawing/2014/main" id="{CF89E987-F383-43C6-1D51-E8934B56DE4A}"/>
                  </a:ext>
                </a:extLst>
              </p:cNvPr>
              <p:cNvSpPr/>
              <p:nvPr/>
            </p:nvSpPr>
            <p:spPr>
              <a:xfrm>
                <a:off x="2467194" y="5415974"/>
                <a:ext cx="169804" cy="169804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C</a:t>
                </a:r>
              </a:p>
            </p:txBody>
          </p:sp>
          <p:sp>
            <p:nvSpPr>
              <p:cNvPr id="38" name="Rectangle 37">
                <a:extLst>
                  <a:ext uri="{FF2B5EF4-FFF2-40B4-BE49-F238E27FC236}">
                    <a16:creationId xmlns:a16="http://schemas.microsoft.com/office/drawing/2014/main" id="{4CFFE576-9F3D-2A7C-80F2-AB4B4E496866}"/>
                  </a:ext>
                </a:extLst>
              </p:cNvPr>
              <p:cNvSpPr/>
              <p:nvPr/>
            </p:nvSpPr>
            <p:spPr>
              <a:xfrm>
                <a:off x="2678409" y="5415974"/>
                <a:ext cx="169804" cy="169804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D</a:t>
                </a:r>
              </a:p>
            </p:txBody>
          </p:sp>
        </p:grpSp>
      </p:grpSp>
      <p:grpSp>
        <p:nvGrpSpPr>
          <p:cNvPr id="251" name="Group 250">
            <a:extLst>
              <a:ext uri="{FF2B5EF4-FFF2-40B4-BE49-F238E27FC236}">
                <a16:creationId xmlns:a16="http://schemas.microsoft.com/office/drawing/2014/main" id="{79F07CB6-9819-3AFC-0E10-44849A5F4537}"/>
              </a:ext>
            </a:extLst>
          </p:cNvPr>
          <p:cNvGrpSpPr/>
          <p:nvPr/>
        </p:nvGrpSpPr>
        <p:grpSpPr>
          <a:xfrm>
            <a:off x="5191273" y="3763946"/>
            <a:ext cx="4290842" cy="246221"/>
            <a:chOff x="5191273" y="3763946"/>
            <a:chExt cx="4290842" cy="246221"/>
          </a:xfrm>
        </p:grpSpPr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5E34DBE0-0EA8-A545-370F-E2980C99566D}"/>
                </a:ext>
              </a:extLst>
            </p:cNvPr>
            <p:cNvSpPr txBox="1"/>
            <p:nvPr/>
          </p:nvSpPr>
          <p:spPr>
            <a:xfrm>
              <a:off x="5191273" y="3763946"/>
              <a:ext cx="1179193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0B0004020202020204" pitchFamily="34" charset="0"/>
                  <a:ea typeface="+mn-ea"/>
                  <a:cs typeface="+mn-cs"/>
                </a:rPr>
                <a:t>ISMD01TEST</a:t>
              </a:r>
              <a:endParaRPr kumimoji="0" lang="en-GB" sz="11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3E230CC3-B274-F7D0-6063-BB36F01943DA}"/>
                </a:ext>
              </a:extLst>
            </p:cNvPr>
            <p:cNvSpPr txBox="1"/>
            <p:nvPr/>
          </p:nvSpPr>
          <p:spPr>
            <a:xfrm>
              <a:off x="8302922" y="3763946"/>
              <a:ext cx="1179193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0B0004020202020204" pitchFamily="34" charset="0"/>
                  <a:ea typeface="+mn-ea"/>
                  <a:cs typeface="+mn-cs"/>
                </a:rPr>
                <a:t>ISMD01TEST</a:t>
              </a:r>
              <a:endParaRPr kumimoji="0" lang="en-GB" sz="11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endParaRPr>
            </a:p>
          </p:txBody>
        </p:sp>
      </p:grpSp>
      <p:grpSp>
        <p:nvGrpSpPr>
          <p:cNvPr id="256" name="Group 255">
            <a:extLst>
              <a:ext uri="{FF2B5EF4-FFF2-40B4-BE49-F238E27FC236}">
                <a16:creationId xmlns:a16="http://schemas.microsoft.com/office/drawing/2014/main" id="{2E63F556-9206-9DBF-E437-5519CA4C76AE}"/>
              </a:ext>
            </a:extLst>
          </p:cNvPr>
          <p:cNvGrpSpPr/>
          <p:nvPr/>
        </p:nvGrpSpPr>
        <p:grpSpPr>
          <a:xfrm>
            <a:off x="4748610" y="4602866"/>
            <a:ext cx="4433249" cy="351277"/>
            <a:chOff x="4748610" y="4602866"/>
            <a:chExt cx="4433249" cy="351277"/>
          </a:xfrm>
        </p:grpSpPr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7054B67E-DD9A-B0CA-5A89-C17315D9FA28}"/>
                </a:ext>
              </a:extLst>
            </p:cNvPr>
            <p:cNvSpPr txBox="1"/>
            <p:nvPr/>
          </p:nvSpPr>
          <p:spPr>
            <a:xfrm>
              <a:off x="4748610" y="4602866"/>
              <a:ext cx="1179193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0B0004020202020204" pitchFamily="34" charset="0"/>
                  <a:ea typeface="+mn-ea"/>
                  <a:cs typeface="+mn-cs"/>
                </a:rPr>
                <a:t>ISMD01TEST</a:t>
              </a:r>
              <a:endParaRPr kumimoji="0" lang="en-GB" sz="11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2" name="TextBox 201">
              <a:extLst>
                <a:ext uri="{FF2B5EF4-FFF2-40B4-BE49-F238E27FC236}">
                  <a16:creationId xmlns:a16="http://schemas.microsoft.com/office/drawing/2014/main" id="{C7A0F9AB-D064-D868-BAE6-38432F1E14B7}"/>
                </a:ext>
              </a:extLst>
            </p:cNvPr>
            <p:cNvSpPr txBox="1"/>
            <p:nvPr/>
          </p:nvSpPr>
          <p:spPr>
            <a:xfrm>
              <a:off x="8002666" y="4707922"/>
              <a:ext cx="1179193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0B0004020202020204" pitchFamily="34" charset="0"/>
                  <a:ea typeface="+mn-ea"/>
                  <a:cs typeface="+mn-cs"/>
                </a:rPr>
                <a:t>ISMD01TEST</a:t>
              </a:r>
              <a:endParaRPr kumimoji="0" lang="en-GB" sz="11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endParaRPr>
            </a:p>
          </p:txBody>
        </p:sp>
      </p:grpSp>
      <p:grpSp>
        <p:nvGrpSpPr>
          <p:cNvPr id="257" name="Group 256">
            <a:extLst>
              <a:ext uri="{FF2B5EF4-FFF2-40B4-BE49-F238E27FC236}">
                <a16:creationId xmlns:a16="http://schemas.microsoft.com/office/drawing/2014/main" id="{F3C1C5B4-FEB5-A9F0-E0C4-80981A307B29}"/>
              </a:ext>
            </a:extLst>
          </p:cNvPr>
          <p:cNvGrpSpPr/>
          <p:nvPr/>
        </p:nvGrpSpPr>
        <p:grpSpPr>
          <a:xfrm>
            <a:off x="6996868" y="5289104"/>
            <a:ext cx="3523626" cy="558473"/>
            <a:chOff x="6996868" y="5289104"/>
            <a:chExt cx="3523626" cy="558473"/>
          </a:xfrm>
        </p:grpSpPr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39EB6E3C-4D11-DBC3-D4AF-DAE11C791DA4}"/>
                </a:ext>
              </a:extLst>
            </p:cNvPr>
            <p:cNvSpPr txBox="1"/>
            <p:nvPr/>
          </p:nvSpPr>
          <p:spPr>
            <a:xfrm>
              <a:off x="6996868" y="5601356"/>
              <a:ext cx="1179193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0B0004020202020204" pitchFamily="34" charset="0"/>
                  <a:ea typeface="+mn-ea"/>
                  <a:cs typeface="+mn-cs"/>
                </a:rPr>
                <a:t>ISMD01TEST</a:t>
              </a:r>
              <a:endParaRPr kumimoji="0" lang="en-GB" sz="11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3" name="TextBox 202">
              <a:extLst>
                <a:ext uri="{FF2B5EF4-FFF2-40B4-BE49-F238E27FC236}">
                  <a16:creationId xmlns:a16="http://schemas.microsoft.com/office/drawing/2014/main" id="{550BE281-B9BE-E621-2707-C27AFE44F057}"/>
                </a:ext>
              </a:extLst>
            </p:cNvPr>
            <p:cNvSpPr txBox="1"/>
            <p:nvPr/>
          </p:nvSpPr>
          <p:spPr>
            <a:xfrm>
              <a:off x="9341301" y="5289104"/>
              <a:ext cx="1179193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0B0004020202020204" pitchFamily="34" charset="0"/>
                  <a:ea typeface="+mn-ea"/>
                  <a:cs typeface="+mn-cs"/>
                </a:rPr>
                <a:t>ISMD01TEST</a:t>
              </a:r>
              <a:endParaRPr kumimoji="0" lang="en-GB" sz="11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endParaRPr>
            </a:p>
          </p:txBody>
        </p:sp>
      </p:grpSp>
      <p:grpSp>
        <p:nvGrpSpPr>
          <p:cNvPr id="332" name="Group 331">
            <a:extLst>
              <a:ext uri="{FF2B5EF4-FFF2-40B4-BE49-F238E27FC236}">
                <a16:creationId xmlns:a16="http://schemas.microsoft.com/office/drawing/2014/main" id="{2ED69F5C-AD4D-D5C7-8EC1-9D912A667363}"/>
              </a:ext>
            </a:extLst>
          </p:cNvPr>
          <p:cNvGrpSpPr/>
          <p:nvPr/>
        </p:nvGrpSpPr>
        <p:grpSpPr>
          <a:xfrm>
            <a:off x="10472016" y="4841152"/>
            <a:ext cx="1620073" cy="1617632"/>
            <a:chOff x="10472016" y="4841152"/>
            <a:chExt cx="1620073" cy="1617632"/>
          </a:xfrm>
        </p:grpSpPr>
        <p:grpSp>
          <p:nvGrpSpPr>
            <p:cNvPr id="258" name="Group 257">
              <a:extLst>
                <a:ext uri="{FF2B5EF4-FFF2-40B4-BE49-F238E27FC236}">
                  <a16:creationId xmlns:a16="http://schemas.microsoft.com/office/drawing/2014/main" id="{05A85479-84D1-F06E-D426-7CD1DE6FE44E}"/>
                </a:ext>
              </a:extLst>
            </p:cNvPr>
            <p:cNvGrpSpPr/>
            <p:nvPr/>
          </p:nvGrpSpPr>
          <p:grpSpPr>
            <a:xfrm>
              <a:off x="10472016" y="6288980"/>
              <a:ext cx="829498" cy="169804"/>
              <a:chOff x="10572312" y="6343525"/>
              <a:chExt cx="829498" cy="169804"/>
            </a:xfrm>
          </p:grpSpPr>
          <p:sp>
            <p:nvSpPr>
              <p:cNvPr id="259" name="Rectangle 258">
                <a:extLst>
                  <a:ext uri="{FF2B5EF4-FFF2-40B4-BE49-F238E27FC236}">
                    <a16:creationId xmlns:a16="http://schemas.microsoft.com/office/drawing/2014/main" id="{9B3926A9-46F6-EBEC-4D0A-00DA2724B4A4}"/>
                  </a:ext>
                </a:extLst>
              </p:cNvPr>
              <p:cNvSpPr/>
              <p:nvPr/>
            </p:nvSpPr>
            <p:spPr>
              <a:xfrm>
                <a:off x="10572312" y="6343525"/>
                <a:ext cx="169804" cy="169804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A</a:t>
                </a:r>
              </a:p>
            </p:txBody>
          </p:sp>
          <p:sp>
            <p:nvSpPr>
              <p:cNvPr id="260" name="Rectangle 259">
                <a:extLst>
                  <a:ext uri="{FF2B5EF4-FFF2-40B4-BE49-F238E27FC236}">
                    <a16:creationId xmlns:a16="http://schemas.microsoft.com/office/drawing/2014/main" id="{033BC0EF-C551-AD03-73CD-BC53B692EE9F}"/>
                  </a:ext>
                </a:extLst>
              </p:cNvPr>
              <p:cNvSpPr/>
              <p:nvPr/>
            </p:nvSpPr>
            <p:spPr>
              <a:xfrm>
                <a:off x="10792210" y="6343525"/>
                <a:ext cx="169804" cy="169804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B</a:t>
                </a:r>
              </a:p>
            </p:txBody>
          </p:sp>
          <p:sp>
            <p:nvSpPr>
              <p:cNvPr id="261" name="Rectangle 260">
                <a:extLst>
                  <a:ext uri="{FF2B5EF4-FFF2-40B4-BE49-F238E27FC236}">
                    <a16:creationId xmlns:a16="http://schemas.microsoft.com/office/drawing/2014/main" id="{6FF02591-CB95-C3FB-536C-0AD2DB9BAB11}"/>
                  </a:ext>
                </a:extLst>
              </p:cNvPr>
              <p:cNvSpPr/>
              <p:nvPr/>
            </p:nvSpPr>
            <p:spPr>
              <a:xfrm>
                <a:off x="11012108" y="6343525"/>
                <a:ext cx="169804" cy="169804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C</a:t>
                </a:r>
              </a:p>
            </p:txBody>
          </p:sp>
          <p:sp>
            <p:nvSpPr>
              <p:cNvPr id="298" name="Rectangle 297">
                <a:extLst>
                  <a:ext uri="{FF2B5EF4-FFF2-40B4-BE49-F238E27FC236}">
                    <a16:creationId xmlns:a16="http://schemas.microsoft.com/office/drawing/2014/main" id="{6AD1AD80-2D3F-5E1B-9F9A-3610B1963A10}"/>
                  </a:ext>
                </a:extLst>
              </p:cNvPr>
              <p:cNvSpPr/>
              <p:nvPr/>
            </p:nvSpPr>
            <p:spPr>
              <a:xfrm>
                <a:off x="11232006" y="6343525"/>
                <a:ext cx="169804" cy="169804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D</a:t>
                </a:r>
              </a:p>
            </p:txBody>
          </p:sp>
        </p:grpSp>
        <p:grpSp>
          <p:nvGrpSpPr>
            <p:cNvPr id="299" name="Group 298">
              <a:extLst>
                <a:ext uri="{FF2B5EF4-FFF2-40B4-BE49-F238E27FC236}">
                  <a16:creationId xmlns:a16="http://schemas.microsoft.com/office/drawing/2014/main" id="{51A115E9-DB38-D79A-DC71-5379EE158408}"/>
                </a:ext>
              </a:extLst>
            </p:cNvPr>
            <p:cNvGrpSpPr/>
            <p:nvPr/>
          </p:nvGrpSpPr>
          <p:grpSpPr>
            <a:xfrm>
              <a:off x="11262591" y="4841152"/>
              <a:ext cx="829498" cy="169804"/>
              <a:chOff x="10572312" y="6343525"/>
              <a:chExt cx="829498" cy="169804"/>
            </a:xfrm>
          </p:grpSpPr>
          <p:sp>
            <p:nvSpPr>
              <p:cNvPr id="300" name="Rectangle 299">
                <a:extLst>
                  <a:ext uri="{FF2B5EF4-FFF2-40B4-BE49-F238E27FC236}">
                    <a16:creationId xmlns:a16="http://schemas.microsoft.com/office/drawing/2014/main" id="{48E5D307-54F4-07C2-85CF-00A3BC6F631C}"/>
                  </a:ext>
                </a:extLst>
              </p:cNvPr>
              <p:cNvSpPr/>
              <p:nvPr/>
            </p:nvSpPr>
            <p:spPr>
              <a:xfrm>
                <a:off x="10572312" y="6343525"/>
                <a:ext cx="169804" cy="169804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A</a:t>
                </a:r>
              </a:p>
            </p:txBody>
          </p:sp>
          <p:sp>
            <p:nvSpPr>
              <p:cNvPr id="301" name="Rectangle 300">
                <a:extLst>
                  <a:ext uri="{FF2B5EF4-FFF2-40B4-BE49-F238E27FC236}">
                    <a16:creationId xmlns:a16="http://schemas.microsoft.com/office/drawing/2014/main" id="{CB0E7EED-AE46-80EB-172C-0B636AD7B7F5}"/>
                  </a:ext>
                </a:extLst>
              </p:cNvPr>
              <p:cNvSpPr/>
              <p:nvPr/>
            </p:nvSpPr>
            <p:spPr>
              <a:xfrm>
                <a:off x="10792210" y="6343525"/>
                <a:ext cx="169804" cy="169804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B</a:t>
                </a:r>
              </a:p>
            </p:txBody>
          </p:sp>
          <p:sp>
            <p:nvSpPr>
              <p:cNvPr id="302" name="Rectangle 301">
                <a:extLst>
                  <a:ext uri="{FF2B5EF4-FFF2-40B4-BE49-F238E27FC236}">
                    <a16:creationId xmlns:a16="http://schemas.microsoft.com/office/drawing/2014/main" id="{62E2CFCA-A3F0-B0BD-FA89-0F09D3F1E99F}"/>
                  </a:ext>
                </a:extLst>
              </p:cNvPr>
              <p:cNvSpPr/>
              <p:nvPr/>
            </p:nvSpPr>
            <p:spPr>
              <a:xfrm>
                <a:off x="11012108" y="6343525"/>
                <a:ext cx="169804" cy="169804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C</a:t>
                </a:r>
              </a:p>
            </p:txBody>
          </p:sp>
          <p:sp>
            <p:nvSpPr>
              <p:cNvPr id="303" name="Rectangle 302">
                <a:extLst>
                  <a:ext uri="{FF2B5EF4-FFF2-40B4-BE49-F238E27FC236}">
                    <a16:creationId xmlns:a16="http://schemas.microsoft.com/office/drawing/2014/main" id="{18AD0AAD-71E1-EB43-B8BE-4751D6B3165F}"/>
                  </a:ext>
                </a:extLst>
              </p:cNvPr>
              <p:cNvSpPr/>
              <p:nvPr/>
            </p:nvSpPr>
            <p:spPr>
              <a:xfrm>
                <a:off x="11232006" y="6343525"/>
                <a:ext cx="169804" cy="169804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D</a:t>
                </a:r>
              </a:p>
            </p:txBody>
          </p:sp>
        </p:grpSp>
      </p:grpSp>
      <p:cxnSp>
        <p:nvCxnSpPr>
          <p:cNvPr id="304" name="Straight Arrow Connector 303">
            <a:extLst>
              <a:ext uri="{FF2B5EF4-FFF2-40B4-BE49-F238E27FC236}">
                <a16:creationId xmlns:a16="http://schemas.microsoft.com/office/drawing/2014/main" id="{AC2B7E7F-53FE-B081-569E-417B75CA44FE}"/>
              </a:ext>
            </a:extLst>
          </p:cNvPr>
          <p:cNvCxnSpPr>
            <a:cxnSpLocks/>
          </p:cNvCxnSpPr>
          <p:nvPr/>
        </p:nvCxnSpPr>
        <p:spPr>
          <a:xfrm flipV="1">
            <a:off x="9496425" y="4419600"/>
            <a:ext cx="1743075" cy="838200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3" name="Straight Arrow Connector 332">
            <a:extLst>
              <a:ext uri="{FF2B5EF4-FFF2-40B4-BE49-F238E27FC236}">
                <a16:creationId xmlns:a16="http://schemas.microsoft.com/office/drawing/2014/main" id="{46B4FABE-A716-A14A-C277-026651C4CBA5}"/>
              </a:ext>
            </a:extLst>
          </p:cNvPr>
          <p:cNvCxnSpPr>
            <a:cxnSpLocks/>
          </p:cNvCxnSpPr>
          <p:nvPr/>
        </p:nvCxnSpPr>
        <p:spPr>
          <a:xfrm>
            <a:off x="6505853" y="3293859"/>
            <a:ext cx="0" cy="265613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triangle" w="med" len="med"/>
          </a:ln>
          <a:effectLst>
            <a:glow rad="101600">
              <a:srgbClr val="FFFF00">
                <a:alpha val="60000"/>
              </a:srgbClr>
            </a:glo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4" name="Straight Arrow Connector 333">
            <a:extLst>
              <a:ext uri="{FF2B5EF4-FFF2-40B4-BE49-F238E27FC236}">
                <a16:creationId xmlns:a16="http://schemas.microsoft.com/office/drawing/2014/main" id="{3F0856BE-52AC-8D60-22C4-23A9BD5126CF}"/>
              </a:ext>
            </a:extLst>
          </p:cNvPr>
          <p:cNvCxnSpPr>
            <a:cxnSpLocks/>
          </p:cNvCxnSpPr>
          <p:nvPr/>
        </p:nvCxnSpPr>
        <p:spPr>
          <a:xfrm>
            <a:off x="9602289" y="3297767"/>
            <a:ext cx="0" cy="256088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triangle" w="med" len="med"/>
          </a:ln>
          <a:effectLst>
            <a:glow rad="101600">
              <a:srgbClr val="FFFF00">
                <a:alpha val="60000"/>
              </a:srgbClr>
            </a:glo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540250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accel="50000" decel="5000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animMotion origin="layout" path="M 3.95833E-6 -4.44444E-6 L -0.02579 0.12987 " pathEditMode="relative" rAng="0" ptsTypes="AA">
                                      <p:cBhvr>
                                        <p:cTn id="6" dur="1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289" y="6481"/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accel="50000" decel="5000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animMotion origin="layout" path="M 2.08333E-6 3.7037E-6 L -0.06354 0.12963 " pathEditMode="relative" rAng="0" ptsTypes="AA">
                                      <p:cBhvr>
                                        <p:cTn id="8" dur="1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3177" y="6458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1750"/>
                            </p:stCondLst>
                            <p:childTnLst>
                              <p:par>
                                <p:cTn id="1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2250"/>
                            </p:stCondLst>
                            <p:childTnLst>
                              <p:par>
                                <p:cTn id="1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2750"/>
                            </p:stCondLst>
                            <p:childTnLst>
                              <p:par>
                                <p:cTn id="1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2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3250"/>
                            </p:stCondLst>
                            <p:childTnLst>
                              <p:par>
                                <p:cTn id="2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1D011F-A66D-BF49-80A0-6F2C2A910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9" name="Group 228">
            <a:extLst>
              <a:ext uri="{FF2B5EF4-FFF2-40B4-BE49-F238E27FC236}">
                <a16:creationId xmlns:a16="http://schemas.microsoft.com/office/drawing/2014/main" id="{876D5463-089A-09D4-F284-4EBDEF3FE697}"/>
              </a:ext>
            </a:extLst>
          </p:cNvPr>
          <p:cNvGrpSpPr/>
          <p:nvPr/>
        </p:nvGrpSpPr>
        <p:grpSpPr>
          <a:xfrm>
            <a:off x="1715333" y="622374"/>
            <a:ext cx="1850457" cy="672547"/>
            <a:chOff x="1715333" y="622374"/>
            <a:chExt cx="1850457" cy="672547"/>
          </a:xfrm>
        </p:grpSpPr>
        <p:cxnSp>
          <p:nvCxnSpPr>
            <p:cNvPr id="215" name="Straight Connector 214">
              <a:extLst>
                <a:ext uri="{FF2B5EF4-FFF2-40B4-BE49-F238E27FC236}">
                  <a16:creationId xmlns:a16="http://schemas.microsoft.com/office/drawing/2014/main" id="{2194E027-DE17-AB52-A3F0-85763A6C43B8}"/>
                </a:ext>
              </a:extLst>
            </p:cNvPr>
            <p:cNvCxnSpPr/>
            <p:nvPr/>
          </p:nvCxnSpPr>
          <p:spPr>
            <a:xfrm>
              <a:off x="1715333" y="622374"/>
              <a:ext cx="0" cy="661357"/>
            </a:xfrm>
            <a:prstGeom prst="line">
              <a:avLst/>
            </a:prstGeom>
            <a:ln w="12700">
              <a:solidFill>
                <a:schemeClr val="tx1"/>
              </a:solidFill>
              <a:prstDash val="sysDot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6" name="Straight Connector 215">
              <a:extLst>
                <a:ext uri="{FF2B5EF4-FFF2-40B4-BE49-F238E27FC236}">
                  <a16:creationId xmlns:a16="http://schemas.microsoft.com/office/drawing/2014/main" id="{FD434F00-2414-1DFC-86F2-48A171FC58C8}"/>
                </a:ext>
              </a:extLst>
            </p:cNvPr>
            <p:cNvCxnSpPr/>
            <p:nvPr/>
          </p:nvCxnSpPr>
          <p:spPr>
            <a:xfrm>
              <a:off x="2341276" y="622375"/>
              <a:ext cx="0" cy="661357"/>
            </a:xfrm>
            <a:prstGeom prst="line">
              <a:avLst/>
            </a:prstGeom>
            <a:ln w="12700">
              <a:solidFill>
                <a:schemeClr val="tx1"/>
              </a:solidFill>
              <a:prstDash val="sysDot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7" name="Straight Connector 216">
              <a:extLst>
                <a:ext uri="{FF2B5EF4-FFF2-40B4-BE49-F238E27FC236}">
                  <a16:creationId xmlns:a16="http://schemas.microsoft.com/office/drawing/2014/main" id="{31840700-CBC4-7BCC-EE19-052CB2A9BB3A}"/>
                </a:ext>
              </a:extLst>
            </p:cNvPr>
            <p:cNvCxnSpPr/>
            <p:nvPr/>
          </p:nvCxnSpPr>
          <p:spPr>
            <a:xfrm>
              <a:off x="2956921" y="633564"/>
              <a:ext cx="0" cy="661357"/>
            </a:xfrm>
            <a:prstGeom prst="line">
              <a:avLst/>
            </a:prstGeom>
            <a:ln w="12700">
              <a:solidFill>
                <a:schemeClr val="tx1"/>
              </a:solidFill>
              <a:prstDash val="sysDot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9" name="Straight Connector 218">
              <a:extLst>
                <a:ext uri="{FF2B5EF4-FFF2-40B4-BE49-F238E27FC236}">
                  <a16:creationId xmlns:a16="http://schemas.microsoft.com/office/drawing/2014/main" id="{6581F489-9899-67C2-4ADF-6315508181CA}"/>
                </a:ext>
              </a:extLst>
            </p:cNvPr>
            <p:cNvCxnSpPr/>
            <p:nvPr/>
          </p:nvCxnSpPr>
          <p:spPr>
            <a:xfrm>
              <a:off x="3565790" y="626521"/>
              <a:ext cx="0" cy="661357"/>
            </a:xfrm>
            <a:prstGeom prst="line">
              <a:avLst/>
            </a:prstGeom>
            <a:ln w="12700">
              <a:solidFill>
                <a:schemeClr val="tx1"/>
              </a:solidFill>
              <a:prstDash val="sysDot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222" name="Picture 221">
            <a:extLst>
              <a:ext uri="{FF2B5EF4-FFF2-40B4-BE49-F238E27FC236}">
                <a16:creationId xmlns:a16="http://schemas.microsoft.com/office/drawing/2014/main" id="{745D182F-0CE1-1BEA-5F0F-785F7110751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418180"/>
            <a:ext cx="5197907" cy="1439820"/>
          </a:xfrm>
          <a:prstGeom prst="rect">
            <a:avLst/>
          </a:prstGeom>
        </p:spPr>
      </p:pic>
      <p:grpSp>
        <p:nvGrpSpPr>
          <p:cNvPr id="13" name="Group 12">
            <a:extLst>
              <a:ext uri="{FF2B5EF4-FFF2-40B4-BE49-F238E27FC236}">
                <a16:creationId xmlns:a16="http://schemas.microsoft.com/office/drawing/2014/main" id="{91B8FDBC-FE48-90A7-BEB2-9389CDB37016}"/>
              </a:ext>
            </a:extLst>
          </p:cNvPr>
          <p:cNvGrpSpPr/>
          <p:nvPr/>
        </p:nvGrpSpPr>
        <p:grpSpPr>
          <a:xfrm>
            <a:off x="2588900" y="323658"/>
            <a:ext cx="8879200" cy="6210684"/>
            <a:chOff x="1942544" y="1301750"/>
            <a:chExt cx="6082512" cy="4254500"/>
          </a:xfrm>
        </p:grpSpPr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B468EB69-1855-C257-C29C-2B0893E083CE}"/>
                </a:ext>
              </a:extLst>
            </p:cNvPr>
            <p:cNvGrpSpPr/>
            <p:nvPr/>
          </p:nvGrpSpPr>
          <p:grpSpPr>
            <a:xfrm>
              <a:off x="1942544" y="1301750"/>
              <a:ext cx="6082512" cy="4254500"/>
              <a:chOff x="1942544" y="1301750"/>
              <a:chExt cx="6082512" cy="4254500"/>
            </a:xfrm>
          </p:grpSpPr>
          <p:sp>
            <p:nvSpPr>
              <p:cNvPr id="7" name="Cloud 6">
                <a:extLst>
                  <a:ext uri="{FF2B5EF4-FFF2-40B4-BE49-F238E27FC236}">
                    <a16:creationId xmlns:a16="http://schemas.microsoft.com/office/drawing/2014/main" id="{56BE5500-F23B-3570-2A1B-A8A3C475D7CF}"/>
                  </a:ext>
                </a:extLst>
              </p:cNvPr>
              <p:cNvSpPr/>
              <p:nvPr/>
            </p:nvSpPr>
            <p:spPr>
              <a:xfrm rot="401311">
                <a:off x="1948500" y="1301750"/>
                <a:ext cx="6070600" cy="4254500"/>
              </a:xfrm>
              <a:prstGeom prst="cloud">
                <a:avLst/>
              </a:prstGeom>
              <a:solidFill>
                <a:schemeClr val="bg1"/>
              </a:solidFill>
              <a:ln w="38100">
                <a:solidFill>
                  <a:schemeClr val="bg1">
                    <a:lumMod val="75000"/>
                  </a:schemeClr>
                </a:solidFill>
                <a:prstDash val="sysDash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8" name="Cloud 7">
                <a:extLst>
                  <a:ext uri="{FF2B5EF4-FFF2-40B4-BE49-F238E27FC236}">
                    <a16:creationId xmlns:a16="http://schemas.microsoft.com/office/drawing/2014/main" id="{794CBE38-A059-5621-E626-C1E2B25FF715}"/>
                  </a:ext>
                </a:extLst>
              </p:cNvPr>
              <p:cNvSpPr/>
              <p:nvPr/>
            </p:nvSpPr>
            <p:spPr>
              <a:xfrm rot="401311">
                <a:off x="1942544" y="1382575"/>
                <a:ext cx="6082512" cy="4118248"/>
              </a:xfrm>
              <a:prstGeom prst="cloud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</p:grp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F74989F9-595B-FDB6-A139-44CCB8AE8645}"/>
                </a:ext>
              </a:extLst>
            </p:cNvPr>
            <p:cNvCxnSpPr>
              <a:cxnSpLocks/>
            </p:cNvCxnSpPr>
            <p:nvPr/>
          </p:nvCxnSpPr>
          <p:spPr>
            <a:xfrm>
              <a:off x="2133600" y="3429000"/>
              <a:ext cx="5867400" cy="0"/>
            </a:xfrm>
            <a:prstGeom prst="line">
              <a:avLst/>
            </a:prstGeom>
            <a:solidFill>
              <a:schemeClr val="bg1"/>
            </a:solidFill>
            <a:ln w="38100">
              <a:solidFill>
                <a:schemeClr val="bg1">
                  <a:lumMod val="75000"/>
                </a:schemeClr>
              </a:solidFill>
              <a:prstDash val="sys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sp>
        <p:nvSpPr>
          <p:cNvPr id="14" name="TextBox 13">
            <a:extLst>
              <a:ext uri="{FF2B5EF4-FFF2-40B4-BE49-F238E27FC236}">
                <a16:creationId xmlns:a16="http://schemas.microsoft.com/office/drawing/2014/main" id="{F62D43CC-2090-297E-2E79-C4302CFB830B}"/>
              </a:ext>
            </a:extLst>
          </p:cNvPr>
          <p:cNvSpPr txBox="1"/>
          <p:nvPr/>
        </p:nvSpPr>
        <p:spPr>
          <a:xfrm>
            <a:off x="6238875" y="314003"/>
            <a:ext cx="818636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WIS2</a:t>
            </a:r>
          </a:p>
        </p:txBody>
      </p:sp>
      <p:grpSp>
        <p:nvGrpSpPr>
          <p:cNvPr id="225" name="Group 224">
            <a:extLst>
              <a:ext uri="{FF2B5EF4-FFF2-40B4-BE49-F238E27FC236}">
                <a16:creationId xmlns:a16="http://schemas.microsoft.com/office/drawing/2014/main" id="{2C28E638-6CB6-B9DA-E67F-195B1D1C4384}"/>
              </a:ext>
            </a:extLst>
          </p:cNvPr>
          <p:cNvGrpSpPr/>
          <p:nvPr/>
        </p:nvGrpSpPr>
        <p:grpSpPr>
          <a:xfrm>
            <a:off x="350689" y="4160355"/>
            <a:ext cx="466050" cy="669682"/>
            <a:chOff x="1159011" y="4934512"/>
            <a:chExt cx="466050" cy="669682"/>
          </a:xfrm>
        </p:grpSpPr>
        <p:sp>
          <p:nvSpPr>
            <p:cNvPr id="224" name="Rectangle: Rounded Corners 223">
              <a:extLst>
                <a:ext uri="{FF2B5EF4-FFF2-40B4-BE49-F238E27FC236}">
                  <a16:creationId xmlns:a16="http://schemas.microsoft.com/office/drawing/2014/main" id="{EE483C5E-5CD7-2688-974F-35D6B2DF043A}"/>
                </a:ext>
              </a:extLst>
            </p:cNvPr>
            <p:cNvSpPr/>
            <p:nvPr/>
          </p:nvSpPr>
          <p:spPr>
            <a:xfrm>
              <a:off x="1159011" y="4934512"/>
              <a:ext cx="466050" cy="669682"/>
            </a:xfrm>
            <a:prstGeom prst="roundRect">
              <a:avLst>
                <a:gd name="adj" fmla="val 8535"/>
              </a:avLst>
            </a:prstGeom>
            <a:solidFill>
              <a:schemeClr val="bg1"/>
            </a:solidFill>
            <a:ln w="12700">
              <a:prstDash val="sys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218" name="Rectangle 217">
              <a:extLst>
                <a:ext uri="{FF2B5EF4-FFF2-40B4-BE49-F238E27FC236}">
                  <a16:creationId xmlns:a16="http://schemas.microsoft.com/office/drawing/2014/main" id="{388F9ADB-0251-16AB-E77A-A82E9D3CA633}"/>
                </a:ext>
              </a:extLst>
            </p:cNvPr>
            <p:cNvSpPr/>
            <p:nvPr/>
          </p:nvSpPr>
          <p:spPr>
            <a:xfrm>
              <a:off x="1307134" y="5356687"/>
              <a:ext cx="169804" cy="169804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A</a:t>
              </a:r>
            </a:p>
          </p:txBody>
        </p:sp>
        <p:pic>
          <p:nvPicPr>
            <p:cNvPr id="223" name="Picture 222" descr="A black and white symbol&#10;&#10;Description automatically generated">
              <a:extLst>
                <a:ext uri="{FF2B5EF4-FFF2-40B4-BE49-F238E27FC236}">
                  <a16:creationId xmlns:a16="http://schemas.microsoft.com/office/drawing/2014/main" id="{247A982B-69F9-775D-0C62-0CB921E2FE6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216187" y="4970684"/>
              <a:ext cx="351698" cy="351696"/>
            </a:xfrm>
            <a:prstGeom prst="rect">
              <a:avLst/>
            </a:prstGeom>
          </p:spPr>
        </p:pic>
      </p:grpSp>
      <p:grpSp>
        <p:nvGrpSpPr>
          <p:cNvPr id="234" name="Group 233">
            <a:extLst>
              <a:ext uri="{FF2B5EF4-FFF2-40B4-BE49-F238E27FC236}">
                <a16:creationId xmlns:a16="http://schemas.microsoft.com/office/drawing/2014/main" id="{F39D816F-BF3C-444C-2DA9-AFDEF70A52BE}"/>
              </a:ext>
            </a:extLst>
          </p:cNvPr>
          <p:cNvGrpSpPr/>
          <p:nvPr/>
        </p:nvGrpSpPr>
        <p:grpSpPr>
          <a:xfrm>
            <a:off x="858066" y="4163562"/>
            <a:ext cx="466050" cy="669682"/>
            <a:chOff x="1159011" y="4934512"/>
            <a:chExt cx="466050" cy="669682"/>
          </a:xfrm>
        </p:grpSpPr>
        <p:sp>
          <p:nvSpPr>
            <p:cNvPr id="235" name="Rectangle: Rounded Corners 234">
              <a:extLst>
                <a:ext uri="{FF2B5EF4-FFF2-40B4-BE49-F238E27FC236}">
                  <a16:creationId xmlns:a16="http://schemas.microsoft.com/office/drawing/2014/main" id="{11DC93A7-D62B-D4F3-480B-9671C70F14FE}"/>
                </a:ext>
              </a:extLst>
            </p:cNvPr>
            <p:cNvSpPr/>
            <p:nvPr/>
          </p:nvSpPr>
          <p:spPr>
            <a:xfrm>
              <a:off x="1159011" y="4934512"/>
              <a:ext cx="466050" cy="669682"/>
            </a:xfrm>
            <a:prstGeom prst="roundRect">
              <a:avLst>
                <a:gd name="adj" fmla="val 8535"/>
              </a:avLst>
            </a:prstGeom>
            <a:solidFill>
              <a:schemeClr val="bg1"/>
            </a:solidFill>
            <a:ln w="12700">
              <a:prstDash val="sys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236" name="Rectangle 235">
              <a:extLst>
                <a:ext uri="{FF2B5EF4-FFF2-40B4-BE49-F238E27FC236}">
                  <a16:creationId xmlns:a16="http://schemas.microsoft.com/office/drawing/2014/main" id="{1E836D70-9062-D4FF-5F5C-4BF7F3AECB47}"/>
                </a:ext>
              </a:extLst>
            </p:cNvPr>
            <p:cNvSpPr/>
            <p:nvPr/>
          </p:nvSpPr>
          <p:spPr>
            <a:xfrm>
              <a:off x="1307134" y="5356687"/>
              <a:ext cx="169804" cy="169804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B</a:t>
              </a:r>
            </a:p>
          </p:txBody>
        </p:sp>
        <p:pic>
          <p:nvPicPr>
            <p:cNvPr id="237" name="Picture 236" descr="A black and white symbol&#10;&#10;Description automatically generated">
              <a:extLst>
                <a:ext uri="{FF2B5EF4-FFF2-40B4-BE49-F238E27FC236}">
                  <a16:creationId xmlns:a16="http://schemas.microsoft.com/office/drawing/2014/main" id="{6FA8DD03-E343-42B6-F8C6-2228D4805F6F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216187" y="4970684"/>
              <a:ext cx="351698" cy="351696"/>
            </a:xfrm>
            <a:prstGeom prst="rect">
              <a:avLst/>
            </a:prstGeom>
          </p:spPr>
        </p:pic>
      </p:grpSp>
      <p:grpSp>
        <p:nvGrpSpPr>
          <p:cNvPr id="238" name="Group 237">
            <a:extLst>
              <a:ext uri="{FF2B5EF4-FFF2-40B4-BE49-F238E27FC236}">
                <a16:creationId xmlns:a16="http://schemas.microsoft.com/office/drawing/2014/main" id="{C66379B4-E657-DB4E-5713-E3B630C1DDFF}"/>
              </a:ext>
            </a:extLst>
          </p:cNvPr>
          <p:cNvGrpSpPr/>
          <p:nvPr/>
        </p:nvGrpSpPr>
        <p:grpSpPr>
          <a:xfrm>
            <a:off x="856832" y="4869695"/>
            <a:ext cx="466050" cy="669682"/>
            <a:chOff x="1159011" y="4934512"/>
            <a:chExt cx="466050" cy="669682"/>
          </a:xfrm>
        </p:grpSpPr>
        <p:sp>
          <p:nvSpPr>
            <p:cNvPr id="239" name="Rectangle: Rounded Corners 238">
              <a:extLst>
                <a:ext uri="{FF2B5EF4-FFF2-40B4-BE49-F238E27FC236}">
                  <a16:creationId xmlns:a16="http://schemas.microsoft.com/office/drawing/2014/main" id="{6A587C39-A156-741B-AD72-659968A0DA78}"/>
                </a:ext>
              </a:extLst>
            </p:cNvPr>
            <p:cNvSpPr/>
            <p:nvPr/>
          </p:nvSpPr>
          <p:spPr>
            <a:xfrm>
              <a:off x="1159011" y="4934512"/>
              <a:ext cx="466050" cy="669682"/>
            </a:xfrm>
            <a:prstGeom prst="roundRect">
              <a:avLst>
                <a:gd name="adj" fmla="val 8535"/>
              </a:avLst>
            </a:prstGeom>
            <a:solidFill>
              <a:schemeClr val="bg1"/>
            </a:solidFill>
            <a:ln w="12700">
              <a:prstDash val="sys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240" name="Rectangle 239">
              <a:extLst>
                <a:ext uri="{FF2B5EF4-FFF2-40B4-BE49-F238E27FC236}">
                  <a16:creationId xmlns:a16="http://schemas.microsoft.com/office/drawing/2014/main" id="{AD4F1137-B42D-CB7D-3B77-4274DB2B0774}"/>
                </a:ext>
              </a:extLst>
            </p:cNvPr>
            <p:cNvSpPr/>
            <p:nvPr/>
          </p:nvSpPr>
          <p:spPr>
            <a:xfrm>
              <a:off x="1307134" y="5356687"/>
              <a:ext cx="169804" cy="169804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D</a:t>
              </a:r>
            </a:p>
          </p:txBody>
        </p:sp>
        <p:pic>
          <p:nvPicPr>
            <p:cNvPr id="241" name="Picture 240" descr="A black and white symbol&#10;&#10;Description automatically generated">
              <a:extLst>
                <a:ext uri="{FF2B5EF4-FFF2-40B4-BE49-F238E27FC236}">
                  <a16:creationId xmlns:a16="http://schemas.microsoft.com/office/drawing/2014/main" id="{DBA17652-1769-8B0F-A1B3-7F5C97218D71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216187" y="4970684"/>
              <a:ext cx="351698" cy="351696"/>
            </a:xfrm>
            <a:prstGeom prst="rect">
              <a:avLst/>
            </a:prstGeom>
          </p:spPr>
        </p:pic>
      </p:grpSp>
      <p:grpSp>
        <p:nvGrpSpPr>
          <p:cNvPr id="242" name="Group 241">
            <a:extLst>
              <a:ext uri="{FF2B5EF4-FFF2-40B4-BE49-F238E27FC236}">
                <a16:creationId xmlns:a16="http://schemas.microsoft.com/office/drawing/2014/main" id="{B683CEFC-37E0-B653-DA8D-50A2D2A87A05}"/>
              </a:ext>
            </a:extLst>
          </p:cNvPr>
          <p:cNvGrpSpPr/>
          <p:nvPr/>
        </p:nvGrpSpPr>
        <p:grpSpPr>
          <a:xfrm>
            <a:off x="349454" y="4869695"/>
            <a:ext cx="466050" cy="669682"/>
            <a:chOff x="1159011" y="4934512"/>
            <a:chExt cx="466050" cy="669682"/>
          </a:xfrm>
        </p:grpSpPr>
        <p:sp>
          <p:nvSpPr>
            <p:cNvPr id="243" name="Rectangle: Rounded Corners 242">
              <a:extLst>
                <a:ext uri="{FF2B5EF4-FFF2-40B4-BE49-F238E27FC236}">
                  <a16:creationId xmlns:a16="http://schemas.microsoft.com/office/drawing/2014/main" id="{C0492C08-4CE2-2E6C-AAFC-40E95395F2B6}"/>
                </a:ext>
              </a:extLst>
            </p:cNvPr>
            <p:cNvSpPr/>
            <p:nvPr/>
          </p:nvSpPr>
          <p:spPr>
            <a:xfrm>
              <a:off x="1159011" y="4934512"/>
              <a:ext cx="466050" cy="669682"/>
            </a:xfrm>
            <a:prstGeom prst="roundRect">
              <a:avLst>
                <a:gd name="adj" fmla="val 8535"/>
              </a:avLst>
            </a:prstGeom>
            <a:solidFill>
              <a:schemeClr val="bg1"/>
            </a:solidFill>
            <a:ln w="12700">
              <a:prstDash val="sys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244" name="Rectangle 243">
              <a:extLst>
                <a:ext uri="{FF2B5EF4-FFF2-40B4-BE49-F238E27FC236}">
                  <a16:creationId xmlns:a16="http://schemas.microsoft.com/office/drawing/2014/main" id="{9608B77F-A65C-3E6F-E432-9FEC8624AB3F}"/>
                </a:ext>
              </a:extLst>
            </p:cNvPr>
            <p:cNvSpPr/>
            <p:nvPr/>
          </p:nvSpPr>
          <p:spPr>
            <a:xfrm>
              <a:off x="1307134" y="5356687"/>
              <a:ext cx="169804" cy="169804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C</a:t>
              </a:r>
            </a:p>
          </p:txBody>
        </p:sp>
        <p:pic>
          <p:nvPicPr>
            <p:cNvPr id="245" name="Picture 244" descr="A black and white symbol&#10;&#10;Description automatically generated">
              <a:extLst>
                <a:ext uri="{FF2B5EF4-FFF2-40B4-BE49-F238E27FC236}">
                  <a16:creationId xmlns:a16="http://schemas.microsoft.com/office/drawing/2014/main" id="{2FB950A4-C6BB-7797-E20A-C6BD6EC859E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216187" y="4970684"/>
              <a:ext cx="351698" cy="351696"/>
            </a:xfrm>
            <a:prstGeom prst="rect">
              <a:avLst/>
            </a:prstGeom>
          </p:spPr>
        </p:pic>
      </p:grpSp>
      <p:grpSp>
        <p:nvGrpSpPr>
          <p:cNvPr id="249" name="Group 248">
            <a:extLst>
              <a:ext uri="{FF2B5EF4-FFF2-40B4-BE49-F238E27FC236}">
                <a16:creationId xmlns:a16="http://schemas.microsoft.com/office/drawing/2014/main" id="{43DB703F-5040-4153-4731-97DED65C3884}"/>
              </a:ext>
            </a:extLst>
          </p:cNvPr>
          <p:cNvGrpSpPr/>
          <p:nvPr/>
        </p:nvGrpSpPr>
        <p:grpSpPr>
          <a:xfrm>
            <a:off x="1633202" y="1621248"/>
            <a:ext cx="1960897" cy="3158269"/>
            <a:chOff x="1633202" y="1621248"/>
            <a:chExt cx="1960897" cy="3158269"/>
          </a:xfrm>
        </p:grpSpPr>
        <p:sp>
          <p:nvSpPr>
            <p:cNvPr id="247" name="Rectangle: Rounded Corners 246">
              <a:extLst>
                <a:ext uri="{FF2B5EF4-FFF2-40B4-BE49-F238E27FC236}">
                  <a16:creationId xmlns:a16="http://schemas.microsoft.com/office/drawing/2014/main" id="{AF7D9546-824A-727C-1C79-28B66DB3EDA0}"/>
                </a:ext>
              </a:extLst>
            </p:cNvPr>
            <p:cNvSpPr/>
            <p:nvPr/>
          </p:nvSpPr>
          <p:spPr>
            <a:xfrm>
              <a:off x="1633202" y="1858519"/>
              <a:ext cx="1960897" cy="2920998"/>
            </a:xfrm>
            <a:prstGeom prst="roundRect">
              <a:avLst>
                <a:gd name="adj" fmla="val 3624"/>
              </a:avLst>
            </a:prstGeom>
            <a:solidFill>
              <a:schemeClr val="bg1">
                <a:lumMod val="95000"/>
                <a:alpha val="50196"/>
              </a:schemeClr>
            </a:solidFill>
            <a:ln w="12700">
              <a:solidFill>
                <a:schemeClr val="tx1">
                  <a:lumMod val="50000"/>
                  <a:lumOff val="50000"/>
                </a:schemeClr>
              </a:solidFill>
              <a:prstDash val="sysDot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248" name="TextBox 247">
              <a:extLst>
                <a:ext uri="{FF2B5EF4-FFF2-40B4-BE49-F238E27FC236}">
                  <a16:creationId xmlns:a16="http://schemas.microsoft.com/office/drawing/2014/main" id="{067E8921-30D1-A8C2-C35C-83D6F16B0700}"/>
                </a:ext>
              </a:extLst>
            </p:cNvPr>
            <p:cNvSpPr txBox="1"/>
            <p:nvPr/>
          </p:nvSpPr>
          <p:spPr>
            <a:xfrm>
              <a:off x="2059127" y="1621248"/>
              <a:ext cx="1179193" cy="2539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5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WIS Centre</a:t>
              </a:r>
              <a:endParaRPr kumimoji="0" lang="en-GB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246" name="Group 245">
            <a:extLst>
              <a:ext uri="{FF2B5EF4-FFF2-40B4-BE49-F238E27FC236}">
                <a16:creationId xmlns:a16="http://schemas.microsoft.com/office/drawing/2014/main" id="{A3C2CBD1-C3FC-701A-E068-6DBB968FDB10}"/>
              </a:ext>
            </a:extLst>
          </p:cNvPr>
          <p:cNvGrpSpPr/>
          <p:nvPr/>
        </p:nvGrpSpPr>
        <p:grpSpPr>
          <a:xfrm>
            <a:off x="238558" y="2004858"/>
            <a:ext cx="2724621" cy="2574854"/>
            <a:chOff x="238558" y="2004858"/>
            <a:chExt cx="2724621" cy="2574854"/>
          </a:xfrm>
        </p:grpSpPr>
        <p:pic>
          <p:nvPicPr>
            <p:cNvPr id="52" name="Picture 51">
              <a:extLst>
                <a:ext uri="{FF2B5EF4-FFF2-40B4-BE49-F238E27FC236}">
                  <a16:creationId xmlns:a16="http://schemas.microsoft.com/office/drawing/2014/main" id="{3F0181A0-EF7B-953D-2A15-391E5998EDA6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256121" y="3053461"/>
              <a:ext cx="1338982" cy="751078"/>
            </a:xfrm>
            <a:prstGeom prst="rect">
              <a:avLst/>
            </a:prstGeom>
          </p:spPr>
        </p:pic>
        <p:grpSp>
          <p:nvGrpSpPr>
            <p:cNvPr id="53" name="Group 52">
              <a:extLst>
                <a:ext uri="{FF2B5EF4-FFF2-40B4-BE49-F238E27FC236}">
                  <a16:creationId xmlns:a16="http://schemas.microsoft.com/office/drawing/2014/main" id="{7433CFE2-0B13-681A-9F26-8EBBD07906E9}"/>
                </a:ext>
              </a:extLst>
            </p:cNvPr>
            <p:cNvGrpSpPr/>
            <p:nvPr/>
          </p:nvGrpSpPr>
          <p:grpSpPr>
            <a:xfrm>
              <a:off x="2334271" y="2004858"/>
              <a:ext cx="628907" cy="910662"/>
              <a:chOff x="6648193" y="889820"/>
              <a:chExt cx="628907" cy="910662"/>
            </a:xfrm>
          </p:grpSpPr>
          <p:sp>
            <p:nvSpPr>
              <p:cNvPr id="54" name="Rectangle: Rounded Corners 53">
                <a:extLst>
                  <a:ext uri="{FF2B5EF4-FFF2-40B4-BE49-F238E27FC236}">
                    <a16:creationId xmlns:a16="http://schemas.microsoft.com/office/drawing/2014/main" id="{44FC6AD8-188C-3126-5682-95498B8D78D9}"/>
                  </a:ext>
                </a:extLst>
              </p:cNvPr>
              <p:cNvSpPr/>
              <p:nvPr/>
            </p:nvSpPr>
            <p:spPr>
              <a:xfrm>
                <a:off x="6648193" y="1171575"/>
                <a:ext cx="628907" cy="628907"/>
              </a:xfrm>
              <a:prstGeom prst="roundRect">
                <a:avLst>
                  <a:gd name="adj" fmla="val 8678"/>
                </a:avLst>
              </a:prstGeom>
              <a:solidFill>
                <a:schemeClr val="bg1"/>
              </a:solidFill>
              <a:ln w="28575">
                <a:solidFill>
                  <a:srgbClr val="3963DA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3963DA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3963DA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WIS2 Node</a:t>
                </a:r>
              </a:p>
            </p:txBody>
          </p:sp>
          <p:pic>
            <p:nvPicPr>
              <p:cNvPr id="55" name="Picture 54">
                <a:extLst>
                  <a:ext uri="{FF2B5EF4-FFF2-40B4-BE49-F238E27FC236}">
                    <a16:creationId xmlns:a16="http://schemas.microsoft.com/office/drawing/2014/main" id="{DEAEDE66-CFA6-E15B-9A2D-F12BA4F41AB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6701185" y="889820"/>
                <a:ext cx="522922" cy="532516"/>
              </a:xfrm>
              <a:prstGeom prst="rect">
                <a:avLst/>
              </a:prstGeom>
            </p:spPr>
          </p:pic>
        </p:grpSp>
        <p:sp>
          <p:nvSpPr>
            <p:cNvPr id="56" name="Rectangle: Rounded Corners 55">
              <a:extLst>
                <a:ext uri="{FF2B5EF4-FFF2-40B4-BE49-F238E27FC236}">
                  <a16:creationId xmlns:a16="http://schemas.microsoft.com/office/drawing/2014/main" id="{625F31DF-7842-949F-9E3D-943A095DBA54}"/>
                </a:ext>
              </a:extLst>
            </p:cNvPr>
            <p:cNvSpPr/>
            <p:nvPr/>
          </p:nvSpPr>
          <p:spPr>
            <a:xfrm>
              <a:off x="2334272" y="3950805"/>
              <a:ext cx="628907" cy="628907"/>
            </a:xfrm>
            <a:prstGeom prst="roundRect">
              <a:avLst>
                <a:gd name="adj" fmla="val 8678"/>
              </a:avLst>
            </a:prstGeom>
            <a:solidFill>
              <a:schemeClr val="bg1"/>
            </a:solidFill>
            <a:ln w="28575"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E8E8E8">
                      <a:lumMod val="75000"/>
                    </a:srgbClr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MSS</a:t>
              </a:r>
            </a:p>
          </p:txBody>
        </p:sp>
        <p:cxnSp>
          <p:nvCxnSpPr>
            <p:cNvPr id="58" name="Straight Arrow Connector 57">
              <a:extLst>
                <a:ext uri="{FF2B5EF4-FFF2-40B4-BE49-F238E27FC236}">
                  <a16:creationId xmlns:a16="http://schemas.microsoft.com/office/drawing/2014/main" id="{1A8FA1B9-71E6-247A-72D0-16BE7343F211}"/>
                </a:ext>
              </a:extLst>
            </p:cNvPr>
            <p:cNvCxnSpPr/>
            <p:nvPr/>
          </p:nvCxnSpPr>
          <p:spPr>
            <a:xfrm flipV="1">
              <a:off x="1476375" y="2733675"/>
              <a:ext cx="751592" cy="419100"/>
            </a:xfrm>
            <a:prstGeom prst="straightConnector1">
              <a:avLst/>
            </a:prstGeom>
            <a:ln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Straight Arrow Connector 60">
              <a:extLst>
                <a:ext uri="{FF2B5EF4-FFF2-40B4-BE49-F238E27FC236}">
                  <a16:creationId xmlns:a16="http://schemas.microsoft.com/office/drawing/2014/main" id="{C3440DFD-C102-F9DE-A28B-B29A05817E4F}"/>
                </a:ext>
              </a:extLst>
            </p:cNvPr>
            <p:cNvCxnSpPr>
              <a:cxnSpLocks/>
            </p:cNvCxnSpPr>
            <p:nvPr/>
          </p:nvCxnSpPr>
          <p:spPr>
            <a:xfrm>
              <a:off x="1476375" y="3741255"/>
              <a:ext cx="751592" cy="419100"/>
            </a:xfrm>
            <a:prstGeom prst="straightConnector1">
              <a:avLst/>
            </a:prstGeom>
            <a:ln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62" name="TextBox 61">
              <a:extLst>
                <a:ext uri="{FF2B5EF4-FFF2-40B4-BE49-F238E27FC236}">
                  <a16:creationId xmlns:a16="http://schemas.microsoft.com/office/drawing/2014/main" id="{01C6BE82-7B92-2EA8-AF1D-768A346FDF28}"/>
                </a:ext>
              </a:extLst>
            </p:cNvPr>
            <p:cNvSpPr txBox="1"/>
            <p:nvPr/>
          </p:nvSpPr>
          <p:spPr>
            <a:xfrm>
              <a:off x="238558" y="3676872"/>
              <a:ext cx="1179193" cy="43858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5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data management system</a:t>
              </a: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</a:t>
              </a:r>
            </a:p>
          </p:txBody>
        </p:sp>
      </p:grpSp>
      <p:sp>
        <p:nvSpPr>
          <p:cNvPr id="250" name="TextBox 249">
            <a:extLst>
              <a:ext uri="{FF2B5EF4-FFF2-40B4-BE49-F238E27FC236}">
                <a16:creationId xmlns:a16="http://schemas.microsoft.com/office/drawing/2014/main" id="{47770427-AEF0-B103-BF27-099A426BFF55}"/>
              </a:ext>
            </a:extLst>
          </p:cNvPr>
          <p:cNvSpPr txBox="1"/>
          <p:nvPr/>
        </p:nvSpPr>
        <p:spPr>
          <a:xfrm>
            <a:off x="6619182" y="6359331"/>
            <a:ext cx="818636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GTS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7746EC7-6E6D-A877-025F-20649AD2010B}"/>
              </a:ext>
            </a:extLst>
          </p:cNvPr>
          <p:cNvSpPr txBox="1"/>
          <p:nvPr/>
        </p:nvSpPr>
        <p:spPr>
          <a:xfrm>
            <a:off x="2074853" y="3688682"/>
            <a:ext cx="117919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0" i="0" u="none" strike="noStrike" kern="0" cap="none" spc="0" normalizeH="0" baseline="0" noProof="0" dirty="0">
                <a:ln>
                  <a:noFill/>
                </a:ln>
                <a:solidFill>
                  <a:srgbClr val="E8E8E8">
                    <a:lumMod val="75000"/>
                  </a:srgbClr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CCCC = </a:t>
            </a:r>
            <a:r>
              <a:rPr kumimoji="0" lang="en-GB" sz="1200" b="1" i="0" u="none" strike="noStrike" kern="0" cap="none" spc="0" normalizeH="0" baseline="0" noProof="0" dirty="0">
                <a:ln>
                  <a:noFill/>
                </a:ln>
                <a:solidFill>
                  <a:srgbClr val="E8E8E8">
                    <a:lumMod val="75000"/>
                  </a:srgbClr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TEST</a:t>
            </a:r>
            <a:endParaRPr kumimoji="0" lang="en-GB" sz="1600" b="1" i="0" u="none" strike="noStrike" kern="0" cap="none" spc="0" normalizeH="0" baseline="0" noProof="0" dirty="0">
              <a:ln>
                <a:noFill/>
              </a:ln>
              <a:solidFill>
                <a:srgbClr val="E8E8E8">
                  <a:lumMod val="75000"/>
                </a:srgbClr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+mn-cs"/>
            </a:endParaRPr>
          </a:p>
        </p:txBody>
      </p:sp>
      <p:grpSp>
        <p:nvGrpSpPr>
          <p:cNvPr id="209" name="Group 208">
            <a:extLst>
              <a:ext uri="{FF2B5EF4-FFF2-40B4-BE49-F238E27FC236}">
                <a16:creationId xmlns:a16="http://schemas.microsoft.com/office/drawing/2014/main" id="{DF4CEFCA-2E4B-DE12-1C64-E22445AE6BD6}"/>
              </a:ext>
            </a:extLst>
          </p:cNvPr>
          <p:cNvGrpSpPr/>
          <p:nvPr/>
        </p:nvGrpSpPr>
        <p:grpSpPr>
          <a:xfrm>
            <a:off x="1430655" y="808440"/>
            <a:ext cx="2456202" cy="855395"/>
            <a:chOff x="1430655" y="770340"/>
            <a:chExt cx="2456202" cy="855395"/>
          </a:xfrm>
        </p:grpSpPr>
        <p:grpSp>
          <p:nvGrpSpPr>
            <p:cNvPr id="49" name="Group 48">
              <a:extLst>
                <a:ext uri="{FF2B5EF4-FFF2-40B4-BE49-F238E27FC236}">
                  <a16:creationId xmlns:a16="http://schemas.microsoft.com/office/drawing/2014/main" id="{BC02AE1B-6BA9-44A0-DD0B-51CD41B9A2C8}"/>
                </a:ext>
              </a:extLst>
            </p:cNvPr>
            <p:cNvGrpSpPr/>
            <p:nvPr/>
          </p:nvGrpSpPr>
          <p:grpSpPr>
            <a:xfrm>
              <a:off x="1430655" y="770340"/>
              <a:ext cx="612283" cy="855395"/>
              <a:chOff x="2425679" y="690821"/>
              <a:chExt cx="612283" cy="855395"/>
            </a:xfrm>
          </p:grpSpPr>
          <p:pic>
            <p:nvPicPr>
              <p:cNvPr id="43" name="Picture 42">
                <a:extLst>
                  <a:ext uri="{FF2B5EF4-FFF2-40B4-BE49-F238E27FC236}">
                    <a16:creationId xmlns:a16="http://schemas.microsoft.com/office/drawing/2014/main" id="{458A70A3-0953-F2AD-D6B9-87B244465CA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2425679" y="690821"/>
                <a:ext cx="612283" cy="855395"/>
              </a:xfrm>
              <a:prstGeom prst="rect">
                <a:avLst/>
              </a:prstGeom>
            </p:spPr>
          </p:pic>
          <p:sp>
            <p:nvSpPr>
              <p:cNvPr id="45" name="Rectangle 44">
                <a:extLst>
                  <a:ext uri="{FF2B5EF4-FFF2-40B4-BE49-F238E27FC236}">
                    <a16:creationId xmlns:a16="http://schemas.microsoft.com/office/drawing/2014/main" id="{20AE40F4-0D9C-289C-133E-47A1B21333B4}"/>
                  </a:ext>
                </a:extLst>
              </p:cNvPr>
              <p:cNvSpPr/>
              <p:nvPr/>
            </p:nvSpPr>
            <p:spPr>
              <a:xfrm>
                <a:off x="2631993" y="1000455"/>
                <a:ext cx="169804" cy="169804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A</a:t>
                </a:r>
              </a:p>
            </p:txBody>
          </p:sp>
        </p:grpSp>
        <p:grpSp>
          <p:nvGrpSpPr>
            <p:cNvPr id="50" name="Group 49">
              <a:extLst>
                <a:ext uri="{FF2B5EF4-FFF2-40B4-BE49-F238E27FC236}">
                  <a16:creationId xmlns:a16="http://schemas.microsoft.com/office/drawing/2014/main" id="{74C2AD0E-C857-2343-E202-F6BACF01F202}"/>
                </a:ext>
              </a:extLst>
            </p:cNvPr>
            <p:cNvGrpSpPr/>
            <p:nvPr/>
          </p:nvGrpSpPr>
          <p:grpSpPr>
            <a:xfrm>
              <a:off x="2045295" y="770340"/>
              <a:ext cx="612283" cy="855395"/>
              <a:chOff x="2425679" y="690821"/>
              <a:chExt cx="612283" cy="855395"/>
            </a:xfrm>
          </p:grpSpPr>
          <p:pic>
            <p:nvPicPr>
              <p:cNvPr id="57" name="Picture 56">
                <a:extLst>
                  <a:ext uri="{FF2B5EF4-FFF2-40B4-BE49-F238E27FC236}">
                    <a16:creationId xmlns:a16="http://schemas.microsoft.com/office/drawing/2014/main" id="{60F573EC-FB77-B4A8-3768-39349BD0D79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2425679" y="690821"/>
                <a:ext cx="612283" cy="855395"/>
              </a:xfrm>
              <a:prstGeom prst="rect">
                <a:avLst/>
              </a:prstGeom>
            </p:spPr>
          </p:pic>
          <p:sp>
            <p:nvSpPr>
              <p:cNvPr id="59" name="Rectangle 58">
                <a:extLst>
                  <a:ext uri="{FF2B5EF4-FFF2-40B4-BE49-F238E27FC236}">
                    <a16:creationId xmlns:a16="http://schemas.microsoft.com/office/drawing/2014/main" id="{E41D325D-EA10-48C9-A6DA-261162E2EF74}"/>
                  </a:ext>
                </a:extLst>
              </p:cNvPr>
              <p:cNvSpPr/>
              <p:nvPr/>
            </p:nvSpPr>
            <p:spPr>
              <a:xfrm>
                <a:off x="2631993" y="1000455"/>
                <a:ext cx="169804" cy="169804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B</a:t>
                </a:r>
              </a:p>
            </p:txBody>
          </p:sp>
        </p:grpSp>
        <p:grpSp>
          <p:nvGrpSpPr>
            <p:cNvPr id="60" name="Group 59">
              <a:extLst>
                <a:ext uri="{FF2B5EF4-FFF2-40B4-BE49-F238E27FC236}">
                  <a16:creationId xmlns:a16="http://schemas.microsoft.com/office/drawing/2014/main" id="{5A91736B-95B3-164F-0E73-6729A3AFD498}"/>
                </a:ext>
              </a:extLst>
            </p:cNvPr>
            <p:cNvGrpSpPr/>
            <p:nvPr/>
          </p:nvGrpSpPr>
          <p:grpSpPr>
            <a:xfrm>
              <a:off x="2659935" y="770340"/>
              <a:ext cx="612283" cy="855395"/>
              <a:chOff x="2425679" y="690821"/>
              <a:chExt cx="612283" cy="855395"/>
            </a:xfrm>
          </p:grpSpPr>
          <p:pic>
            <p:nvPicPr>
              <p:cNvPr id="63" name="Picture 62">
                <a:extLst>
                  <a:ext uri="{FF2B5EF4-FFF2-40B4-BE49-F238E27FC236}">
                    <a16:creationId xmlns:a16="http://schemas.microsoft.com/office/drawing/2014/main" id="{F3A6B7F7-C160-517E-59F4-AC8439FD32B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2425679" y="690821"/>
                <a:ext cx="612283" cy="855395"/>
              </a:xfrm>
              <a:prstGeom prst="rect">
                <a:avLst/>
              </a:prstGeom>
            </p:spPr>
          </p:pic>
          <p:sp>
            <p:nvSpPr>
              <p:cNvPr id="192" name="Rectangle 191">
                <a:extLst>
                  <a:ext uri="{FF2B5EF4-FFF2-40B4-BE49-F238E27FC236}">
                    <a16:creationId xmlns:a16="http://schemas.microsoft.com/office/drawing/2014/main" id="{C52F5675-6223-0930-D1CF-1F9E09993CDB}"/>
                  </a:ext>
                </a:extLst>
              </p:cNvPr>
              <p:cNvSpPr/>
              <p:nvPr/>
            </p:nvSpPr>
            <p:spPr>
              <a:xfrm>
                <a:off x="2631993" y="1000455"/>
                <a:ext cx="169804" cy="169804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C</a:t>
                </a:r>
              </a:p>
            </p:txBody>
          </p:sp>
        </p:grpSp>
        <p:grpSp>
          <p:nvGrpSpPr>
            <p:cNvPr id="193" name="Group 192">
              <a:extLst>
                <a:ext uri="{FF2B5EF4-FFF2-40B4-BE49-F238E27FC236}">
                  <a16:creationId xmlns:a16="http://schemas.microsoft.com/office/drawing/2014/main" id="{741F2AC2-D5C3-57FA-B13C-5DE56FD96380}"/>
                </a:ext>
              </a:extLst>
            </p:cNvPr>
            <p:cNvGrpSpPr/>
            <p:nvPr/>
          </p:nvGrpSpPr>
          <p:grpSpPr>
            <a:xfrm>
              <a:off x="3274574" y="770340"/>
              <a:ext cx="612283" cy="855395"/>
              <a:chOff x="2425679" y="690821"/>
              <a:chExt cx="612283" cy="855395"/>
            </a:xfrm>
          </p:grpSpPr>
          <p:pic>
            <p:nvPicPr>
              <p:cNvPr id="194" name="Picture 193">
                <a:extLst>
                  <a:ext uri="{FF2B5EF4-FFF2-40B4-BE49-F238E27FC236}">
                    <a16:creationId xmlns:a16="http://schemas.microsoft.com/office/drawing/2014/main" id="{FF2DE785-32FE-530D-AE5C-CFAEE55D1D2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2425679" y="690821"/>
                <a:ext cx="612283" cy="855395"/>
              </a:xfrm>
              <a:prstGeom prst="rect">
                <a:avLst/>
              </a:prstGeom>
            </p:spPr>
          </p:pic>
          <p:sp>
            <p:nvSpPr>
              <p:cNvPr id="201" name="Rectangle 200">
                <a:extLst>
                  <a:ext uri="{FF2B5EF4-FFF2-40B4-BE49-F238E27FC236}">
                    <a16:creationId xmlns:a16="http://schemas.microsoft.com/office/drawing/2014/main" id="{EC5E6910-2FED-CC27-5D78-43809297AF0E}"/>
                  </a:ext>
                </a:extLst>
              </p:cNvPr>
              <p:cNvSpPr/>
              <p:nvPr/>
            </p:nvSpPr>
            <p:spPr>
              <a:xfrm>
                <a:off x="2631993" y="1000455"/>
                <a:ext cx="169804" cy="169804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D</a:t>
                </a:r>
              </a:p>
            </p:txBody>
          </p:sp>
        </p:grpSp>
      </p:grpSp>
      <p:grpSp>
        <p:nvGrpSpPr>
          <p:cNvPr id="214" name="Group 213">
            <a:extLst>
              <a:ext uri="{FF2B5EF4-FFF2-40B4-BE49-F238E27FC236}">
                <a16:creationId xmlns:a16="http://schemas.microsoft.com/office/drawing/2014/main" id="{09692FF0-FD32-C8D5-A0FA-1712DBB9A2A3}"/>
              </a:ext>
            </a:extLst>
          </p:cNvPr>
          <p:cNvGrpSpPr/>
          <p:nvPr/>
        </p:nvGrpSpPr>
        <p:grpSpPr>
          <a:xfrm>
            <a:off x="2963924" y="2367446"/>
            <a:ext cx="716753" cy="326665"/>
            <a:chOff x="2963924" y="2367446"/>
            <a:chExt cx="716753" cy="326665"/>
          </a:xfrm>
        </p:grpSpPr>
        <p:grpSp>
          <p:nvGrpSpPr>
            <p:cNvPr id="210" name="Group 209">
              <a:extLst>
                <a:ext uri="{FF2B5EF4-FFF2-40B4-BE49-F238E27FC236}">
                  <a16:creationId xmlns:a16="http://schemas.microsoft.com/office/drawing/2014/main" id="{3D4C1B8F-C678-3BF5-F31C-B883853EC57E}"/>
                </a:ext>
              </a:extLst>
            </p:cNvPr>
            <p:cNvGrpSpPr/>
            <p:nvPr/>
          </p:nvGrpSpPr>
          <p:grpSpPr>
            <a:xfrm>
              <a:off x="2963924" y="2367446"/>
              <a:ext cx="534458" cy="127000"/>
              <a:chOff x="2963178" y="2725764"/>
              <a:chExt cx="534458" cy="127000"/>
            </a:xfrm>
          </p:grpSpPr>
          <p:cxnSp>
            <p:nvCxnSpPr>
              <p:cNvPr id="211" name="Straight Connector 210">
                <a:extLst>
                  <a:ext uri="{FF2B5EF4-FFF2-40B4-BE49-F238E27FC236}">
                    <a16:creationId xmlns:a16="http://schemas.microsoft.com/office/drawing/2014/main" id="{1839367F-5615-C899-C458-446761966E2F}"/>
                  </a:ext>
                </a:extLst>
              </p:cNvPr>
              <p:cNvCxnSpPr/>
              <p:nvPr/>
            </p:nvCxnSpPr>
            <p:spPr>
              <a:xfrm flipV="1">
                <a:off x="2963178" y="2789264"/>
                <a:ext cx="400050" cy="1"/>
              </a:xfrm>
              <a:prstGeom prst="line">
                <a:avLst/>
              </a:prstGeom>
              <a:noFill/>
              <a:ln w="19050" cap="flat" cmpd="sng" algn="ctr">
                <a:solidFill>
                  <a:schemeClr val="accent2">
                    <a:lumMod val="75000"/>
                  </a:schemeClr>
                </a:solidFill>
                <a:prstDash val="solid"/>
                <a:miter lim="800000"/>
              </a:ln>
              <a:effectLst/>
            </p:spPr>
          </p:cxnSp>
          <p:sp>
            <p:nvSpPr>
              <p:cNvPr id="212" name="Oval 211">
                <a:extLst>
                  <a:ext uri="{FF2B5EF4-FFF2-40B4-BE49-F238E27FC236}">
                    <a16:creationId xmlns:a16="http://schemas.microsoft.com/office/drawing/2014/main" id="{B8BFB917-288D-063E-8DAE-610404189384}"/>
                  </a:ext>
                </a:extLst>
              </p:cNvPr>
              <p:cNvSpPr/>
              <p:nvPr/>
            </p:nvSpPr>
            <p:spPr>
              <a:xfrm>
                <a:off x="3370636" y="2725764"/>
                <a:ext cx="127000" cy="127000"/>
              </a:xfrm>
              <a:prstGeom prst="ellipse">
                <a:avLst/>
              </a:prstGeom>
              <a:solidFill>
                <a:sysClr val="window" lastClr="FFFFFF"/>
              </a:solidFill>
              <a:ln w="19050" cap="flat" cmpd="sng" algn="ctr">
                <a:solidFill>
                  <a:schemeClr val="accent2">
                    <a:lumMod val="75000"/>
                  </a:schemeClr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sp>
          <p:nvSpPr>
            <p:cNvPr id="213" name="TextBox 212">
              <a:extLst>
                <a:ext uri="{FF2B5EF4-FFF2-40B4-BE49-F238E27FC236}">
                  <a16:creationId xmlns:a16="http://schemas.microsoft.com/office/drawing/2014/main" id="{418BFDCE-F5BD-2BE1-E699-5335CE66A801}"/>
                </a:ext>
              </a:extLst>
            </p:cNvPr>
            <p:cNvSpPr txBox="1"/>
            <p:nvPr/>
          </p:nvSpPr>
          <p:spPr>
            <a:xfrm>
              <a:off x="3194968" y="2440195"/>
              <a:ext cx="485709" cy="2539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50" b="0" i="0" u="none" strike="noStrike" kern="0" cap="none" spc="0" normalizeH="0" baseline="0" noProof="0" dirty="0">
                  <a:ln>
                    <a:noFill/>
                  </a:ln>
                  <a:solidFill>
                    <a:srgbClr val="E97132">
                      <a:lumMod val="75000"/>
                    </a:srgbClr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https</a:t>
              </a:r>
              <a:endParaRPr kumimoji="0" lang="en-GB" sz="1200" b="0" i="0" u="none" strike="noStrike" kern="0" cap="none" spc="0" normalizeH="0" baseline="0" noProof="0" dirty="0">
                <a:ln>
                  <a:noFill/>
                </a:ln>
                <a:solidFill>
                  <a:srgbClr val="E97132">
                    <a:lumMod val="75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pic>
        <p:nvPicPr>
          <p:cNvPr id="47" name="Picture 46">
            <a:extLst>
              <a:ext uri="{FF2B5EF4-FFF2-40B4-BE49-F238E27FC236}">
                <a16:creationId xmlns:a16="http://schemas.microsoft.com/office/drawing/2014/main" id="{6C207FED-6E88-CA81-8F99-B9D38C23CC64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504409" y="107790"/>
            <a:ext cx="444034" cy="620341"/>
          </a:xfrm>
          <a:prstGeom prst="rect">
            <a:avLst/>
          </a:prstGeom>
        </p:spPr>
      </p:pic>
      <p:pic>
        <p:nvPicPr>
          <p:cNvPr id="205" name="Picture 204">
            <a:extLst>
              <a:ext uri="{FF2B5EF4-FFF2-40B4-BE49-F238E27FC236}">
                <a16:creationId xmlns:a16="http://schemas.microsoft.com/office/drawing/2014/main" id="{A07173B8-A735-9A00-2122-B217EDF843C2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122688" y="107539"/>
            <a:ext cx="444034" cy="620341"/>
          </a:xfrm>
          <a:prstGeom prst="rect">
            <a:avLst/>
          </a:prstGeom>
        </p:spPr>
      </p:pic>
      <p:pic>
        <p:nvPicPr>
          <p:cNvPr id="206" name="Picture 205">
            <a:extLst>
              <a:ext uri="{FF2B5EF4-FFF2-40B4-BE49-F238E27FC236}">
                <a16:creationId xmlns:a16="http://schemas.microsoft.com/office/drawing/2014/main" id="{1AC9C07C-904B-1EEF-7BDE-0D2C91FFCB52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738968" y="107539"/>
            <a:ext cx="444034" cy="620341"/>
          </a:xfrm>
          <a:prstGeom prst="rect">
            <a:avLst/>
          </a:prstGeom>
        </p:spPr>
      </p:pic>
      <p:pic>
        <p:nvPicPr>
          <p:cNvPr id="207" name="Picture 206">
            <a:extLst>
              <a:ext uri="{FF2B5EF4-FFF2-40B4-BE49-F238E27FC236}">
                <a16:creationId xmlns:a16="http://schemas.microsoft.com/office/drawing/2014/main" id="{5D141796-2CF7-19BD-602C-6D7CDC325EE8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353933" y="108876"/>
            <a:ext cx="444034" cy="620341"/>
          </a:xfrm>
          <a:prstGeom prst="rect">
            <a:avLst/>
          </a:prstGeom>
        </p:spPr>
      </p:pic>
      <p:grpSp>
        <p:nvGrpSpPr>
          <p:cNvPr id="228" name="Group 227">
            <a:extLst>
              <a:ext uri="{FF2B5EF4-FFF2-40B4-BE49-F238E27FC236}">
                <a16:creationId xmlns:a16="http://schemas.microsoft.com/office/drawing/2014/main" id="{96FBE84B-75E0-54FE-C745-6CEBE62ADAD8}"/>
              </a:ext>
            </a:extLst>
          </p:cNvPr>
          <p:cNvGrpSpPr/>
          <p:nvPr/>
        </p:nvGrpSpPr>
        <p:grpSpPr>
          <a:xfrm>
            <a:off x="2963178" y="2725764"/>
            <a:ext cx="786853" cy="316693"/>
            <a:chOff x="2963178" y="2725764"/>
            <a:chExt cx="786853" cy="316693"/>
          </a:xfrm>
        </p:grpSpPr>
        <p:grpSp>
          <p:nvGrpSpPr>
            <p:cNvPr id="220" name="Group 219">
              <a:extLst>
                <a:ext uri="{FF2B5EF4-FFF2-40B4-BE49-F238E27FC236}">
                  <a16:creationId xmlns:a16="http://schemas.microsoft.com/office/drawing/2014/main" id="{5E11DECD-70E6-E09B-3412-1D5FD97F74D4}"/>
                </a:ext>
              </a:extLst>
            </p:cNvPr>
            <p:cNvGrpSpPr/>
            <p:nvPr/>
          </p:nvGrpSpPr>
          <p:grpSpPr>
            <a:xfrm>
              <a:off x="2963178" y="2725764"/>
              <a:ext cx="534458" cy="127000"/>
              <a:chOff x="2963178" y="2725764"/>
              <a:chExt cx="534458" cy="127000"/>
            </a:xfrm>
          </p:grpSpPr>
          <p:cxnSp>
            <p:nvCxnSpPr>
              <p:cNvPr id="221" name="Straight Connector 220">
                <a:extLst>
                  <a:ext uri="{FF2B5EF4-FFF2-40B4-BE49-F238E27FC236}">
                    <a16:creationId xmlns:a16="http://schemas.microsoft.com/office/drawing/2014/main" id="{6AEFF8F1-2184-BAA4-3718-D8B0E4B3E936}"/>
                  </a:ext>
                </a:extLst>
              </p:cNvPr>
              <p:cNvCxnSpPr/>
              <p:nvPr/>
            </p:nvCxnSpPr>
            <p:spPr>
              <a:xfrm flipV="1">
                <a:off x="2963178" y="2789264"/>
                <a:ext cx="400050" cy="1"/>
              </a:xfrm>
              <a:prstGeom prst="line">
                <a:avLst/>
              </a:prstGeom>
              <a:noFill/>
              <a:ln w="19050" cap="flat" cmpd="sng" algn="ctr">
                <a:solidFill>
                  <a:schemeClr val="accent6">
                    <a:lumMod val="75000"/>
                  </a:schemeClr>
                </a:solidFill>
                <a:prstDash val="solid"/>
                <a:miter lim="800000"/>
              </a:ln>
              <a:effectLst/>
            </p:spPr>
          </p:cxnSp>
          <p:sp>
            <p:nvSpPr>
              <p:cNvPr id="226" name="Oval 225">
                <a:extLst>
                  <a:ext uri="{FF2B5EF4-FFF2-40B4-BE49-F238E27FC236}">
                    <a16:creationId xmlns:a16="http://schemas.microsoft.com/office/drawing/2014/main" id="{7DB23F5E-EE2A-8A4F-DABF-306E5CE89A54}"/>
                  </a:ext>
                </a:extLst>
              </p:cNvPr>
              <p:cNvSpPr/>
              <p:nvPr/>
            </p:nvSpPr>
            <p:spPr>
              <a:xfrm>
                <a:off x="3370636" y="2725764"/>
                <a:ext cx="127000" cy="127000"/>
              </a:xfrm>
              <a:prstGeom prst="ellipse">
                <a:avLst/>
              </a:prstGeom>
              <a:solidFill>
                <a:sysClr val="window" lastClr="FFFFFF"/>
              </a:solidFill>
              <a:ln w="19050" cap="flat" cmpd="sng" algn="ctr">
                <a:solidFill>
                  <a:schemeClr val="accent6">
                    <a:lumMod val="75000"/>
                  </a:schemeClr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sp>
          <p:nvSpPr>
            <p:cNvPr id="227" name="TextBox 226">
              <a:extLst>
                <a:ext uri="{FF2B5EF4-FFF2-40B4-BE49-F238E27FC236}">
                  <a16:creationId xmlns:a16="http://schemas.microsoft.com/office/drawing/2014/main" id="{30CCEAF5-6B1C-D160-06ED-DA8FB4F1B47A}"/>
                </a:ext>
              </a:extLst>
            </p:cNvPr>
            <p:cNvSpPr txBox="1"/>
            <p:nvPr/>
          </p:nvSpPr>
          <p:spPr>
            <a:xfrm>
              <a:off x="3118241" y="2788541"/>
              <a:ext cx="631790" cy="2539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50" b="0" i="0" u="none" strike="noStrike" kern="0" cap="none" spc="0" normalizeH="0" baseline="0" noProof="0" dirty="0" err="1">
                  <a:ln>
                    <a:noFill/>
                  </a:ln>
                  <a:solidFill>
                    <a:srgbClr val="4EA72E">
                      <a:lumMod val="75000"/>
                    </a:srgbClr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mqtts</a:t>
              </a:r>
              <a:endParaRPr kumimoji="0" lang="en-GB" sz="1200" b="0" i="0" u="none" strike="noStrike" kern="0" cap="none" spc="0" normalizeH="0" baseline="0" noProof="0" dirty="0">
                <a:ln>
                  <a:noFill/>
                </a:ln>
                <a:solidFill>
                  <a:srgbClr val="4EA72E">
                    <a:lumMod val="75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44" name="Freeform: Shape 43">
            <a:extLst>
              <a:ext uri="{FF2B5EF4-FFF2-40B4-BE49-F238E27FC236}">
                <a16:creationId xmlns:a16="http://schemas.microsoft.com/office/drawing/2014/main" id="{4EDE3F74-AB18-E7BD-A178-09D1065BC16B}"/>
              </a:ext>
            </a:extLst>
          </p:cNvPr>
          <p:cNvSpPr/>
          <p:nvPr/>
        </p:nvSpPr>
        <p:spPr>
          <a:xfrm>
            <a:off x="3581400" y="2114550"/>
            <a:ext cx="1809750" cy="685800"/>
          </a:xfrm>
          <a:custGeom>
            <a:avLst/>
            <a:gdLst>
              <a:gd name="connsiteX0" fmla="*/ 0 w 1809750"/>
              <a:gd name="connsiteY0" fmla="*/ 685800 h 685800"/>
              <a:gd name="connsiteX1" fmla="*/ 742950 w 1809750"/>
              <a:gd name="connsiteY1" fmla="*/ 628650 h 685800"/>
              <a:gd name="connsiteX2" fmla="*/ 1419225 w 1809750"/>
              <a:gd name="connsiteY2" fmla="*/ 438150 h 685800"/>
              <a:gd name="connsiteX3" fmla="*/ 1809750 w 1809750"/>
              <a:gd name="connsiteY3" fmla="*/ 0 h 685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809750" h="685800">
                <a:moveTo>
                  <a:pt x="0" y="685800"/>
                </a:moveTo>
                <a:cubicBezTo>
                  <a:pt x="253206" y="677862"/>
                  <a:pt x="506413" y="669925"/>
                  <a:pt x="742950" y="628650"/>
                </a:cubicBezTo>
                <a:cubicBezTo>
                  <a:pt x="979487" y="587375"/>
                  <a:pt x="1241425" y="542925"/>
                  <a:pt x="1419225" y="438150"/>
                </a:cubicBezTo>
                <a:cubicBezTo>
                  <a:pt x="1597025" y="333375"/>
                  <a:pt x="1703387" y="166687"/>
                  <a:pt x="1809750" y="0"/>
                </a:cubicBezTo>
              </a:path>
            </a:pathLst>
          </a:custGeom>
          <a:noFill/>
          <a:ln>
            <a:solidFill>
              <a:schemeClr val="accent6">
                <a:lumMod val="75000"/>
              </a:schemeClr>
            </a:solidFill>
            <a:headEnd type="triangl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pic>
        <p:nvPicPr>
          <p:cNvPr id="197" name="Picture 196">
            <a:extLst>
              <a:ext uri="{FF2B5EF4-FFF2-40B4-BE49-F238E27FC236}">
                <a16:creationId xmlns:a16="http://schemas.microsoft.com/office/drawing/2014/main" id="{C8E83B65-23F6-E43F-5EFF-7F526DF6E7EA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590807" y="1385810"/>
            <a:ext cx="432460" cy="569026"/>
          </a:xfrm>
          <a:prstGeom prst="rect">
            <a:avLst/>
          </a:prstGeom>
        </p:spPr>
      </p:pic>
      <p:grpSp>
        <p:nvGrpSpPr>
          <p:cNvPr id="46" name="Group 45">
            <a:extLst>
              <a:ext uri="{FF2B5EF4-FFF2-40B4-BE49-F238E27FC236}">
                <a16:creationId xmlns:a16="http://schemas.microsoft.com/office/drawing/2014/main" id="{D9CB0B96-1351-348C-6942-585CDD09FF6A}"/>
              </a:ext>
            </a:extLst>
          </p:cNvPr>
          <p:cNvGrpSpPr/>
          <p:nvPr/>
        </p:nvGrpSpPr>
        <p:grpSpPr>
          <a:xfrm>
            <a:off x="7809040" y="580845"/>
            <a:ext cx="821464" cy="919480"/>
            <a:chOff x="7894810" y="1381253"/>
            <a:chExt cx="821464" cy="919480"/>
          </a:xfrm>
        </p:grpSpPr>
        <p:sp>
          <p:nvSpPr>
            <p:cNvPr id="48" name="Rectangle: Rounded Corners 47">
              <a:extLst>
                <a:ext uri="{FF2B5EF4-FFF2-40B4-BE49-F238E27FC236}">
                  <a16:creationId xmlns:a16="http://schemas.microsoft.com/office/drawing/2014/main" id="{B108F3E5-1D92-C5EC-7911-E14A00C09EF3}"/>
                </a:ext>
              </a:extLst>
            </p:cNvPr>
            <p:cNvSpPr/>
            <p:nvPr/>
          </p:nvSpPr>
          <p:spPr>
            <a:xfrm>
              <a:off x="7991089" y="1649591"/>
              <a:ext cx="628907" cy="628907"/>
            </a:xfrm>
            <a:prstGeom prst="roundRect">
              <a:avLst>
                <a:gd name="adj" fmla="val 8678"/>
              </a:avLst>
            </a:prstGeom>
            <a:solidFill>
              <a:schemeClr val="bg1"/>
            </a:solidFill>
            <a:ln w="28575">
              <a:solidFill>
                <a:srgbClr val="3963DA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srgbClr val="3963DA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431737AA-EF87-85D7-778C-A36EA7FFC47D}"/>
                </a:ext>
              </a:extLst>
            </p:cNvPr>
            <p:cNvSpPr txBox="1"/>
            <p:nvPr/>
          </p:nvSpPr>
          <p:spPr>
            <a:xfrm>
              <a:off x="7894810" y="1839068"/>
              <a:ext cx="821464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3963DA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Global Cache</a:t>
              </a:r>
            </a:p>
          </p:txBody>
        </p:sp>
        <p:grpSp>
          <p:nvGrpSpPr>
            <p:cNvPr id="195" name="Group 194">
              <a:extLst>
                <a:ext uri="{FF2B5EF4-FFF2-40B4-BE49-F238E27FC236}">
                  <a16:creationId xmlns:a16="http://schemas.microsoft.com/office/drawing/2014/main" id="{08CE8DD3-8F38-588C-43C6-40611F9E6E37}"/>
                </a:ext>
              </a:extLst>
            </p:cNvPr>
            <p:cNvGrpSpPr/>
            <p:nvPr/>
          </p:nvGrpSpPr>
          <p:grpSpPr>
            <a:xfrm>
              <a:off x="8036660" y="1381253"/>
              <a:ext cx="537764" cy="547628"/>
              <a:chOff x="6976094" y="2574516"/>
              <a:chExt cx="664523" cy="676715"/>
            </a:xfrm>
          </p:grpSpPr>
          <p:pic>
            <p:nvPicPr>
              <p:cNvPr id="196" name="Picture 195">
                <a:extLst>
                  <a:ext uri="{FF2B5EF4-FFF2-40B4-BE49-F238E27FC236}">
                    <a16:creationId xmlns:a16="http://schemas.microsoft.com/office/drawing/2014/main" id="{630C0050-418C-933A-C0BC-F93B1E67A54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6976094" y="2574516"/>
                <a:ext cx="664522" cy="676715"/>
              </a:xfrm>
              <a:prstGeom prst="rect">
                <a:avLst/>
              </a:prstGeom>
            </p:spPr>
          </p:pic>
          <p:pic>
            <p:nvPicPr>
              <p:cNvPr id="198" name="Picture 197">
                <a:extLst>
                  <a:ext uri="{FF2B5EF4-FFF2-40B4-BE49-F238E27FC236}">
                    <a16:creationId xmlns:a16="http://schemas.microsoft.com/office/drawing/2014/main" id="{AD5911E6-A706-0B57-7835-680DE9B5DDF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>
                <a:extLst>
                  <a:ext uri="{BEBA8EAE-BF5A-486C-A8C5-ECC9F3942E4B}">
                    <a14:imgProps xmlns:a14="http://schemas.microsoft.com/office/drawing/2010/main">
                      <a14:imgLayer r:embed="rId11">
                        <a14:imgEffect>
                          <a14:colorTemperature colorTemp="4700"/>
                        </a14:imgEffect>
                        <a14:imgEffect>
                          <a14:brightnessContrast bright="-20000" contrast="40000"/>
                        </a14:imgEffect>
                      </a14:imgLayer>
                    </a14:imgProps>
                  </a:ext>
                </a:extLst>
              </a:blip>
              <a:stretch>
                <a:fillRect/>
              </a:stretch>
            </p:blipFill>
            <p:spPr>
              <a:xfrm>
                <a:off x="7044932" y="2644373"/>
                <a:ext cx="526845" cy="528534"/>
              </a:xfrm>
              <a:prstGeom prst="ellipse">
                <a:avLst/>
              </a:prstGeom>
              <a:solidFill>
                <a:schemeClr val="bg1"/>
              </a:solidFill>
            </p:spPr>
          </p:pic>
          <p:pic>
            <p:nvPicPr>
              <p:cNvPr id="199" name="Picture 198">
                <a:extLst>
                  <a:ext uri="{FF2B5EF4-FFF2-40B4-BE49-F238E27FC236}">
                    <a16:creationId xmlns:a16="http://schemas.microsoft.com/office/drawing/2014/main" id="{067978B1-F3B4-8FF0-5AA1-EFA4F1AFF0D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6976095" y="2574516"/>
                <a:ext cx="664522" cy="676715"/>
              </a:xfrm>
              <a:prstGeom prst="rect">
                <a:avLst/>
              </a:prstGeom>
            </p:spPr>
          </p:pic>
          <p:pic>
            <p:nvPicPr>
              <p:cNvPr id="200" name="Picture 199">
                <a:extLst>
                  <a:ext uri="{FF2B5EF4-FFF2-40B4-BE49-F238E27FC236}">
                    <a16:creationId xmlns:a16="http://schemas.microsoft.com/office/drawing/2014/main" id="{BA7468DF-C72A-D5D0-087B-63731C3F144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>
                <a:extLst>
                  <a:ext uri="{BEBA8EAE-BF5A-486C-A8C5-ECC9F3942E4B}">
                    <a14:imgProps xmlns:a14="http://schemas.microsoft.com/office/drawing/2010/main">
                      <a14:imgLayer r:embed="rId11">
                        <a14:imgEffect>
                          <a14:colorTemperature colorTemp="4700"/>
                        </a14:imgEffect>
                        <a14:imgEffect>
                          <a14:brightnessContrast bright="-20000" contrast="40000"/>
                        </a14:imgEffect>
                      </a14:imgLayer>
                    </a14:imgProps>
                  </a:ext>
                </a:extLst>
              </a:blip>
              <a:stretch>
                <a:fillRect/>
              </a:stretch>
            </p:blipFill>
            <p:spPr>
              <a:xfrm>
                <a:off x="7064641" y="2664144"/>
                <a:ext cx="487430" cy="488992"/>
              </a:xfrm>
              <a:prstGeom prst="ellipse">
                <a:avLst/>
              </a:prstGeom>
              <a:solidFill>
                <a:schemeClr val="bg1"/>
              </a:solidFill>
            </p:spPr>
          </p:pic>
        </p:grpSp>
      </p:grpSp>
      <p:pic>
        <p:nvPicPr>
          <p:cNvPr id="204" name="Picture 203">
            <a:extLst>
              <a:ext uri="{FF2B5EF4-FFF2-40B4-BE49-F238E27FC236}">
                <a16:creationId xmlns:a16="http://schemas.microsoft.com/office/drawing/2014/main" id="{346BD635-0966-0881-9A75-77DCFB4642F6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587713" y="863597"/>
            <a:ext cx="475706" cy="625929"/>
          </a:xfrm>
          <a:prstGeom prst="rect">
            <a:avLst/>
          </a:prstGeom>
        </p:spPr>
      </p:pic>
      <p:sp>
        <p:nvSpPr>
          <p:cNvPr id="208" name="Freeform: Shape 207">
            <a:extLst>
              <a:ext uri="{FF2B5EF4-FFF2-40B4-BE49-F238E27FC236}">
                <a16:creationId xmlns:a16="http://schemas.microsoft.com/office/drawing/2014/main" id="{A153AC16-B29B-2989-7ADD-A4A9EC5289DC}"/>
              </a:ext>
            </a:extLst>
          </p:cNvPr>
          <p:cNvSpPr/>
          <p:nvPr/>
        </p:nvSpPr>
        <p:spPr>
          <a:xfrm>
            <a:off x="5819775" y="1181100"/>
            <a:ext cx="2009775" cy="647700"/>
          </a:xfrm>
          <a:custGeom>
            <a:avLst/>
            <a:gdLst>
              <a:gd name="connsiteX0" fmla="*/ 2009775 w 2009775"/>
              <a:gd name="connsiteY0" fmla="*/ 0 h 647700"/>
              <a:gd name="connsiteX1" fmla="*/ 1266825 w 2009775"/>
              <a:gd name="connsiteY1" fmla="*/ 133350 h 647700"/>
              <a:gd name="connsiteX2" fmla="*/ 609600 w 2009775"/>
              <a:gd name="connsiteY2" fmla="*/ 542925 h 647700"/>
              <a:gd name="connsiteX3" fmla="*/ 0 w 2009775"/>
              <a:gd name="connsiteY3" fmla="*/ 647700 h 6477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009775" h="647700">
                <a:moveTo>
                  <a:pt x="2009775" y="0"/>
                </a:moveTo>
                <a:cubicBezTo>
                  <a:pt x="1754981" y="21431"/>
                  <a:pt x="1500187" y="42863"/>
                  <a:pt x="1266825" y="133350"/>
                </a:cubicBezTo>
                <a:cubicBezTo>
                  <a:pt x="1033463" y="223837"/>
                  <a:pt x="820737" y="457200"/>
                  <a:pt x="609600" y="542925"/>
                </a:cubicBezTo>
                <a:cubicBezTo>
                  <a:pt x="398462" y="628650"/>
                  <a:pt x="199231" y="638175"/>
                  <a:pt x="0" y="647700"/>
                </a:cubicBezTo>
              </a:path>
            </a:pathLst>
          </a:custGeom>
          <a:noFill/>
          <a:ln>
            <a:solidFill>
              <a:schemeClr val="accent6">
                <a:lumMod val="75000"/>
              </a:schemeClr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30" name="Freeform: Shape 229">
            <a:extLst>
              <a:ext uri="{FF2B5EF4-FFF2-40B4-BE49-F238E27FC236}">
                <a16:creationId xmlns:a16="http://schemas.microsoft.com/office/drawing/2014/main" id="{21D94216-1286-29E7-D411-F529D65C1CD4}"/>
              </a:ext>
            </a:extLst>
          </p:cNvPr>
          <p:cNvSpPr/>
          <p:nvPr/>
        </p:nvSpPr>
        <p:spPr>
          <a:xfrm>
            <a:off x="3533775" y="851552"/>
            <a:ext cx="4238625" cy="1472548"/>
          </a:xfrm>
          <a:custGeom>
            <a:avLst/>
            <a:gdLst>
              <a:gd name="connsiteX0" fmla="*/ 4238625 w 4238625"/>
              <a:gd name="connsiteY0" fmla="*/ 72373 h 1472548"/>
              <a:gd name="connsiteX1" fmla="*/ 1657350 w 4238625"/>
              <a:gd name="connsiteY1" fmla="*/ 158098 h 1472548"/>
              <a:gd name="connsiteX2" fmla="*/ 0 w 4238625"/>
              <a:gd name="connsiteY2" fmla="*/ 1472548 h 14725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4238625" h="1472548">
                <a:moveTo>
                  <a:pt x="4238625" y="72373"/>
                </a:moveTo>
                <a:cubicBezTo>
                  <a:pt x="3301206" y="-1446"/>
                  <a:pt x="2363787" y="-75264"/>
                  <a:pt x="1657350" y="158098"/>
                </a:cubicBezTo>
                <a:cubicBezTo>
                  <a:pt x="950913" y="391460"/>
                  <a:pt x="475456" y="932004"/>
                  <a:pt x="0" y="1472548"/>
                </a:cubicBezTo>
              </a:path>
            </a:pathLst>
          </a:custGeom>
          <a:noFill/>
          <a:ln>
            <a:solidFill>
              <a:schemeClr val="accent2">
                <a:lumMod val="75000"/>
              </a:schemeClr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grpSp>
        <p:nvGrpSpPr>
          <p:cNvPr id="266" name="Group 265">
            <a:extLst>
              <a:ext uri="{FF2B5EF4-FFF2-40B4-BE49-F238E27FC236}">
                <a16:creationId xmlns:a16="http://schemas.microsoft.com/office/drawing/2014/main" id="{7364E274-1EFC-A666-B4B1-6342D3B929A8}"/>
              </a:ext>
            </a:extLst>
          </p:cNvPr>
          <p:cNvGrpSpPr/>
          <p:nvPr/>
        </p:nvGrpSpPr>
        <p:grpSpPr>
          <a:xfrm>
            <a:off x="9106083" y="884873"/>
            <a:ext cx="1745352" cy="583376"/>
            <a:chOff x="9538950" y="2402423"/>
            <a:chExt cx="1745352" cy="583376"/>
          </a:xfrm>
        </p:grpSpPr>
        <p:pic>
          <p:nvPicPr>
            <p:cNvPr id="262" name="Picture 261">
              <a:extLst>
                <a:ext uri="{FF2B5EF4-FFF2-40B4-BE49-F238E27FC236}">
                  <a16:creationId xmlns:a16="http://schemas.microsoft.com/office/drawing/2014/main" id="{47430793-7B61-5191-C2FA-BF96CC5B9C87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10866423" y="2402423"/>
              <a:ext cx="417879" cy="583376"/>
            </a:xfrm>
            <a:prstGeom prst="rect">
              <a:avLst/>
            </a:prstGeom>
          </p:spPr>
        </p:pic>
        <p:pic>
          <p:nvPicPr>
            <p:cNvPr id="263" name="Picture 262">
              <a:extLst>
                <a:ext uri="{FF2B5EF4-FFF2-40B4-BE49-F238E27FC236}">
                  <a16:creationId xmlns:a16="http://schemas.microsoft.com/office/drawing/2014/main" id="{6581CF78-F044-E0E8-BB87-F106A93CB312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/>
            <a:stretch>
              <a:fillRect/>
            </a:stretch>
          </p:blipFill>
          <p:spPr>
            <a:xfrm>
              <a:off x="10423932" y="2402423"/>
              <a:ext cx="413742" cy="583376"/>
            </a:xfrm>
            <a:prstGeom prst="rect">
              <a:avLst/>
            </a:prstGeom>
          </p:spPr>
        </p:pic>
        <p:pic>
          <p:nvPicPr>
            <p:cNvPr id="264" name="Picture 263">
              <a:extLst>
                <a:ext uri="{FF2B5EF4-FFF2-40B4-BE49-F238E27FC236}">
                  <a16:creationId xmlns:a16="http://schemas.microsoft.com/office/drawing/2014/main" id="{F038EFEF-F217-479B-8126-50BA8FC7E784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/>
            <a:stretch>
              <a:fillRect/>
            </a:stretch>
          </p:blipFill>
          <p:spPr>
            <a:xfrm>
              <a:off x="9981441" y="2402423"/>
              <a:ext cx="413742" cy="583376"/>
            </a:xfrm>
            <a:prstGeom prst="rect">
              <a:avLst/>
            </a:prstGeom>
          </p:spPr>
        </p:pic>
        <p:pic>
          <p:nvPicPr>
            <p:cNvPr id="265" name="Picture 264">
              <a:extLst>
                <a:ext uri="{FF2B5EF4-FFF2-40B4-BE49-F238E27FC236}">
                  <a16:creationId xmlns:a16="http://schemas.microsoft.com/office/drawing/2014/main" id="{4D80A666-7A7C-9CA1-4227-30CFB43888BA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/>
            <a:stretch>
              <a:fillRect/>
            </a:stretch>
          </p:blipFill>
          <p:spPr>
            <a:xfrm>
              <a:off x="9538950" y="2402423"/>
              <a:ext cx="413742" cy="583376"/>
            </a:xfrm>
            <a:prstGeom prst="rect">
              <a:avLst/>
            </a:prstGeom>
          </p:spPr>
        </p:pic>
      </p:grpSp>
      <p:pic>
        <p:nvPicPr>
          <p:cNvPr id="267" name="Picture 266">
            <a:extLst>
              <a:ext uri="{FF2B5EF4-FFF2-40B4-BE49-F238E27FC236}">
                <a16:creationId xmlns:a16="http://schemas.microsoft.com/office/drawing/2014/main" id="{14546AAF-8C56-7855-5C6C-7717C384A98A}"/>
              </a:ext>
            </a:extLst>
          </p:cNvPr>
          <p:cNvPicPr>
            <a:picLocks noChangeAspect="1"/>
          </p:cNvPicPr>
          <p:nvPr/>
        </p:nvPicPr>
        <p:blipFill>
          <a:blip r:embed="rId9">
            <a:duotone>
              <a:prstClr val="black"/>
              <a:schemeClr val="accent4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8588284" y="863596"/>
            <a:ext cx="475706" cy="625929"/>
          </a:xfrm>
          <a:prstGeom prst="rect">
            <a:avLst/>
          </a:prstGeom>
        </p:spPr>
      </p:pic>
      <p:sp>
        <p:nvSpPr>
          <p:cNvPr id="270" name="Freeform: Shape 269">
            <a:extLst>
              <a:ext uri="{FF2B5EF4-FFF2-40B4-BE49-F238E27FC236}">
                <a16:creationId xmlns:a16="http://schemas.microsoft.com/office/drawing/2014/main" id="{CB843A89-DEC8-7F71-3732-991DB6AFF146}"/>
              </a:ext>
            </a:extLst>
          </p:cNvPr>
          <p:cNvSpPr/>
          <p:nvPr/>
        </p:nvSpPr>
        <p:spPr>
          <a:xfrm>
            <a:off x="8793957" y="858269"/>
            <a:ext cx="274934" cy="287724"/>
          </a:xfrm>
          <a:custGeom>
            <a:avLst/>
            <a:gdLst>
              <a:gd name="connsiteX0" fmla="*/ 0 w 267789"/>
              <a:gd name="connsiteY0" fmla="*/ 0 h 277586"/>
              <a:gd name="connsiteX1" fmla="*/ 267789 w 267789"/>
              <a:gd name="connsiteY1" fmla="*/ 277586 h 277586"/>
              <a:gd name="connsiteX2" fmla="*/ 267789 w 267789"/>
              <a:gd name="connsiteY2" fmla="*/ 117566 h 277586"/>
              <a:gd name="connsiteX3" fmla="*/ 146957 w 267789"/>
              <a:gd name="connsiteY3" fmla="*/ 6531 h 277586"/>
              <a:gd name="connsiteX4" fmla="*/ 0 w 267789"/>
              <a:gd name="connsiteY4" fmla="*/ 0 h 277586"/>
              <a:gd name="connsiteX0" fmla="*/ 0 w 267789"/>
              <a:gd name="connsiteY0" fmla="*/ 613 h 278199"/>
              <a:gd name="connsiteX1" fmla="*/ 267789 w 267789"/>
              <a:gd name="connsiteY1" fmla="*/ 278199 h 278199"/>
              <a:gd name="connsiteX2" fmla="*/ 267789 w 267789"/>
              <a:gd name="connsiteY2" fmla="*/ 118179 h 278199"/>
              <a:gd name="connsiteX3" fmla="*/ 156482 w 267789"/>
              <a:gd name="connsiteY3" fmla="*/ 0 h 278199"/>
              <a:gd name="connsiteX4" fmla="*/ 0 w 267789"/>
              <a:gd name="connsiteY4" fmla="*/ 613 h 278199"/>
              <a:gd name="connsiteX0" fmla="*/ 0 w 270171"/>
              <a:gd name="connsiteY0" fmla="*/ 5375 h 278199"/>
              <a:gd name="connsiteX1" fmla="*/ 270171 w 270171"/>
              <a:gd name="connsiteY1" fmla="*/ 278199 h 278199"/>
              <a:gd name="connsiteX2" fmla="*/ 270171 w 270171"/>
              <a:gd name="connsiteY2" fmla="*/ 118179 h 278199"/>
              <a:gd name="connsiteX3" fmla="*/ 158864 w 270171"/>
              <a:gd name="connsiteY3" fmla="*/ 0 h 278199"/>
              <a:gd name="connsiteX4" fmla="*/ 0 w 270171"/>
              <a:gd name="connsiteY4" fmla="*/ 5375 h 278199"/>
              <a:gd name="connsiteX0" fmla="*/ 0 w 270171"/>
              <a:gd name="connsiteY0" fmla="*/ 5375 h 266292"/>
              <a:gd name="connsiteX1" fmla="*/ 263028 w 270171"/>
              <a:gd name="connsiteY1" fmla="*/ 266292 h 266292"/>
              <a:gd name="connsiteX2" fmla="*/ 270171 w 270171"/>
              <a:gd name="connsiteY2" fmla="*/ 118179 h 266292"/>
              <a:gd name="connsiteX3" fmla="*/ 158864 w 270171"/>
              <a:gd name="connsiteY3" fmla="*/ 0 h 266292"/>
              <a:gd name="connsiteX4" fmla="*/ 0 w 270171"/>
              <a:gd name="connsiteY4" fmla="*/ 5375 h 266292"/>
              <a:gd name="connsiteX0" fmla="*/ 0 w 274934"/>
              <a:gd name="connsiteY0" fmla="*/ 5375 h 287724"/>
              <a:gd name="connsiteX1" fmla="*/ 274934 w 274934"/>
              <a:gd name="connsiteY1" fmla="*/ 287724 h 287724"/>
              <a:gd name="connsiteX2" fmla="*/ 270171 w 274934"/>
              <a:gd name="connsiteY2" fmla="*/ 118179 h 287724"/>
              <a:gd name="connsiteX3" fmla="*/ 158864 w 274934"/>
              <a:gd name="connsiteY3" fmla="*/ 0 h 287724"/>
              <a:gd name="connsiteX4" fmla="*/ 0 w 274934"/>
              <a:gd name="connsiteY4" fmla="*/ 5375 h 2877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4934" h="287724">
                <a:moveTo>
                  <a:pt x="0" y="5375"/>
                </a:moveTo>
                <a:lnTo>
                  <a:pt x="274934" y="287724"/>
                </a:lnTo>
                <a:lnTo>
                  <a:pt x="270171" y="118179"/>
                </a:lnTo>
                <a:lnTo>
                  <a:pt x="158864" y="0"/>
                </a:lnTo>
                <a:lnTo>
                  <a:pt x="0" y="5375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31" name="Freeform: Shape 230">
            <a:extLst>
              <a:ext uri="{FF2B5EF4-FFF2-40B4-BE49-F238E27FC236}">
                <a16:creationId xmlns:a16="http://schemas.microsoft.com/office/drawing/2014/main" id="{DD8BD73A-D8E4-4D03-883C-44CBA08D4012}"/>
              </a:ext>
            </a:extLst>
          </p:cNvPr>
          <p:cNvSpPr/>
          <p:nvPr/>
        </p:nvSpPr>
        <p:spPr>
          <a:xfrm>
            <a:off x="5799995" y="1077850"/>
            <a:ext cx="2009775" cy="647700"/>
          </a:xfrm>
          <a:custGeom>
            <a:avLst/>
            <a:gdLst>
              <a:gd name="connsiteX0" fmla="*/ 2009775 w 2009775"/>
              <a:gd name="connsiteY0" fmla="*/ 0 h 647700"/>
              <a:gd name="connsiteX1" fmla="*/ 1266825 w 2009775"/>
              <a:gd name="connsiteY1" fmla="*/ 133350 h 647700"/>
              <a:gd name="connsiteX2" fmla="*/ 609600 w 2009775"/>
              <a:gd name="connsiteY2" fmla="*/ 542925 h 647700"/>
              <a:gd name="connsiteX3" fmla="*/ 0 w 2009775"/>
              <a:gd name="connsiteY3" fmla="*/ 647700 h 6477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009775" h="647700">
                <a:moveTo>
                  <a:pt x="2009775" y="0"/>
                </a:moveTo>
                <a:cubicBezTo>
                  <a:pt x="1754981" y="21431"/>
                  <a:pt x="1500187" y="42863"/>
                  <a:pt x="1266825" y="133350"/>
                </a:cubicBezTo>
                <a:cubicBezTo>
                  <a:pt x="1033463" y="223837"/>
                  <a:pt x="820737" y="457200"/>
                  <a:pt x="609600" y="542925"/>
                </a:cubicBezTo>
                <a:cubicBezTo>
                  <a:pt x="398462" y="628650"/>
                  <a:pt x="199231" y="638175"/>
                  <a:pt x="0" y="647700"/>
                </a:cubicBezTo>
              </a:path>
            </a:pathLst>
          </a:custGeom>
          <a:noFill/>
          <a:ln>
            <a:solidFill>
              <a:schemeClr val="accent6">
                <a:lumMod val="75000"/>
              </a:schemeClr>
            </a:solidFill>
            <a:headEnd type="triangl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grpSp>
        <p:nvGrpSpPr>
          <p:cNvPr id="252" name="Group 251">
            <a:extLst>
              <a:ext uri="{FF2B5EF4-FFF2-40B4-BE49-F238E27FC236}">
                <a16:creationId xmlns:a16="http://schemas.microsoft.com/office/drawing/2014/main" id="{E258A39B-651F-C78A-B78B-69E626009F52}"/>
              </a:ext>
            </a:extLst>
          </p:cNvPr>
          <p:cNvGrpSpPr/>
          <p:nvPr/>
        </p:nvGrpSpPr>
        <p:grpSpPr>
          <a:xfrm>
            <a:off x="4589288" y="1373398"/>
            <a:ext cx="480439" cy="635200"/>
            <a:chOff x="6238875" y="2481185"/>
            <a:chExt cx="480439" cy="635200"/>
          </a:xfrm>
        </p:grpSpPr>
        <p:pic>
          <p:nvPicPr>
            <p:cNvPr id="232" name="Picture 231">
              <a:extLst>
                <a:ext uri="{FF2B5EF4-FFF2-40B4-BE49-F238E27FC236}">
                  <a16:creationId xmlns:a16="http://schemas.microsoft.com/office/drawing/2014/main" id="{48ACDE66-0965-60E8-47EE-06BBF0A24F93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duotone>
                <a:prstClr val="black"/>
                <a:schemeClr val="accent4">
                  <a:tint val="45000"/>
                  <a:satMod val="400000"/>
                </a:schemeClr>
              </a:duotone>
            </a:blip>
            <a:stretch>
              <a:fillRect/>
            </a:stretch>
          </p:blipFill>
          <p:spPr>
            <a:xfrm>
              <a:off x="6238875" y="2490456"/>
              <a:ext cx="475706" cy="625929"/>
            </a:xfrm>
            <a:prstGeom prst="rect">
              <a:avLst/>
            </a:prstGeom>
          </p:spPr>
        </p:pic>
        <p:sp>
          <p:nvSpPr>
            <p:cNvPr id="233" name="Freeform: Shape 232">
              <a:extLst>
                <a:ext uri="{FF2B5EF4-FFF2-40B4-BE49-F238E27FC236}">
                  <a16:creationId xmlns:a16="http://schemas.microsoft.com/office/drawing/2014/main" id="{268ED026-B11F-BF4F-6018-FB8B06296787}"/>
                </a:ext>
              </a:extLst>
            </p:cNvPr>
            <p:cNvSpPr/>
            <p:nvPr/>
          </p:nvSpPr>
          <p:spPr>
            <a:xfrm>
              <a:off x="6444380" y="2481185"/>
              <a:ext cx="274934" cy="287724"/>
            </a:xfrm>
            <a:custGeom>
              <a:avLst/>
              <a:gdLst>
                <a:gd name="connsiteX0" fmla="*/ 0 w 267789"/>
                <a:gd name="connsiteY0" fmla="*/ 0 h 277586"/>
                <a:gd name="connsiteX1" fmla="*/ 267789 w 267789"/>
                <a:gd name="connsiteY1" fmla="*/ 277586 h 277586"/>
                <a:gd name="connsiteX2" fmla="*/ 267789 w 267789"/>
                <a:gd name="connsiteY2" fmla="*/ 117566 h 277586"/>
                <a:gd name="connsiteX3" fmla="*/ 146957 w 267789"/>
                <a:gd name="connsiteY3" fmla="*/ 6531 h 277586"/>
                <a:gd name="connsiteX4" fmla="*/ 0 w 267789"/>
                <a:gd name="connsiteY4" fmla="*/ 0 h 277586"/>
                <a:gd name="connsiteX0" fmla="*/ 0 w 267789"/>
                <a:gd name="connsiteY0" fmla="*/ 613 h 278199"/>
                <a:gd name="connsiteX1" fmla="*/ 267789 w 267789"/>
                <a:gd name="connsiteY1" fmla="*/ 278199 h 278199"/>
                <a:gd name="connsiteX2" fmla="*/ 267789 w 267789"/>
                <a:gd name="connsiteY2" fmla="*/ 118179 h 278199"/>
                <a:gd name="connsiteX3" fmla="*/ 156482 w 267789"/>
                <a:gd name="connsiteY3" fmla="*/ 0 h 278199"/>
                <a:gd name="connsiteX4" fmla="*/ 0 w 267789"/>
                <a:gd name="connsiteY4" fmla="*/ 613 h 278199"/>
                <a:gd name="connsiteX0" fmla="*/ 0 w 270171"/>
                <a:gd name="connsiteY0" fmla="*/ 5375 h 278199"/>
                <a:gd name="connsiteX1" fmla="*/ 270171 w 270171"/>
                <a:gd name="connsiteY1" fmla="*/ 278199 h 278199"/>
                <a:gd name="connsiteX2" fmla="*/ 270171 w 270171"/>
                <a:gd name="connsiteY2" fmla="*/ 118179 h 278199"/>
                <a:gd name="connsiteX3" fmla="*/ 158864 w 270171"/>
                <a:gd name="connsiteY3" fmla="*/ 0 h 278199"/>
                <a:gd name="connsiteX4" fmla="*/ 0 w 270171"/>
                <a:gd name="connsiteY4" fmla="*/ 5375 h 278199"/>
                <a:gd name="connsiteX0" fmla="*/ 0 w 270171"/>
                <a:gd name="connsiteY0" fmla="*/ 5375 h 266292"/>
                <a:gd name="connsiteX1" fmla="*/ 263028 w 270171"/>
                <a:gd name="connsiteY1" fmla="*/ 266292 h 266292"/>
                <a:gd name="connsiteX2" fmla="*/ 270171 w 270171"/>
                <a:gd name="connsiteY2" fmla="*/ 118179 h 266292"/>
                <a:gd name="connsiteX3" fmla="*/ 158864 w 270171"/>
                <a:gd name="connsiteY3" fmla="*/ 0 h 266292"/>
                <a:gd name="connsiteX4" fmla="*/ 0 w 270171"/>
                <a:gd name="connsiteY4" fmla="*/ 5375 h 266292"/>
                <a:gd name="connsiteX0" fmla="*/ 0 w 274934"/>
                <a:gd name="connsiteY0" fmla="*/ 5375 h 287724"/>
                <a:gd name="connsiteX1" fmla="*/ 274934 w 274934"/>
                <a:gd name="connsiteY1" fmla="*/ 287724 h 287724"/>
                <a:gd name="connsiteX2" fmla="*/ 270171 w 274934"/>
                <a:gd name="connsiteY2" fmla="*/ 118179 h 287724"/>
                <a:gd name="connsiteX3" fmla="*/ 158864 w 274934"/>
                <a:gd name="connsiteY3" fmla="*/ 0 h 287724"/>
                <a:gd name="connsiteX4" fmla="*/ 0 w 274934"/>
                <a:gd name="connsiteY4" fmla="*/ 5375 h 2877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74934" h="287724">
                  <a:moveTo>
                    <a:pt x="0" y="5375"/>
                  </a:moveTo>
                  <a:lnTo>
                    <a:pt x="274934" y="287724"/>
                  </a:lnTo>
                  <a:lnTo>
                    <a:pt x="270171" y="118179"/>
                  </a:lnTo>
                  <a:lnTo>
                    <a:pt x="158864" y="0"/>
                  </a:lnTo>
                  <a:lnTo>
                    <a:pt x="0" y="5375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47E7626A-1339-1396-FEB9-0C5F04022B5E}"/>
              </a:ext>
            </a:extLst>
          </p:cNvPr>
          <p:cNvGrpSpPr/>
          <p:nvPr/>
        </p:nvGrpSpPr>
        <p:grpSpPr>
          <a:xfrm>
            <a:off x="4975127" y="1161045"/>
            <a:ext cx="821464" cy="913071"/>
            <a:chOff x="8941274" y="4193447"/>
            <a:chExt cx="821464" cy="913071"/>
          </a:xfrm>
        </p:grpSpPr>
        <p:sp>
          <p:nvSpPr>
            <p:cNvPr id="18" name="Rectangle: Rounded Corners 17">
              <a:extLst>
                <a:ext uri="{FF2B5EF4-FFF2-40B4-BE49-F238E27FC236}">
                  <a16:creationId xmlns:a16="http://schemas.microsoft.com/office/drawing/2014/main" id="{A3D9FA46-A7B8-26CE-ABEC-8874D4989511}"/>
                </a:ext>
              </a:extLst>
            </p:cNvPr>
            <p:cNvSpPr/>
            <p:nvPr/>
          </p:nvSpPr>
          <p:spPr>
            <a:xfrm>
              <a:off x="9037553" y="4455376"/>
              <a:ext cx="628907" cy="628907"/>
            </a:xfrm>
            <a:prstGeom prst="roundRect">
              <a:avLst>
                <a:gd name="adj" fmla="val 8678"/>
              </a:avLst>
            </a:prstGeom>
            <a:solidFill>
              <a:schemeClr val="bg1"/>
            </a:solidFill>
            <a:ln w="28575">
              <a:solidFill>
                <a:srgbClr val="3963DA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srgbClr val="3963DA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A9B4BE90-8006-D6FC-5920-F55E4E96CAE9}"/>
                </a:ext>
              </a:extLst>
            </p:cNvPr>
            <p:cNvSpPr txBox="1"/>
            <p:nvPr/>
          </p:nvSpPr>
          <p:spPr>
            <a:xfrm>
              <a:off x="8941274" y="4644853"/>
              <a:ext cx="821464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3963DA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Global Broker</a:t>
              </a:r>
            </a:p>
          </p:txBody>
        </p:sp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667A91FC-2286-C09B-62DC-796597C20306}"/>
                </a:ext>
              </a:extLst>
            </p:cNvPr>
            <p:cNvGrpSpPr/>
            <p:nvPr/>
          </p:nvGrpSpPr>
          <p:grpSpPr>
            <a:xfrm>
              <a:off x="9094796" y="4193447"/>
              <a:ext cx="514420" cy="523858"/>
              <a:chOff x="6520709" y="4021299"/>
              <a:chExt cx="664522" cy="676715"/>
            </a:xfrm>
          </p:grpSpPr>
          <p:pic>
            <p:nvPicPr>
              <p:cNvPr id="21" name="Picture 20">
                <a:extLst>
                  <a:ext uri="{FF2B5EF4-FFF2-40B4-BE49-F238E27FC236}">
                    <a16:creationId xmlns:a16="http://schemas.microsoft.com/office/drawing/2014/main" id="{0D88F9F8-823C-B2D4-A986-293B889FE80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6520709" y="4021299"/>
                <a:ext cx="664522" cy="676715"/>
              </a:xfrm>
              <a:prstGeom prst="rect">
                <a:avLst/>
              </a:prstGeom>
            </p:spPr>
          </p:pic>
          <p:sp>
            <p:nvSpPr>
              <p:cNvPr id="22" name="Oval 21">
                <a:extLst>
                  <a:ext uri="{FF2B5EF4-FFF2-40B4-BE49-F238E27FC236}">
                    <a16:creationId xmlns:a16="http://schemas.microsoft.com/office/drawing/2014/main" id="{CB7071E8-D849-7CE7-8ED5-B07E0A4C73AB}"/>
                  </a:ext>
                </a:extLst>
              </p:cNvPr>
              <p:cNvSpPr/>
              <p:nvPr/>
            </p:nvSpPr>
            <p:spPr>
              <a:xfrm>
                <a:off x="6610176" y="4113239"/>
                <a:ext cx="485588" cy="485586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pic>
            <p:nvPicPr>
              <p:cNvPr id="25" name="Picture 24">
                <a:extLst>
                  <a:ext uri="{FF2B5EF4-FFF2-40B4-BE49-F238E27FC236}">
                    <a16:creationId xmlns:a16="http://schemas.microsoft.com/office/drawing/2014/main" id="{8A9E85C2-D8B0-657B-8E97-7781432AD97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6647343" y="4147676"/>
                <a:ext cx="424360" cy="387637"/>
              </a:xfrm>
              <a:prstGeom prst="rect">
                <a:avLst/>
              </a:prstGeom>
            </p:spPr>
          </p:pic>
        </p:grpSp>
      </p:grpSp>
      <p:grpSp>
        <p:nvGrpSpPr>
          <p:cNvPr id="253" name="Group 252">
            <a:extLst>
              <a:ext uri="{FF2B5EF4-FFF2-40B4-BE49-F238E27FC236}">
                <a16:creationId xmlns:a16="http://schemas.microsoft.com/office/drawing/2014/main" id="{285E790D-7E6D-7292-1A07-C1B7C430D4BF}"/>
              </a:ext>
            </a:extLst>
          </p:cNvPr>
          <p:cNvGrpSpPr/>
          <p:nvPr/>
        </p:nvGrpSpPr>
        <p:grpSpPr>
          <a:xfrm>
            <a:off x="11164420" y="3622704"/>
            <a:ext cx="970364" cy="1164438"/>
            <a:chOff x="10835927" y="2405227"/>
            <a:chExt cx="970364" cy="1164438"/>
          </a:xfrm>
        </p:grpSpPr>
        <p:pic>
          <p:nvPicPr>
            <p:cNvPr id="254" name="Picture 253">
              <a:extLst>
                <a:ext uri="{FF2B5EF4-FFF2-40B4-BE49-F238E27FC236}">
                  <a16:creationId xmlns:a16="http://schemas.microsoft.com/office/drawing/2014/main" id="{36E9E336-ABF8-EEB8-04E9-832373EB53A9}"/>
                </a:ext>
              </a:extLst>
            </p:cNvPr>
            <p:cNvPicPr>
              <a:picLocks noChangeAspect="1"/>
            </p:cNvPicPr>
            <p:nvPr/>
          </p:nvPicPr>
          <p:blipFill>
            <a:blip r:embed="rId17"/>
            <a:stretch>
              <a:fillRect/>
            </a:stretch>
          </p:blipFill>
          <p:spPr>
            <a:xfrm>
              <a:off x="10835927" y="2405227"/>
              <a:ext cx="970364" cy="1164438"/>
            </a:xfrm>
            <a:prstGeom prst="rect">
              <a:avLst/>
            </a:prstGeom>
          </p:spPr>
        </p:pic>
        <p:pic>
          <p:nvPicPr>
            <p:cNvPr id="255" name="Picture 254" descr="Space4Water Portal">
              <a:extLst>
                <a:ext uri="{FF2B5EF4-FFF2-40B4-BE49-F238E27FC236}">
                  <a16:creationId xmlns:a16="http://schemas.microsoft.com/office/drawing/2014/main" id="{236D17B9-5C90-9875-3CF6-D23C7EF26705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1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555" t="31422" r="63711" b="36133"/>
            <a:stretch/>
          </p:blipFill>
          <p:spPr bwMode="auto">
            <a:xfrm rot="21430420">
              <a:off x="11363402" y="3178637"/>
              <a:ext cx="143756" cy="15176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329" name="Group 328">
            <a:extLst>
              <a:ext uri="{FF2B5EF4-FFF2-40B4-BE49-F238E27FC236}">
                <a16:creationId xmlns:a16="http://schemas.microsoft.com/office/drawing/2014/main" id="{5113DCA8-99CF-7898-F7EF-FBC1563B4182}"/>
              </a:ext>
            </a:extLst>
          </p:cNvPr>
          <p:cNvGrpSpPr/>
          <p:nvPr/>
        </p:nvGrpSpPr>
        <p:grpSpPr>
          <a:xfrm>
            <a:off x="6091945" y="2291271"/>
            <a:ext cx="3910790" cy="1002588"/>
            <a:chOff x="6091945" y="2291271"/>
            <a:chExt cx="3910790" cy="1002588"/>
          </a:xfrm>
        </p:grpSpPr>
        <p:grpSp>
          <p:nvGrpSpPr>
            <p:cNvPr id="306" name="Group 305">
              <a:extLst>
                <a:ext uri="{FF2B5EF4-FFF2-40B4-BE49-F238E27FC236}">
                  <a16:creationId xmlns:a16="http://schemas.microsoft.com/office/drawing/2014/main" id="{D7AC22D2-9D1A-05D6-0F2B-769ED5B628D8}"/>
                </a:ext>
              </a:extLst>
            </p:cNvPr>
            <p:cNvGrpSpPr/>
            <p:nvPr/>
          </p:nvGrpSpPr>
          <p:grpSpPr>
            <a:xfrm>
              <a:off x="6091945" y="2291271"/>
              <a:ext cx="821464" cy="995698"/>
              <a:chOff x="9666460" y="941309"/>
              <a:chExt cx="821464" cy="995698"/>
            </a:xfrm>
          </p:grpSpPr>
          <p:sp>
            <p:nvSpPr>
              <p:cNvPr id="307" name="Rectangle: Rounded Corners 306">
                <a:extLst>
                  <a:ext uri="{FF2B5EF4-FFF2-40B4-BE49-F238E27FC236}">
                    <a16:creationId xmlns:a16="http://schemas.microsoft.com/office/drawing/2014/main" id="{3BFA4081-D67A-ABE9-23FC-4EFEAEAD14A0}"/>
                  </a:ext>
                </a:extLst>
              </p:cNvPr>
              <p:cNvSpPr/>
              <p:nvPr/>
            </p:nvSpPr>
            <p:spPr>
              <a:xfrm>
                <a:off x="9762739" y="1285865"/>
                <a:ext cx="628907" cy="628907"/>
              </a:xfrm>
              <a:prstGeom prst="roundRect">
                <a:avLst>
                  <a:gd name="adj" fmla="val 8678"/>
                </a:avLst>
              </a:prstGeom>
              <a:solidFill>
                <a:schemeClr val="bg1"/>
              </a:solidFill>
              <a:ln w="28575">
                <a:solidFill>
                  <a:srgbClr val="3963DA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3963DA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308" name="TextBox 307">
                <a:extLst>
                  <a:ext uri="{FF2B5EF4-FFF2-40B4-BE49-F238E27FC236}">
                    <a16:creationId xmlns:a16="http://schemas.microsoft.com/office/drawing/2014/main" id="{8B08F020-3E91-854D-4167-D579C83298D0}"/>
                  </a:ext>
                </a:extLst>
              </p:cNvPr>
              <p:cNvSpPr txBox="1"/>
              <p:nvPr/>
            </p:nvSpPr>
            <p:spPr>
              <a:xfrm>
                <a:off x="9666460" y="1475342"/>
                <a:ext cx="821464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3963DA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W2-GTS Gateway</a:t>
                </a:r>
              </a:p>
            </p:txBody>
          </p:sp>
          <p:grpSp>
            <p:nvGrpSpPr>
              <p:cNvPr id="309" name="Group 308">
                <a:extLst>
                  <a:ext uri="{FF2B5EF4-FFF2-40B4-BE49-F238E27FC236}">
                    <a16:creationId xmlns:a16="http://schemas.microsoft.com/office/drawing/2014/main" id="{D40C4317-9D2A-42C4-8B00-DA2FBFCA6F64}"/>
                  </a:ext>
                </a:extLst>
              </p:cNvPr>
              <p:cNvGrpSpPr/>
              <p:nvPr/>
            </p:nvGrpSpPr>
            <p:grpSpPr>
              <a:xfrm>
                <a:off x="9815731" y="1019607"/>
                <a:ext cx="522922" cy="532516"/>
                <a:chOff x="9610100" y="3519705"/>
                <a:chExt cx="498392" cy="507536"/>
              </a:xfrm>
            </p:grpSpPr>
            <p:pic>
              <p:nvPicPr>
                <p:cNvPr id="311" name="Picture 310">
                  <a:extLst>
                    <a:ext uri="{FF2B5EF4-FFF2-40B4-BE49-F238E27FC236}">
                      <a16:creationId xmlns:a16="http://schemas.microsoft.com/office/drawing/2014/main" id="{496EC1A7-7C9C-0CA6-ADA0-56970D9953F0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9610100" y="3519705"/>
                  <a:ext cx="498392" cy="507536"/>
                </a:xfrm>
                <a:prstGeom prst="rect">
                  <a:avLst/>
                </a:prstGeom>
              </p:spPr>
            </p:pic>
            <p:pic>
              <p:nvPicPr>
                <p:cNvPr id="312" name="Picture 311">
                  <a:extLst>
                    <a:ext uri="{FF2B5EF4-FFF2-40B4-BE49-F238E27FC236}">
                      <a16:creationId xmlns:a16="http://schemas.microsoft.com/office/drawing/2014/main" id="{8DF17285-EF32-693C-7FCB-727F6CA0C509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9"/>
                <a:srcRect l="6381" t="6381" r="6381" b="6381"/>
                <a:stretch/>
              </p:blipFill>
              <p:spPr>
                <a:xfrm>
                  <a:off x="9680900" y="3595077"/>
                  <a:ext cx="356792" cy="356792"/>
                </a:xfrm>
                <a:prstGeom prst="ellipse">
                  <a:avLst/>
                </a:prstGeom>
                <a:solidFill>
                  <a:schemeClr val="bg1"/>
                </a:solidFill>
              </p:spPr>
            </p:pic>
          </p:grpSp>
          <p:pic>
            <p:nvPicPr>
              <p:cNvPr id="310" name="Picture 309">
                <a:extLst>
                  <a:ext uri="{FF2B5EF4-FFF2-40B4-BE49-F238E27FC236}">
                    <a16:creationId xmlns:a16="http://schemas.microsoft.com/office/drawing/2014/main" id="{77A2E3FB-6849-A35C-AA04-E428207A61B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0"/>
              <a:srcRect l="70600" t="4796" r="541" b="37615"/>
              <a:stretch/>
            </p:blipFill>
            <p:spPr>
              <a:xfrm>
                <a:off x="10136699" y="941309"/>
                <a:ext cx="255340" cy="266096"/>
              </a:xfrm>
              <a:prstGeom prst="ellipse">
                <a:avLst/>
              </a:prstGeom>
            </p:spPr>
          </p:pic>
        </p:grpSp>
        <p:grpSp>
          <p:nvGrpSpPr>
            <p:cNvPr id="313" name="Group 312">
              <a:extLst>
                <a:ext uri="{FF2B5EF4-FFF2-40B4-BE49-F238E27FC236}">
                  <a16:creationId xmlns:a16="http://schemas.microsoft.com/office/drawing/2014/main" id="{D01DEEBD-FCCB-9DC0-D0AF-7C5152CAAE7B}"/>
                </a:ext>
              </a:extLst>
            </p:cNvPr>
            <p:cNvGrpSpPr/>
            <p:nvPr/>
          </p:nvGrpSpPr>
          <p:grpSpPr>
            <a:xfrm>
              <a:off x="9181271" y="2300144"/>
              <a:ext cx="821464" cy="993715"/>
              <a:chOff x="10807402" y="1038680"/>
              <a:chExt cx="821464" cy="993715"/>
            </a:xfrm>
          </p:grpSpPr>
          <p:sp>
            <p:nvSpPr>
              <p:cNvPr id="314" name="Rectangle: Rounded Corners 313">
                <a:extLst>
                  <a:ext uri="{FF2B5EF4-FFF2-40B4-BE49-F238E27FC236}">
                    <a16:creationId xmlns:a16="http://schemas.microsoft.com/office/drawing/2014/main" id="{140DA082-B8A5-3A6A-8357-57ECDFE48FBE}"/>
                  </a:ext>
                </a:extLst>
              </p:cNvPr>
              <p:cNvSpPr/>
              <p:nvPr/>
            </p:nvSpPr>
            <p:spPr>
              <a:xfrm>
                <a:off x="10903681" y="1381253"/>
                <a:ext cx="628907" cy="628907"/>
              </a:xfrm>
              <a:prstGeom prst="roundRect">
                <a:avLst>
                  <a:gd name="adj" fmla="val 8678"/>
                </a:avLst>
              </a:prstGeom>
              <a:solidFill>
                <a:schemeClr val="bg1"/>
              </a:solidFill>
              <a:ln w="28575">
                <a:solidFill>
                  <a:srgbClr val="3963DA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3963DA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315" name="TextBox 314">
                <a:extLst>
                  <a:ext uri="{FF2B5EF4-FFF2-40B4-BE49-F238E27FC236}">
                    <a16:creationId xmlns:a16="http://schemas.microsoft.com/office/drawing/2014/main" id="{8C97A6DC-13FE-694C-EE33-A194DF9E80E3}"/>
                  </a:ext>
                </a:extLst>
              </p:cNvPr>
              <p:cNvSpPr txBox="1"/>
              <p:nvPr/>
            </p:nvSpPr>
            <p:spPr>
              <a:xfrm>
                <a:off x="10807402" y="1570730"/>
                <a:ext cx="821464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3963DA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W2-GTS Gateway</a:t>
                </a:r>
              </a:p>
            </p:txBody>
          </p:sp>
          <p:grpSp>
            <p:nvGrpSpPr>
              <p:cNvPr id="316" name="Group 315">
                <a:extLst>
                  <a:ext uri="{FF2B5EF4-FFF2-40B4-BE49-F238E27FC236}">
                    <a16:creationId xmlns:a16="http://schemas.microsoft.com/office/drawing/2014/main" id="{BB7358FF-E828-AA0F-6B69-D116313319F1}"/>
                  </a:ext>
                </a:extLst>
              </p:cNvPr>
              <p:cNvGrpSpPr/>
              <p:nvPr/>
            </p:nvGrpSpPr>
            <p:grpSpPr>
              <a:xfrm>
                <a:off x="10956673" y="1114995"/>
                <a:ext cx="522922" cy="532516"/>
                <a:chOff x="9610100" y="3519705"/>
                <a:chExt cx="498392" cy="507536"/>
              </a:xfrm>
            </p:grpSpPr>
            <p:pic>
              <p:nvPicPr>
                <p:cNvPr id="318" name="Picture 317">
                  <a:extLst>
                    <a:ext uri="{FF2B5EF4-FFF2-40B4-BE49-F238E27FC236}">
                      <a16:creationId xmlns:a16="http://schemas.microsoft.com/office/drawing/2014/main" id="{9BCFF9D9-03C7-DAD0-17BE-25004478DDBB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9610100" y="3519705"/>
                  <a:ext cx="498392" cy="507536"/>
                </a:xfrm>
                <a:prstGeom prst="rect">
                  <a:avLst/>
                </a:prstGeom>
              </p:spPr>
            </p:pic>
            <p:pic>
              <p:nvPicPr>
                <p:cNvPr id="319" name="Picture 318">
                  <a:extLst>
                    <a:ext uri="{FF2B5EF4-FFF2-40B4-BE49-F238E27FC236}">
                      <a16:creationId xmlns:a16="http://schemas.microsoft.com/office/drawing/2014/main" id="{252C338D-B202-AECD-E079-DF8C72534AE8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9"/>
                <a:srcRect l="6381" t="6381" r="6381" b="6381"/>
                <a:stretch/>
              </p:blipFill>
              <p:spPr>
                <a:xfrm>
                  <a:off x="9680900" y="3595077"/>
                  <a:ext cx="356792" cy="356792"/>
                </a:xfrm>
                <a:prstGeom prst="ellipse">
                  <a:avLst/>
                </a:prstGeom>
                <a:solidFill>
                  <a:schemeClr val="bg1"/>
                </a:solidFill>
              </p:spPr>
            </p:pic>
          </p:grpSp>
          <p:pic>
            <p:nvPicPr>
              <p:cNvPr id="317" name="Picture 316">
                <a:extLst>
                  <a:ext uri="{FF2B5EF4-FFF2-40B4-BE49-F238E27FC236}">
                    <a16:creationId xmlns:a16="http://schemas.microsoft.com/office/drawing/2014/main" id="{82A35418-D205-5751-5078-756482234E6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0"/>
              <a:srcRect l="-953" t="6033" r="72094" b="41106"/>
              <a:stretch/>
            </p:blipFill>
            <p:spPr>
              <a:xfrm>
                <a:off x="11283093" y="1038680"/>
                <a:ext cx="255340" cy="244246"/>
              </a:xfrm>
              <a:prstGeom prst="ellipse">
                <a:avLst/>
              </a:prstGeom>
            </p:spPr>
          </p:pic>
        </p:grpSp>
      </p:grpSp>
      <p:grpSp>
        <p:nvGrpSpPr>
          <p:cNvPr id="330" name="Group 329">
            <a:extLst>
              <a:ext uri="{FF2B5EF4-FFF2-40B4-BE49-F238E27FC236}">
                <a16:creationId xmlns:a16="http://schemas.microsoft.com/office/drawing/2014/main" id="{F0EE7090-1D0E-D7CC-5DFF-FB7EBE4D170E}"/>
              </a:ext>
            </a:extLst>
          </p:cNvPr>
          <p:cNvGrpSpPr/>
          <p:nvPr/>
        </p:nvGrpSpPr>
        <p:grpSpPr>
          <a:xfrm>
            <a:off x="5495925" y="1943100"/>
            <a:ext cx="3686175" cy="933450"/>
            <a:chOff x="5495925" y="1943100"/>
            <a:chExt cx="3686175" cy="933450"/>
          </a:xfrm>
        </p:grpSpPr>
        <p:sp>
          <p:nvSpPr>
            <p:cNvPr id="320" name="Freeform: Shape 319">
              <a:extLst>
                <a:ext uri="{FF2B5EF4-FFF2-40B4-BE49-F238E27FC236}">
                  <a16:creationId xmlns:a16="http://schemas.microsoft.com/office/drawing/2014/main" id="{2459B484-5064-324C-DCD3-6563B298A768}"/>
                </a:ext>
              </a:extLst>
            </p:cNvPr>
            <p:cNvSpPr/>
            <p:nvPr/>
          </p:nvSpPr>
          <p:spPr>
            <a:xfrm>
              <a:off x="5495925" y="2105025"/>
              <a:ext cx="609600" cy="504825"/>
            </a:xfrm>
            <a:custGeom>
              <a:avLst/>
              <a:gdLst>
                <a:gd name="connsiteX0" fmla="*/ 609600 w 609600"/>
                <a:gd name="connsiteY0" fmla="*/ 504825 h 504825"/>
                <a:gd name="connsiteX1" fmla="*/ 257175 w 609600"/>
                <a:gd name="connsiteY1" fmla="*/ 381000 h 504825"/>
                <a:gd name="connsiteX2" fmla="*/ 0 w 609600"/>
                <a:gd name="connsiteY2" fmla="*/ 0 h 504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09600" h="504825">
                  <a:moveTo>
                    <a:pt x="609600" y="504825"/>
                  </a:moveTo>
                  <a:cubicBezTo>
                    <a:pt x="484187" y="484981"/>
                    <a:pt x="358775" y="465137"/>
                    <a:pt x="257175" y="381000"/>
                  </a:cubicBezTo>
                  <a:cubicBezTo>
                    <a:pt x="155575" y="296863"/>
                    <a:pt x="77787" y="148431"/>
                    <a:pt x="0" y="0"/>
                  </a:cubicBezTo>
                </a:path>
              </a:pathLst>
            </a:custGeom>
            <a:noFill/>
            <a:ln>
              <a:solidFill>
                <a:schemeClr val="accent6">
                  <a:lumMod val="75000"/>
                </a:schemeClr>
              </a:solidFill>
              <a:headEnd type="none" w="med" len="med"/>
              <a:tailEnd type="triangle" w="med" len="me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321" name="Freeform: Shape 320">
              <a:extLst>
                <a:ext uri="{FF2B5EF4-FFF2-40B4-BE49-F238E27FC236}">
                  <a16:creationId xmlns:a16="http://schemas.microsoft.com/office/drawing/2014/main" id="{B87AE9BB-C4DD-5146-85D0-869CB48D8D00}"/>
                </a:ext>
              </a:extLst>
            </p:cNvPr>
            <p:cNvSpPr/>
            <p:nvPr/>
          </p:nvSpPr>
          <p:spPr>
            <a:xfrm>
              <a:off x="5810250" y="1943100"/>
              <a:ext cx="3371850" cy="933450"/>
            </a:xfrm>
            <a:custGeom>
              <a:avLst/>
              <a:gdLst>
                <a:gd name="connsiteX0" fmla="*/ 3371850 w 3371850"/>
                <a:gd name="connsiteY0" fmla="*/ 933450 h 933450"/>
                <a:gd name="connsiteX1" fmla="*/ 2419350 w 3371850"/>
                <a:gd name="connsiteY1" fmla="*/ 819150 h 933450"/>
                <a:gd name="connsiteX2" fmla="*/ 1390650 w 3371850"/>
                <a:gd name="connsiteY2" fmla="*/ 276225 h 933450"/>
                <a:gd name="connsiteX3" fmla="*/ 0 w 3371850"/>
                <a:gd name="connsiteY3" fmla="*/ 0 h 9334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371850" h="933450">
                  <a:moveTo>
                    <a:pt x="3371850" y="933450"/>
                  </a:moveTo>
                  <a:cubicBezTo>
                    <a:pt x="3060700" y="931068"/>
                    <a:pt x="2749550" y="928687"/>
                    <a:pt x="2419350" y="819150"/>
                  </a:cubicBezTo>
                  <a:cubicBezTo>
                    <a:pt x="2089150" y="709613"/>
                    <a:pt x="1793875" y="412750"/>
                    <a:pt x="1390650" y="276225"/>
                  </a:cubicBezTo>
                  <a:cubicBezTo>
                    <a:pt x="987425" y="139700"/>
                    <a:pt x="493712" y="69850"/>
                    <a:pt x="0" y="0"/>
                  </a:cubicBezTo>
                </a:path>
              </a:pathLst>
            </a:custGeom>
            <a:noFill/>
            <a:ln>
              <a:solidFill>
                <a:schemeClr val="accent6">
                  <a:lumMod val="75000"/>
                </a:schemeClr>
              </a:solidFill>
              <a:headEnd type="none" w="med" len="med"/>
              <a:tailEnd type="triangle" w="med" len="me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</p:grpSp>
      <p:sp>
        <p:nvSpPr>
          <p:cNvPr id="322" name="TextBox 321">
            <a:extLst>
              <a:ext uri="{FF2B5EF4-FFF2-40B4-BE49-F238E27FC236}">
                <a16:creationId xmlns:a16="http://schemas.microsoft.com/office/drawing/2014/main" id="{7C700AA4-79AE-9048-5984-3F1D5680FE91}"/>
              </a:ext>
            </a:extLst>
          </p:cNvPr>
          <p:cNvSpPr txBox="1"/>
          <p:nvPr/>
        </p:nvSpPr>
        <p:spPr>
          <a:xfrm>
            <a:off x="1558819" y="5629159"/>
            <a:ext cx="5060363" cy="1200329"/>
          </a:xfrm>
          <a:prstGeom prst="rect">
            <a:avLst/>
          </a:prstGeom>
          <a:solidFill>
            <a:srgbClr val="FFFFFF">
              <a:alpha val="69804"/>
            </a:srgbClr>
          </a:solidFill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WIS2-to-GTS gateways</a:t>
            </a: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During the best-test preparation phase we will work with RTHs to determine if gateways need to establish a </a:t>
            </a: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direct connection</a:t>
            </a: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to the “origin” RTH</a:t>
            </a:r>
          </a:p>
        </p:txBody>
      </p:sp>
      <p:grpSp>
        <p:nvGrpSpPr>
          <p:cNvPr id="323" name="Group 322">
            <a:extLst>
              <a:ext uri="{FF2B5EF4-FFF2-40B4-BE49-F238E27FC236}">
                <a16:creationId xmlns:a16="http://schemas.microsoft.com/office/drawing/2014/main" id="{3BE8A98A-4C19-0E62-9D9F-A311ECF9228C}"/>
              </a:ext>
            </a:extLst>
          </p:cNvPr>
          <p:cNvGrpSpPr/>
          <p:nvPr/>
        </p:nvGrpSpPr>
        <p:grpSpPr>
          <a:xfrm>
            <a:off x="5645909" y="2670154"/>
            <a:ext cx="480439" cy="635200"/>
            <a:chOff x="6238875" y="2481185"/>
            <a:chExt cx="480439" cy="635200"/>
          </a:xfrm>
        </p:grpSpPr>
        <p:pic>
          <p:nvPicPr>
            <p:cNvPr id="324" name="Picture 323">
              <a:extLst>
                <a:ext uri="{FF2B5EF4-FFF2-40B4-BE49-F238E27FC236}">
                  <a16:creationId xmlns:a16="http://schemas.microsoft.com/office/drawing/2014/main" id="{6208A9DF-6E07-6DDA-315C-7FDA5FCE243C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duotone>
                <a:prstClr val="black"/>
                <a:schemeClr val="accent4">
                  <a:tint val="45000"/>
                  <a:satMod val="400000"/>
                </a:schemeClr>
              </a:duotone>
            </a:blip>
            <a:stretch>
              <a:fillRect/>
            </a:stretch>
          </p:blipFill>
          <p:spPr>
            <a:xfrm>
              <a:off x="6238875" y="2490456"/>
              <a:ext cx="475706" cy="625929"/>
            </a:xfrm>
            <a:prstGeom prst="rect">
              <a:avLst/>
            </a:prstGeom>
          </p:spPr>
        </p:pic>
        <p:sp>
          <p:nvSpPr>
            <p:cNvPr id="325" name="Freeform: Shape 324">
              <a:extLst>
                <a:ext uri="{FF2B5EF4-FFF2-40B4-BE49-F238E27FC236}">
                  <a16:creationId xmlns:a16="http://schemas.microsoft.com/office/drawing/2014/main" id="{4A1AB5C1-F4DA-3957-5123-9468DF123EDF}"/>
                </a:ext>
              </a:extLst>
            </p:cNvPr>
            <p:cNvSpPr/>
            <p:nvPr/>
          </p:nvSpPr>
          <p:spPr>
            <a:xfrm>
              <a:off x="6444380" y="2481185"/>
              <a:ext cx="274934" cy="287724"/>
            </a:xfrm>
            <a:custGeom>
              <a:avLst/>
              <a:gdLst>
                <a:gd name="connsiteX0" fmla="*/ 0 w 267789"/>
                <a:gd name="connsiteY0" fmla="*/ 0 h 277586"/>
                <a:gd name="connsiteX1" fmla="*/ 267789 w 267789"/>
                <a:gd name="connsiteY1" fmla="*/ 277586 h 277586"/>
                <a:gd name="connsiteX2" fmla="*/ 267789 w 267789"/>
                <a:gd name="connsiteY2" fmla="*/ 117566 h 277586"/>
                <a:gd name="connsiteX3" fmla="*/ 146957 w 267789"/>
                <a:gd name="connsiteY3" fmla="*/ 6531 h 277586"/>
                <a:gd name="connsiteX4" fmla="*/ 0 w 267789"/>
                <a:gd name="connsiteY4" fmla="*/ 0 h 277586"/>
                <a:gd name="connsiteX0" fmla="*/ 0 w 267789"/>
                <a:gd name="connsiteY0" fmla="*/ 613 h 278199"/>
                <a:gd name="connsiteX1" fmla="*/ 267789 w 267789"/>
                <a:gd name="connsiteY1" fmla="*/ 278199 h 278199"/>
                <a:gd name="connsiteX2" fmla="*/ 267789 w 267789"/>
                <a:gd name="connsiteY2" fmla="*/ 118179 h 278199"/>
                <a:gd name="connsiteX3" fmla="*/ 156482 w 267789"/>
                <a:gd name="connsiteY3" fmla="*/ 0 h 278199"/>
                <a:gd name="connsiteX4" fmla="*/ 0 w 267789"/>
                <a:gd name="connsiteY4" fmla="*/ 613 h 278199"/>
                <a:gd name="connsiteX0" fmla="*/ 0 w 270171"/>
                <a:gd name="connsiteY0" fmla="*/ 5375 h 278199"/>
                <a:gd name="connsiteX1" fmla="*/ 270171 w 270171"/>
                <a:gd name="connsiteY1" fmla="*/ 278199 h 278199"/>
                <a:gd name="connsiteX2" fmla="*/ 270171 w 270171"/>
                <a:gd name="connsiteY2" fmla="*/ 118179 h 278199"/>
                <a:gd name="connsiteX3" fmla="*/ 158864 w 270171"/>
                <a:gd name="connsiteY3" fmla="*/ 0 h 278199"/>
                <a:gd name="connsiteX4" fmla="*/ 0 w 270171"/>
                <a:gd name="connsiteY4" fmla="*/ 5375 h 278199"/>
                <a:gd name="connsiteX0" fmla="*/ 0 w 270171"/>
                <a:gd name="connsiteY0" fmla="*/ 5375 h 266292"/>
                <a:gd name="connsiteX1" fmla="*/ 263028 w 270171"/>
                <a:gd name="connsiteY1" fmla="*/ 266292 h 266292"/>
                <a:gd name="connsiteX2" fmla="*/ 270171 w 270171"/>
                <a:gd name="connsiteY2" fmla="*/ 118179 h 266292"/>
                <a:gd name="connsiteX3" fmla="*/ 158864 w 270171"/>
                <a:gd name="connsiteY3" fmla="*/ 0 h 266292"/>
                <a:gd name="connsiteX4" fmla="*/ 0 w 270171"/>
                <a:gd name="connsiteY4" fmla="*/ 5375 h 266292"/>
                <a:gd name="connsiteX0" fmla="*/ 0 w 274934"/>
                <a:gd name="connsiteY0" fmla="*/ 5375 h 287724"/>
                <a:gd name="connsiteX1" fmla="*/ 274934 w 274934"/>
                <a:gd name="connsiteY1" fmla="*/ 287724 h 287724"/>
                <a:gd name="connsiteX2" fmla="*/ 270171 w 274934"/>
                <a:gd name="connsiteY2" fmla="*/ 118179 h 287724"/>
                <a:gd name="connsiteX3" fmla="*/ 158864 w 274934"/>
                <a:gd name="connsiteY3" fmla="*/ 0 h 287724"/>
                <a:gd name="connsiteX4" fmla="*/ 0 w 274934"/>
                <a:gd name="connsiteY4" fmla="*/ 5375 h 2877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74934" h="287724">
                  <a:moveTo>
                    <a:pt x="0" y="5375"/>
                  </a:moveTo>
                  <a:lnTo>
                    <a:pt x="274934" y="287724"/>
                  </a:lnTo>
                  <a:lnTo>
                    <a:pt x="270171" y="118179"/>
                  </a:lnTo>
                  <a:lnTo>
                    <a:pt x="158864" y="0"/>
                  </a:lnTo>
                  <a:lnTo>
                    <a:pt x="0" y="5375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</p:grpSp>
      <p:grpSp>
        <p:nvGrpSpPr>
          <p:cNvPr id="326" name="Group 325">
            <a:extLst>
              <a:ext uri="{FF2B5EF4-FFF2-40B4-BE49-F238E27FC236}">
                <a16:creationId xmlns:a16="http://schemas.microsoft.com/office/drawing/2014/main" id="{70C0CF47-EF31-C102-22D9-16B76825C6FE}"/>
              </a:ext>
            </a:extLst>
          </p:cNvPr>
          <p:cNvGrpSpPr/>
          <p:nvPr/>
        </p:nvGrpSpPr>
        <p:grpSpPr>
          <a:xfrm>
            <a:off x="9989481" y="2666385"/>
            <a:ext cx="480439" cy="635200"/>
            <a:chOff x="6238875" y="2481185"/>
            <a:chExt cx="480439" cy="635200"/>
          </a:xfrm>
        </p:grpSpPr>
        <p:pic>
          <p:nvPicPr>
            <p:cNvPr id="327" name="Picture 326">
              <a:extLst>
                <a:ext uri="{FF2B5EF4-FFF2-40B4-BE49-F238E27FC236}">
                  <a16:creationId xmlns:a16="http://schemas.microsoft.com/office/drawing/2014/main" id="{212A59ED-8682-A861-837D-C25FEFA8A473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duotone>
                <a:prstClr val="black"/>
                <a:schemeClr val="accent4">
                  <a:tint val="45000"/>
                  <a:satMod val="400000"/>
                </a:schemeClr>
              </a:duotone>
            </a:blip>
            <a:stretch>
              <a:fillRect/>
            </a:stretch>
          </p:blipFill>
          <p:spPr>
            <a:xfrm>
              <a:off x="6238875" y="2490456"/>
              <a:ext cx="475706" cy="625929"/>
            </a:xfrm>
            <a:prstGeom prst="rect">
              <a:avLst/>
            </a:prstGeom>
          </p:spPr>
        </p:pic>
        <p:sp>
          <p:nvSpPr>
            <p:cNvPr id="328" name="Freeform: Shape 327">
              <a:extLst>
                <a:ext uri="{FF2B5EF4-FFF2-40B4-BE49-F238E27FC236}">
                  <a16:creationId xmlns:a16="http://schemas.microsoft.com/office/drawing/2014/main" id="{F5A7DDC6-9FB9-1D56-C414-023EF76813E4}"/>
                </a:ext>
              </a:extLst>
            </p:cNvPr>
            <p:cNvSpPr/>
            <p:nvPr/>
          </p:nvSpPr>
          <p:spPr>
            <a:xfrm>
              <a:off x="6444380" y="2481185"/>
              <a:ext cx="274934" cy="287724"/>
            </a:xfrm>
            <a:custGeom>
              <a:avLst/>
              <a:gdLst>
                <a:gd name="connsiteX0" fmla="*/ 0 w 267789"/>
                <a:gd name="connsiteY0" fmla="*/ 0 h 277586"/>
                <a:gd name="connsiteX1" fmla="*/ 267789 w 267789"/>
                <a:gd name="connsiteY1" fmla="*/ 277586 h 277586"/>
                <a:gd name="connsiteX2" fmla="*/ 267789 w 267789"/>
                <a:gd name="connsiteY2" fmla="*/ 117566 h 277586"/>
                <a:gd name="connsiteX3" fmla="*/ 146957 w 267789"/>
                <a:gd name="connsiteY3" fmla="*/ 6531 h 277586"/>
                <a:gd name="connsiteX4" fmla="*/ 0 w 267789"/>
                <a:gd name="connsiteY4" fmla="*/ 0 h 277586"/>
                <a:gd name="connsiteX0" fmla="*/ 0 w 267789"/>
                <a:gd name="connsiteY0" fmla="*/ 613 h 278199"/>
                <a:gd name="connsiteX1" fmla="*/ 267789 w 267789"/>
                <a:gd name="connsiteY1" fmla="*/ 278199 h 278199"/>
                <a:gd name="connsiteX2" fmla="*/ 267789 w 267789"/>
                <a:gd name="connsiteY2" fmla="*/ 118179 h 278199"/>
                <a:gd name="connsiteX3" fmla="*/ 156482 w 267789"/>
                <a:gd name="connsiteY3" fmla="*/ 0 h 278199"/>
                <a:gd name="connsiteX4" fmla="*/ 0 w 267789"/>
                <a:gd name="connsiteY4" fmla="*/ 613 h 278199"/>
                <a:gd name="connsiteX0" fmla="*/ 0 w 270171"/>
                <a:gd name="connsiteY0" fmla="*/ 5375 h 278199"/>
                <a:gd name="connsiteX1" fmla="*/ 270171 w 270171"/>
                <a:gd name="connsiteY1" fmla="*/ 278199 h 278199"/>
                <a:gd name="connsiteX2" fmla="*/ 270171 w 270171"/>
                <a:gd name="connsiteY2" fmla="*/ 118179 h 278199"/>
                <a:gd name="connsiteX3" fmla="*/ 158864 w 270171"/>
                <a:gd name="connsiteY3" fmla="*/ 0 h 278199"/>
                <a:gd name="connsiteX4" fmla="*/ 0 w 270171"/>
                <a:gd name="connsiteY4" fmla="*/ 5375 h 278199"/>
                <a:gd name="connsiteX0" fmla="*/ 0 w 270171"/>
                <a:gd name="connsiteY0" fmla="*/ 5375 h 266292"/>
                <a:gd name="connsiteX1" fmla="*/ 263028 w 270171"/>
                <a:gd name="connsiteY1" fmla="*/ 266292 h 266292"/>
                <a:gd name="connsiteX2" fmla="*/ 270171 w 270171"/>
                <a:gd name="connsiteY2" fmla="*/ 118179 h 266292"/>
                <a:gd name="connsiteX3" fmla="*/ 158864 w 270171"/>
                <a:gd name="connsiteY3" fmla="*/ 0 h 266292"/>
                <a:gd name="connsiteX4" fmla="*/ 0 w 270171"/>
                <a:gd name="connsiteY4" fmla="*/ 5375 h 266292"/>
                <a:gd name="connsiteX0" fmla="*/ 0 w 274934"/>
                <a:gd name="connsiteY0" fmla="*/ 5375 h 287724"/>
                <a:gd name="connsiteX1" fmla="*/ 274934 w 274934"/>
                <a:gd name="connsiteY1" fmla="*/ 287724 h 287724"/>
                <a:gd name="connsiteX2" fmla="*/ 270171 w 274934"/>
                <a:gd name="connsiteY2" fmla="*/ 118179 h 287724"/>
                <a:gd name="connsiteX3" fmla="*/ 158864 w 274934"/>
                <a:gd name="connsiteY3" fmla="*/ 0 h 287724"/>
                <a:gd name="connsiteX4" fmla="*/ 0 w 274934"/>
                <a:gd name="connsiteY4" fmla="*/ 5375 h 2877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74934" h="287724">
                  <a:moveTo>
                    <a:pt x="0" y="5375"/>
                  </a:moveTo>
                  <a:lnTo>
                    <a:pt x="274934" y="287724"/>
                  </a:lnTo>
                  <a:lnTo>
                    <a:pt x="270171" y="118179"/>
                  </a:lnTo>
                  <a:lnTo>
                    <a:pt x="158864" y="0"/>
                  </a:lnTo>
                  <a:lnTo>
                    <a:pt x="0" y="5375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</p:grpSp>
      <p:sp>
        <p:nvSpPr>
          <p:cNvPr id="30" name="TextBox 29">
            <a:extLst>
              <a:ext uri="{FF2B5EF4-FFF2-40B4-BE49-F238E27FC236}">
                <a16:creationId xmlns:a16="http://schemas.microsoft.com/office/drawing/2014/main" id="{D621337C-A9A0-6B6A-4A0E-BAF1CA8ABFDB}"/>
              </a:ext>
            </a:extLst>
          </p:cNvPr>
          <p:cNvSpPr txBox="1"/>
          <p:nvPr/>
        </p:nvSpPr>
        <p:spPr>
          <a:xfrm>
            <a:off x="2059127" y="4567522"/>
            <a:ext cx="117919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1" i="0" u="none" strike="noStrike" kern="0" cap="none" spc="0" normalizeH="0" baseline="0" noProof="0" dirty="0">
                <a:ln>
                  <a:noFill/>
                </a:ln>
                <a:solidFill>
                  <a:srgbClr val="E8E8E8">
                    <a:lumMod val="75000"/>
                  </a:srgbClr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ISMD01TEST</a:t>
            </a:r>
            <a:endParaRPr kumimoji="0" lang="en-GB" sz="1600" b="1" i="0" u="none" strike="noStrike" kern="0" cap="none" spc="0" normalizeH="0" baseline="0" noProof="0" dirty="0">
              <a:ln>
                <a:noFill/>
              </a:ln>
              <a:solidFill>
                <a:srgbClr val="E8E8E8">
                  <a:lumMod val="75000"/>
                </a:srgbClr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+mn-cs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285FCDA0-934B-D1A5-601B-1BE7CFD6B98B}"/>
              </a:ext>
            </a:extLst>
          </p:cNvPr>
          <p:cNvSpPr txBox="1"/>
          <p:nvPr/>
        </p:nvSpPr>
        <p:spPr>
          <a:xfrm>
            <a:off x="4520975" y="2880049"/>
            <a:ext cx="117919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whitelist:</a:t>
            </a:r>
          </a:p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ISMD01TEST</a:t>
            </a:r>
            <a:endParaRPr kumimoji="0" lang="en-GB" sz="16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+mn-cs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9C5BFEF6-A7E0-1535-D165-5D5E0D2F2AEF}"/>
              </a:ext>
            </a:extLst>
          </p:cNvPr>
          <p:cNvSpPr txBox="1"/>
          <p:nvPr/>
        </p:nvSpPr>
        <p:spPr>
          <a:xfrm>
            <a:off x="8133761" y="2880049"/>
            <a:ext cx="117919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whitelist:</a:t>
            </a:r>
          </a:p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ISMD01TEST</a:t>
            </a:r>
            <a:endParaRPr kumimoji="0" lang="en-GB" sz="16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+mn-cs"/>
            </a:endParaRPr>
          </a:p>
        </p:txBody>
      </p:sp>
      <p:grpSp>
        <p:nvGrpSpPr>
          <p:cNvPr id="268" name="Group 267">
            <a:extLst>
              <a:ext uri="{FF2B5EF4-FFF2-40B4-BE49-F238E27FC236}">
                <a16:creationId xmlns:a16="http://schemas.microsoft.com/office/drawing/2014/main" id="{8B828E6A-DE25-C2BA-119C-7CB35B14D1C1}"/>
              </a:ext>
            </a:extLst>
          </p:cNvPr>
          <p:cNvGrpSpPr/>
          <p:nvPr/>
        </p:nvGrpSpPr>
        <p:grpSpPr>
          <a:xfrm>
            <a:off x="3037962" y="3568446"/>
            <a:ext cx="8224599" cy="2603109"/>
            <a:chOff x="3037962" y="3577971"/>
            <a:chExt cx="8224599" cy="2603109"/>
          </a:xfrm>
        </p:grpSpPr>
        <p:grpSp>
          <p:nvGrpSpPr>
            <p:cNvPr id="269" name="Group 268">
              <a:extLst>
                <a:ext uri="{FF2B5EF4-FFF2-40B4-BE49-F238E27FC236}">
                  <a16:creationId xmlns:a16="http://schemas.microsoft.com/office/drawing/2014/main" id="{A6F5C4CC-5906-17B2-7FDD-2EF3BAA8AA50}"/>
                </a:ext>
              </a:extLst>
            </p:cNvPr>
            <p:cNvGrpSpPr/>
            <p:nvPr/>
          </p:nvGrpSpPr>
          <p:grpSpPr>
            <a:xfrm>
              <a:off x="4281843" y="4427055"/>
              <a:ext cx="628907" cy="628907"/>
              <a:chOff x="2867802" y="3950805"/>
              <a:chExt cx="628907" cy="628907"/>
            </a:xfrm>
          </p:grpSpPr>
          <p:sp>
            <p:nvSpPr>
              <p:cNvPr id="296" name="Oval 295">
                <a:extLst>
                  <a:ext uri="{FF2B5EF4-FFF2-40B4-BE49-F238E27FC236}">
                    <a16:creationId xmlns:a16="http://schemas.microsoft.com/office/drawing/2014/main" id="{4EE206C8-D341-C24B-BC92-AF55177820C4}"/>
                  </a:ext>
                </a:extLst>
              </p:cNvPr>
              <p:cNvSpPr/>
              <p:nvPr/>
            </p:nvSpPr>
            <p:spPr>
              <a:xfrm>
                <a:off x="2867802" y="3950805"/>
                <a:ext cx="628907" cy="628907"/>
              </a:xfrm>
              <a:prstGeom prst="ellipse">
                <a:avLst/>
              </a:prstGeom>
              <a:solidFill>
                <a:schemeClr val="bg1"/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297" name="TextBox 296">
                <a:extLst>
                  <a:ext uri="{FF2B5EF4-FFF2-40B4-BE49-F238E27FC236}">
                    <a16:creationId xmlns:a16="http://schemas.microsoft.com/office/drawing/2014/main" id="{C6CBD464-B124-8F9E-623D-F0AFEEDF1CBA}"/>
                  </a:ext>
                </a:extLst>
              </p:cNvPr>
              <p:cNvSpPr txBox="1"/>
              <p:nvPr/>
            </p:nvSpPr>
            <p:spPr>
              <a:xfrm>
                <a:off x="2949594" y="4126758"/>
                <a:ext cx="465322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2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ptos" panose="020B0004020202020204" pitchFamily="34" charset="0"/>
                    <a:ea typeface="+mn-ea"/>
                    <a:cs typeface="Arial" panose="020B0604020202020204" pitchFamily="34" charset="0"/>
                  </a:rPr>
                  <a:t>RTH</a:t>
                </a:r>
              </a:p>
            </p:txBody>
          </p:sp>
        </p:grpSp>
        <p:cxnSp>
          <p:nvCxnSpPr>
            <p:cNvPr id="271" name="Straight Arrow Connector 270">
              <a:extLst>
                <a:ext uri="{FF2B5EF4-FFF2-40B4-BE49-F238E27FC236}">
                  <a16:creationId xmlns:a16="http://schemas.microsoft.com/office/drawing/2014/main" id="{E42A0FFE-591D-4680-3204-2A8BBEECA72B}"/>
                </a:ext>
              </a:extLst>
            </p:cNvPr>
            <p:cNvCxnSpPr>
              <a:cxnSpLocks/>
            </p:cNvCxnSpPr>
            <p:nvPr/>
          </p:nvCxnSpPr>
          <p:spPr>
            <a:xfrm>
              <a:off x="3037962" y="4315266"/>
              <a:ext cx="1175587" cy="306792"/>
            </a:xfrm>
            <a:prstGeom prst="straightConnector1">
              <a:avLst/>
            </a:prstGeom>
            <a:ln>
              <a:solidFill>
                <a:schemeClr val="bg2">
                  <a:lumMod val="90000"/>
                </a:schemeClr>
              </a:solidFill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72" name="Group 271">
              <a:extLst>
                <a:ext uri="{FF2B5EF4-FFF2-40B4-BE49-F238E27FC236}">
                  <a16:creationId xmlns:a16="http://schemas.microsoft.com/office/drawing/2014/main" id="{F504A584-4DC6-654D-45DA-576AFF1070CF}"/>
                </a:ext>
              </a:extLst>
            </p:cNvPr>
            <p:cNvGrpSpPr/>
            <p:nvPr/>
          </p:nvGrpSpPr>
          <p:grpSpPr>
            <a:xfrm>
              <a:off x="6188224" y="3577971"/>
              <a:ext cx="628907" cy="628907"/>
              <a:chOff x="2867802" y="3950805"/>
              <a:chExt cx="628907" cy="628907"/>
            </a:xfrm>
          </p:grpSpPr>
          <p:sp>
            <p:nvSpPr>
              <p:cNvPr id="294" name="Oval 293">
                <a:extLst>
                  <a:ext uri="{FF2B5EF4-FFF2-40B4-BE49-F238E27FC236}">
                    <a16:creationId xmlns:a16="http://schemas.microsoft.com/office/drawing/2014/main" id="{D6067C5A-134E-7595-09A4-73C76B6836AC}"/>
                  </a:ext>
                </a:extLst>
              </p:cNvPr>
              <p:cNvSpPr/>
              <p:nvPr/>
            </p:nvSpPr>
            <p:spPr>
              <a:xfrm>
                <a:off x="2867802" y="3950805"/>
                <a:ext cx="628907" cy="628907"/>
              </a:xfrm>
              <a:prstGeom prst="ellipse">
                <a:avLst/>
              </a:prstGeom>
              <a:solidFill>
                <a:schemeClr val="bg1"/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295" name="TextBox 294">
                <a:extLst>
                  <a:ext uri="{FF2B5EF4-FFF2-40B4-BE49-F238E27FC236}">
                    <a16:creationId xmlns:a16="http://schemas.microsoft.com/office/drawing/2014/main" id="{E639CE1A-382B-1792-0389-9DC03C0C8E70}"/>
                  </a:ext>
                </a:extLst>
              </p:cNvPr>
              <p:cNvSpPr txBox="1"/>
              <p:nvPr/>
            </p:nvSpPr>
            <p:spPr>
              <a:xfrm>
                <a:off x="2949594" y="4068702"/>
                <a:ext cx="465322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2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ptos" panose="020B0004020202020204" pitchFamily="34" charset="0"/>
                    <a:ea typeface="+mn-ea"/>
                    <a:cs typeface="Arial" panose="020B0604020202020204" pitchFamily="34" charset="0"/>
                  </a:rPr>
                  <a:t>RTH</a:t>
                </a:r>
              </a:p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8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ptos" panose="020B0004020202020204" pitchFamily="34" charset="0"/>
                    <a:ea typeface="+mn-ea"/>
                    <a:cs typeface="Arial" panose="020B0604020202020204" pitchFamily="34" charset="0"/>
                  </a:rPr>
                  <a:t>Exeter</a:t>
                </a:r>
              </a:p>
            </p:txBody>
          </p:sp>
        </p:grpSp>
        <p:grpSp>
          <p:nvGrpSpPr>
            <p:cNvPr id="273" name="Group 272">
              <a:extLst>
                <a:ext uri="{FF2B5EF4-FFF2-40B4-BE49-F238E27FC236}">
                  <a16:creationId xmlns:a16="http://schemas.microsoft.com/office/drawing/2014/main" id="{6C55A8A4-9A81-8097-2CA9-E883A448E51D}"/>
                </a:ext>
              </a:extLst>
            </p:cNvPr>
            <p:cNvGrpSpPr/>
            <p:nvPr/>
          </p:nvGrpSpPr>
          <p:grpSpPr>
            <a:xfrm>
              <a:off x="9293175" y="3577971"/>
              <a:ext cx="628907" cy="628907"/>
              <a:chOff x="2867802" y="3950805"/>
              <a:chExt cx="628907" cy="628907"/>
            </a:xfrm>
          </p:grpSpPr>
          <p:sp>
            <p:nvSpPr>
              <p:cNvPr id="292" name="Oval 291">
                <a:extLst>
                  <a:ext uri="{FF2B5EF4-FFF2-40B4-BE49-F238E27FC236}">
                    <a16:creationId xmlns:a16="http://schemas.microsoft.com/office/drawing/2014/main" id="{579DEE3C-22F4-A15D-E548-12DCA3911EC2}"/>
                  </a:ext>
                </a:extLst>
              </p:cNvPr>
              <p:cNvSpPr/>
              <p:nvPr/>
            </p:nvSpPr>
            <p:spPr>
              <a:xfrm>
                <a:off x="2867802" y="3950805"/>
                <a:ext cx="628907" cy="628907"/>
              </a:xfrm>
              <a:prstGeom prst="ellipse">
                <a:avLst/>
              </a:prstGeom>
              <a:solidFill>
                <a:schemeClr val="bg1"/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293" name="TextBox 292">
                <a:extLst>
                  <a:ext uri="{FF2B5EF4-FFF2-40B4-BE49-F238E27FC236}">
                    <a16:creationId xmlns:a16="http://schemas.microsoft.com/office/drawing/2014/main" id="{9A521C17-A568-4F46-9C64-6B3312C6ABF5}"/>
                  </a:ext>
                </a:extLst>
              </p:cNvPr>
              <p:cNvSpPr txBox="1"/>
              <p:nvPr/>
            </p:nvSpPr>
            <p:spPr>
              <a:xfrm>
                <a:off x="2932200" y="4068702"/>
                <a:ext cx="500110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2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ptos" panose="020B0004020202020204" pitchFamily="34" charset="0"/>
                    <a:ea typeface="+mn-ea"/>
                    <a:cs typeface="Arial" panose="020B0604020202020204" pitchFamily="34" charset="0"/>
                  </a:rPr>
                  <a:t>RTH</a:t>
                </a:r>
              </a:p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8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ptos" panose="020B0004020202020204" pitchFamily="34" charset="0"/>
                    <a:ea typeface="+mn-ea"/>
                    <a:cs typeface="Arial" panose="020B0604020202020204" pitchFamily="34" charset="0"/>
                  </a:rPr>
                  <a:t>Beijing</a:t>
                </a:r>
                <a:endParaRPr kumimoji="0" lang="en-GB" sz="7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0B0004020202020204" pitchFamily="34" charset="0"/>
                  <a:ea typeface="+mn-ea"/>
                  <a:cs typeface="Arial" panose="020B0604020202020204" pitchFamily="34" charset="0"/>
                </a:endParaRPr>
              </a:p>
            </p:txBody>
          </p:sp>
        </p:grpSp>
        <p:grpSp>
          <p:nvGrpSpPr>
            <p:cNvPr id="274" name="Group 273">
              <a:extLst>
                <a:ext uri="{FF2B5EF4-FFF2-40B4-BE49-F238E27FC236}">
                  <a16:creationId xmlns:a16="http://schemas.microsoft.com/office/drawing/2014/main" id="{87910DA4-4F19-7FE9-9E83-6C698C2DBDD6}"/>
                </a:ext>
              </a:extLst>
            </p:cNvPr>
            <p:cNvGrpSpPr/>
            <p:nvPr/>
          </p:nvGrpSpPr>
          <p:grpSpPr>
            <a:xfrm>
              <a:off x="6521485" y="5413675"/>
              <a:ext cx="628907" cy="628907"/>
              <a:chOff x="2867802" y="3950805"/>
              <a:chExt cx="628907" cy="628907"/>
            </a:xfrm>
          </p:grpSpPr>
          <p:sp>
            <p:nvSpPr>
              <p:cNvPr id="290" name="Oval 289">
                <a:extLst>
                  <a:ext uri="{FF2B5EF4-FFF2-40B4-BE49-F238E27FC236}">
                    <a16:creationId xmlns:a16="http://schemas.microsoft.com/office/drawing/2014/main" id="{A3295881-E0BB-2D24-5D1D-E163103DEA2E}"/>
                  </a:ext>
                </a:extLst>
              </p:cNvPr>
              <p:cNvSpPr/>
              <p:nvPr/>
            </p:nvSpPr>
            <p:spPr>
              <a:xfrm>
                <a:off x="2867802" y="3950805"/>
                <a:ext cx="628907" cy="628907"/>
              </a:xfrm>
              <a:prstGeom prst="ellipse">
                <a:avLst/>
              </a:prstGeom>
              <a:solidFill>
                <a:schemeClr val="bg1"/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>
                      <a:lumMod val="65000"/>
                    </a:prstClr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291" name="TextBox 290">
                <a:extLst>
                  <a:ext uri="{FF2B5EF4-FFF2-40B4-BE49-F238E27FC236}">
                    <a16:creationId xmlns:a16="http://schemas.microsoft.com/office/drawing/2014/main" id="{4F6D018D-0FE8-971D-7464-9E8BF673B07F}"/>
                  </a:ext>
                </a:extLst>
              </p:cNvPr>
              <p:cNvSpPr txBox="1"/>
              <p:nvPr/>
            </p:nvSpPr>
            <p:spPr>
              <a:xfrm>
                <a:off x="2949594" y="4126758"/>
                <a:ext cx="465322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2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ptos" panose="020B0004020202020204" pitchFamily="34" charset="0"/>
                    <a:ea typeface="+mn-ea"/>
                    <a:cs typeface="Arial" panose="020B0604020202020204" pitchFamily="34" charset="0"/>
                  </a:rPr>
                  <a:t>RTH</a:t>
                </a:r>
              </a:p>
            </p:txBody>
          </p:sp>
        </p:grpSp>
        <p:grpSp>
          <p:nvGrpSpPr>
            <p:cNvPr id="275" name="Group 274">
              <a:extLst>
                <a:ext uri="{FF2B5EF4-FFF2-40B4-BE49-F238E27FC236}">
                  <a16:creationId xmlns:a16="http://schemas.microsoft.com/office/drawing/2014/main" id="{9A41724F-ABD3-39A1-3B6E-E5E54A4D3BFC}"/>
                </a:ext>
              </a:extLst>
            </p:cNvPr>
            <p:cNvGrpSpPr/>
            <p:nvPr/>
          </p:nvGrpSpPr>
          <p:grpSpPr>
            <a:xfrm>
              <a:off x="8862418" y="5165872"/>
              <a:ext cx="628907" cy="628907"/>
              <a:chOff x="2867802" y="3950805"/>
              <a:chExt cx="628907" cy="628907"/>
            </a:xfrm>
          </p:grpSpPr>
          <p:sp>
            <p:nvSpPr>
              <p:cNvPr id="288" name="Oval 287">
                <a:extLst>
                  <a:ext uri="{FF2B5EF4-FFF2-40B4-BE49-F238E27FC236}">
                    <a16:creationId xmlns:a16="http://schemas.microsoft.com/office/drawing/2014/main" id="{03CB5407-C8B4-D982-DADF-D6465F589F29}"/>
                  </a:ext>
                </a:extLst>
              </p:cNvPr>
              <p:cNvSpPr/>
              <p:nvPr/>
            </p:nvSpPr>
            <p:spPr>
              <a:xfrm>
                <a:off x="2867802" y="3950805"/>
                <a:ext cx="628907" cy="628907"/>
              </a:xfrm>
              <a:prstGeom prst="ellipse">
                <a:avLst/>
              </a:prstGeom>
              <a:solidFill>
                <a:schemeClr val="bg1"/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>
                      <a:lumMod val="65000"/>
                    </a:prstClr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289" name="TextBox 288">
                <a:extLst>
                  <a:ext uri="{FF2B5EF4-FFF2-40B4-BE49-F238E27FC236}">
                    <a16:creationId xmlns:a16="http://schemas.microsoft.com/office/drawing/2014/main" id="{FB0F1EBF-7334-93A0-6433-620386D2293C}"/>
                  </a:ext>
                </a:extLst>
              </p:cNvPr>
              <p:cNvSpPr txBox="1"/>
              <p:nvPr/>
            </p:nvSpPr>
            <p:spPr>
              <a:xfrm>
                <a:off x="2949594" y="4126758"/>
                <a:ext cx="465322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2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ptos" panose="020B0004020202020204" pitchFamily="34" charset="0"/>
                    <a:ea typeface="+mn-ea"/>
                    <a:cs typeface="Arial" panose="020B0604020202020204" pitchFamily="34" charset="0"/>
                  </a:rPr>
                  <a:t>RTH</a:t>
                </a:r>
              </a:p>
            </p:txBody>
          </p:sp>
        </p:grpSp>
        <p:grpSp>
          <p:nvGrpSpPr>
            <p:cNvPr id="276" name="Group 275">
              <a:extLst>
                <a:ext uri="{FF2B5EF4-FFF2-40B4-BE49-F238E27FC236}">
                  <a16:creationId xmlns:a16="http://schemas.microsoft.com/office/drawing/2014/main" id="{62D317C7-82F3-DD28-758E-0193F7992C1D}"/>
                </a:ext>
              </a:extLst>
            </p:cNvPr>
            <p:cNvGrpSpPr/>
            <p:nvPr/>
          </p:nvGrpSpPr>
          <p:grpSpPr>
            <a:xfrm>
              <a:off x="7543240" y="4536965"/>
              <a:ext cx="628907" cy="628907"/>
              <a:chOff x="2867802" y="3950805"/>
              <a:chExt cx="628907" cy="628907"/>
            </a:xfrm>
          </p:grpSpPr>
          <p:sp>
            <p:nvSpPr>
              <p:cNvPr id="286" name="Oval 285">
                <a:extLst>
                  <a:ext uri="{FF2B5EF4-FFF2-40B4-BE49-F238E27FC236}">
                    <a16:creationId xmlns:a16="http://schemas.microsoft.com/office/drawing/2014/main" id="{61099181-30FE-C80A-D242-153E1582C135}"/>
                  </a:ext>
                </a:extLst>
              </p:cNvPr>
              <p:cNvSpPr/>
              <p:nvPr/>
            </p:nvSpPr>
            <p:spPr>
              <a:xfrm>
                <a:off x="2867802" y="3950805"/>
                <a:ext cx="628907" cy="628907"/>
              </a:xfrm>
              <a:prstGeom prst="ellipse">
                <a:avLst/>
              </a:prstGeom>
              <a:solidFill>
                <a:schemeClr val="bg1"/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>
                      <a:lumMod val="65000"/>
                    </a:prstClr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287" name="TextBox 286">
                <a:extLst>
                  <a:ext uri="{FF2B5EF4-FFF2-40B4-BE49-F238E27FC236}">
                    <a16:creationId xmlns:a16="http://schemas.microsoft.com/office/drawing/2014/main" id="{987A8117-277B-9B53-78C6-2C17FC6D9257}"/>
                  </a:ext>
                </a:extLst>
              </p:cNvPr>
              <p:cNvSpPr txBox="1"/>
              <p:nvPr/>
            </p:nvSpPr>
            <p:spPr>
              <a:xfrm>
                <a:off x="2949594" y="4126758"/>
                <a:ext cx="465322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2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ptos" panose="020B0004020202020204" pitchFamily="34" charset="0"/>
                    <a:ea typeface="+mn-ea"/>
                    <a:cs typeface="Arial" panose="020B0604020202020204" pitchFamily="34" charset="0"/>
                  </a:rPr>
                  <a:t>RTH</a:t>
                </a:r>
              </a:p>
            </p:txBody>
          </p:sp>
        </p:grpSp>
        <p:cxnSp>
          <p:nvCxnSpPr>
            <p:cNvPr id="277" name="Straight Arrow Connector 276">
              <a:extLst>
                <a:ext uri="{FF2B5EF4-FFF2-40B4-BE49-F238E27FC236}">
                  <a16:creationId xmlns:a16="http://schemas.microsoft.com/office/drawing/2014/main" id="{57ADA427-43D6-E199-717A-DB91465439E8}"/>
                </a:ext>
              </a:extLst>
            </p:cNvPr>
            <p:cNvCxnSpPr>
              <a:cxnSpLocks/>
            </p:cNvCxnSpPr>
            <p:nvPr/>
          </p:nvCxnSpPr>
          <p:spPr>
            <a:xfrm>
              <a:off x="4975127" y="4870482"/>
              <a:ext cx="1508258" cy="709621"/>
            </a:xfrm>
            <a:prstGeom prst="straightConnector1">
              <a:avLst/>
            </a:prstGeom>
            <a:ln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8" name="Straight Arrow Connector 277">
              <a:extLst>
                <a:ext uri="{FF2B5EF4-FFF2-40B4-BE49-F238E27FC236}">
                  <a16:creationId xmlns:a16="http://schemas.microsoft.com/office/drawing/2014/main" id="{D6D0A561-20B7-5826-9C70-3A7229577A2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948850" y="3983610"/>
              <a:ext cx="1143095" cy="575843"/>
            </a:xfrm>
            <a:prstGeom prst="straightConnector1">
              <a:avLst/>
            </a:prstGeom>
            <a:ln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9" name="Straight Arrow Connector 278">
              <a:extLst>
                <a:ext uri="{FF2B5EF4-FFF2-40B4-BE49-F238E27FC236}">
                  <a16:creationId xmlns:a16="http://schemas.microsoft.com/office/drawing/2014/main" id="{1AB865C5-0A26-7A66-CEE1-BED384DB44B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123124" y="5120144"/>
              <a:ext cx="428025" cy="331605"/>
            </a:xfrm>
            <a:prstGeom prst="straightConnector1">
              <a:avLst/>
            </a:prstGeom>
            <a:ln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0" name="Straight Arrow Connector 279">
              <a:extLst>
                <a:ext uri="{FF2B5EF4-FFF2-40B4-BE49-F238E27FC236}">
                  <a16:creationId xmlns:a16="http://schemas.microsoft.com/office/drawing/2014/main" id="{724AA167-57DC-C716-1706-4C0BE749561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172147" y="4092067"/>
              <a:ext cx="1121028" cy="549041"/>
            </a:xfrm>
            <a:prstGeom prst="straightConnector1">
              <a:avLst/>
            </a:prstGeom>
            <a:ln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1" name="Straight Arrow Connector 280">
              <a:extLst>
                <a:ext uri="{FF2B5EF4-FFF2-40B4-BE49-F238E27FC236}">
                  <a16:creationId xmlns:a16="http://schemas.microsoft.com/office/drawing/2014/main" id="{7C28E206-71F7-55BF-17AD-0521DBAE60CF}"/>
                </a:ext>
              </a:extLst>
            </p:cNvPr>
            <p:cNvCxnSpPr>
              <a:cxnSpLocks/>
            </p:cNvCxnSpPr>
            <p:nvPr/>
          </p:nvCxnSpPr>
          <p:spPr>
            <a:xfrm>
              <a:off x="8191197" y="5026609"/>
              <a:ext cx="652171" cy="305691"/>
            </a:xfrm>
            <a:prstGeom prst="straightConnector1">
              <a:avLst/>
            </a:prstGeom>
            <a:ln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2" name="Straight Arrow Connector 281">
              <a:extLst>
                <a:ext uri="{FF2B5EF4-FFF2-40B4-BE49-F238E27FC236}">
                  <a16:creationId xmlns:a16="http://schemas.microsoft.com/office/drawing/2014/main" id="{6E40C328-24DD-6098-4A6D-939AF049B754}"/>
                </a:ext>
              </a:extLst>
            </p:cNvPr>
            <p:cNvCxnSpPr>
              <a:cxnSpLocks/>
            </p:cNvCxnSpPr>
            <p:nvPr/>
          </p:nvCxnSpPr>
          <p:spPr>
            <a:xfrm>
              <a:off x="9538950" y="5570578"/>
              <a:ext cx="981544" cy="276999"/>
            </a:xfrm>
            <a:prstGeom prst="straightConnector1">
              <a:avLst/>
            </a:prstGeom>
            <a:ln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83" name="Group 282">
              <a:extLst>
                <a:ext uri="{FF2B5EF4-FFF2-40B4-BE49-F238E27FC236}">
                  <a16:creationId xmlns:a16="http://schemas.microsoft.com/office/drawing/2014/main" id="{F9C5D41D-A4F2-1984-68D1-B92A0D19997F}"/>
                </a:ext>
              </a:extLst>
            </p:cNvPr>
            <p:cNvGrpSpPr/>
            <p:nvPr/>
          </p:nvGrpSpPr>
          <p:grpSpPr>
            <a:xfrm>
              <a:off x="10510969" y="5552173"/>
              <a:ext cx="751592" cy="628907"/>
              <a:chOff x="10510969" y="5552173"/>
              <a:chExt cx="751592" cy="628907"/>
            </a:xfrm>
          </p:grpSpPr>
          <p:sp>
            <p:nvSpPr>
              <p:cNvPr id="284" name="Rectangle: Rounded Corners 283">
                <a:extLst>
                  <a:ext uri="{FF2B5EF4-FFF2-40B4-BE49-F238E27FC236}">
                    <a16:creationId xmlns:a16="http://schemas.microsoft.com/office/drawing/2014/main" id="{766157C9-8830-0FD0-50CE-C98CD49B5814}"/>
                  </a:ext>
                </a:extLst>
              </p:cNvPr>
              <p:cNvSpPr/>
              <p:nvPr/>
            </p:nvSpPr>
            <p:spPr>
              <a:xfrm>
                <a:off x="10572312" y="5552173"/>
                <a:ext cx="628907" cy="628907"/>
              </a:xfrm>
              <a:prstGeom prst="roundRect">
                <a:avLst>
                  <a:gd name="adj" fmla="val 8678"/>
                </a:avLst>
              </a:prstGeom>
              <a:solidFill>
                <a:schemeClr val="bg1"/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285" name="TextBox 284">
                <a:extLst>
                  <a:ext uri="{FF2B5EF4-FFF2-40B4-BE49-F238E27FC236}">
                    <a16:creationId xmlns:a16="http://schemas.microsoft.com/office/drawing/2014/main" id="{DED04BF6-EA10-04A6-0196-2A4DE3D3C89D}"/>
                  </a:ext>
                </a:extLst>
              </p:cNvPr>
              <p:cNvSpPr txBox="1"/>
              <p:nvPr/>
            </p:nvSpPr>
            <p:spPr>
              <a:xfrm>
                <a:off x="10510969" y="5728127"/>
                <a:ext cx="751592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2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ptos" panose="020B0004020202020204" pitchFamily="34" charset="0"/>
                    <a:ea typeface="+mn-ea"/>
                    <a:cs typeface="Arial" panose="020B0604020202020204" pitchFamily="34" charset="0"/>
                  </a:rPr>
                  <a:t>WDQMS</a:t>
                </a:r>
              </a:p>
            </p:txBody>
          </p:sp>
        </p:grpSp>
      </p:grpSp>
      <p:grpSp>
        <p:nvGrpSpPr>
          <p:cNvPr id="5" name="Group 4">
            <a:extLst>
              <a:ext uri="{FF2B5EF4-FFF2-40B4-BE49-F238E27FC236}">
                <a16:creationId xmlns:a16="http://schemas.microsoft.com/office/drawing/2014/main" id="{33E5565C-385D-627F-AE84-82C7CAA21B66}"/>
              </a:ext>
            </a:extLst>
          </p:cNvPr>
          <p:cNvGrpSpPr/>
          <p:nvPr/>
        </p:nvGrpSpPr>
        <p:grpSpPr>
          <a:xfrm>
            <a:off x="6915150" y="1571625"/>
            <a:ext cx="2286000" cy="1104900"/>
            <a:chOff x="6915150" y="1571625"/>
            <a:chExt cx="2286000" cy="1104900"/>
          </a:xfrm>
        </p:grpSpPr>
        <p:sp>
          <p:nvSpPr>
            <p:cNvPr id="3" name="Freeform: Shape 2">
              <a:extLst>
                <a:ext uri="{FF2B5EF4-FFF2-40B4-BE49-F238E27FC236}">
                  <a16:creationId xmlns:a16="http://schemas.microsoft.com/office/drawing/2014/main" id="{AD4C30C5-C035-1226-EC97-76C3829B7B35}"/>
                </a:ext>
              </a:extLst>
            </p:cNvPr>
            <p:cNvSpPr/>
            <p:nvPr/>
          </p:nvSpPr>
          <p:spPr>
            <a:xfrm>
              <a:off x="6915150" y="1571625"/>
              <a:ext cx="1228725" cy="1104900"/>
            </a:xfrm>
            <a:custGeom>
              <a:avLst/>
              <a:gdLst>
                <a:gd name="connsiteX0" fmla="*/ 0 w 1228725"/>
                <a:gd name="connsiteY0" fmla="*/ 1104900 h 1104900"/>
                <a:gd name="connsiteX1" fmla="*/ 847725 w 1228725"/>
                <a:gd name="connsiteY1" fmla="*/ 685800 h 1104900"/>
                <a:gd name="connsiteX2" fmla="*/ 1228725 w 1228725"/>
                <a:gd name="connsiteY2" fmla="*/ 0 h 11049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28725" h="1104900">
                  <a:moveTo>
                    <a:pt x="0" y="1104900"/>
                  </a:moveTo>
                  <a:cubicBezTo>
                    <a:pt x="321469" y="987425"/>
                    <a:pt x="642938" y="869950"/>
                    <a:pt x="847725" y="685800"/>
                  </a:cubicBezTo>
                  <a:cubicBezTo>
                    <a:pt x="1052512" y="501650"/>
                    <a:pt x="1140618" y="250825"/>
                    <a:pt x="1228725" y="0"/>
                  </a:cubicBezTo>
                </a:path>
              </a:pathLst>
            </a:custGeom>
            <a:noFill/>
            <a:ln>
              <a:solidFill>
                <a:schemeClr val="accent2">
                  <a:lumMod val="75000"/>
                </a:schemeClr>
              </a:solidFill>
              <a:headEnd type="none" w="med" len="med"/>
              <a:tailEnd type="triangle" w="med" len="me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4" name="Freeform: Shape 3">
              <a:extLst>
                <a:ext uri="{FF2B5EF4-FFF2-40B4-BE49-F238E27FC236}">
                  <a16:creationId xmlns:a16="http://schemas.microsoft.com/office/drawing/2014/main" id="{CD363E59-C830-B46D-E080-753F6BF09F51}"/>
                </a:ext>
              </a:extLst>
            </p:cNvPr>
            <p:cNvSpPr/>
            <p:nvPr/>
          </p:nvSpPr>
          <p:spPr>
            <a:xfrm>
              <a:off x="8343900" y="1600200"/>
              <a:ext cx="857250" cy="971550"/>
            </a:xfrm>
            <a:custGeom>
              <a:avLst/>
              <a:gdLst>
                <a:gd name="connsiteX0" fmla="*/ 857250 w 857250"/>
                <a:gd name="connsiteY0" fmla="*/ 971550 h 971550"/>
                <a:gd name="connsiteX1" fmla="*/ 361950 w 857250"/>
                <a:gd name="connsiteY1" fmla="*/ 628650 h 971550"/>
                <a:gd name="connsiteX2" fmla="*/ 0 w 857250"/>
                <a:gd name="connsiteY2" fmla="*/ 0 h 9715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857250" h="971550">
                  <a:moveTo>
                    <a:pt x="857250" y="971550"/>
                  </a:moveTo>
                  <a:cubicBezTo>
                    <a:pt x="681037" y="881062"/>
                    <a:pt x="504825" y="790575"/>
                    <a:pt x="361950" y="628650"/>
                  </a:cubicBezTo>
                  <a:cubicBezTo>
                    <a:pt x="219075" y="466725"/>
                    <a:pt x="109537" y="233362"/>
                    <a:pt x="0" y="0"/>
                  </a:cubicBezTo>
                </a:path>
              </a:pathLst>
            </a:custGeom>
            <a:noFill/>
            <a:ln>
              <a:solidFill>
                <a:schemeClr val="accent2">
                  <a:lumMod val="75000"/>
                </a:schemeClr>
              </a:solidFill>
              <a:headEnd type="none" w="med" len="med"/>
              <a:tailEnd type="triangle" w="med" len="me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</p:grpSp>
      <p:cxnSp>
        <p:nvCxnSpPr>
          <p:cNvPr id="304" name="Straight Arrow Connector 303">
            <a:extLst>
              <a:ext uri="{FF2B5EF4-FFF2-40B4-BE49-F238E27FC236}">
                <a16:creationId xmlns:a16="http://schemas.microsoft.com/office/drawing/2014/main" id="{21FB5C48-ABD9-FCBE-4A41-0F4D1B157B58}"/>
              </a:ext>
            </a:extLst>
          </p:cNvPr>
          <p:cNvCxnSpPr>
            <a:cxnSpLocks/>
          </p:cNvCxnSpPr>
          <p:nvPr/>
        </p:nvCxnSpPr>
        <p:spPr>
          <a:xfrm flipV="1">
            <a:off x="9496425" y="4419600"/>
            <a:ext cx="1743075" cy="838200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334" name="Group 333">
            <a:extLst>
              <a:ext uri="{FF2B5EF4-FFF2-40B4-BE49-F238E27FC236}">
                <a16:creationId xmlns:a16="http://schemas.microsoft.com/office/drawing/2014/main" id="{D3EBCC47-6AAC-E281-2C12-ABAD184023B5}"/>
              </a:ext>
            </a:extLst>
          </p:cNvPr>
          <p:cNvGrpSpPr/>
          <p:nvPr/>
        </p:nvGrpSpPr>
        <p:grpSpPr>
          <a:xfrm>
            <a:off x="4975127" y="3950805"/>
            <a:ext cx="4274557" cy="745259"/>
            <a:chOff x="4975127" y="3950805"/>
            <a:chExt cx="4274557" cy="745259"/>
          </a:xfrm>
        </p:grpSpPr>
        <p:cxnSp>
          <p:nvCxnSpPr>
            <p:cNvPr id="6" name="Straight Arrow Connector 5">
              <a:extLst>
                <a:ext uri="{FF2B5EF4-FFF2-40B4-BE49-F238E27FC236}">
                  <a16:creationId xmlns:a16="http://schemas.microsoft.com/office/drawing/2014/main" id="{B20FCD11-5A0F-289C-6062-B82E50577B0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975127" y="3950805"/>
              <a:ext cx="4274557" cy="745259"/>
            </a:xfrm>
            <a:prstGeom prst="straightConnector1">
              <a:avLst/>
            </a:prstGeom>
            <a:ln>
              <a:solidFill>
                <a:srgbClr val="7030A0"/>
              </a:solidFill>
              <a:prstDash val="sysDash"/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33" name="Oval 332">
              <a:extLst>
                <a:ext uri="{FF2B5EF4-FFF2-40B4-BE49-F238E27FC236}">
                  <a16:creationId xmlns:a16="http://schemas.microsoft.com/office/drawing/2014/main" id="{F86D23A9-9C0D-C684-1D65-1FE13C1004DE}"/>
                </a:ext>
              </a:extLst>
            </p:cNvPr>
            <p:cNvSpPr/>
            <p:nvPr/>
          </p:nvSpPr>
          <p:spPr>
            <a:xfrm>
              <a:off x="7028500" y="4027934"/>
              <a:ext cx="505260" cy="505258"/>
            </a:xfrm>
            <a:prstGeom prst="ellipse">
              <a:avLst/>
            </a:prstGeom>
            <a:solidFill>
              <a:schemeClr val="bg1"/>
            </a:solidFill>
            <a:ln w="28575">
              <a:solidFill>
                <a:srgbClr val="7030A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2800" b="0" i="0" u="none" strike="noStrike" kern="1200" cap="none" spc="0" normalizeH="0" baseline="0" noProof="0" dirty="0">
                  <a:ln>
                    <a:noFill/>
                  </a:ln>
                  <a:solidFill>
                    <a:srgbClr val="7030A0"/>
                  </a:solidFill>
                  <a:effectLst/>
                  <a:uLnTx/>
                  <a:uFillTx/>
                  <a:latin typeface="Engravers MT" panose="02090707080505020304" pitchFamily="18" charset="0"/>
                  <a:ea typeface="+mn-ea"/>
                  <a:cs typeface="+mn-cs"/>
                </a:rPr>
                <a:t>?</a:t>
              </a:r>
              <a:endPara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Engravers MT" panose="02090707080505020304" pitchFamily="18" charset="0"/>
                <a:ea typeface="+mn-ea"/>
                <a:cs typeface="+mn-cs"/>
              </a:endParaRPr>
            </a:p>
          </p:txBody>
        </p:sp>
      </p:grpSp>
      <p:cxnSp>
        <p:nvCxnSpPr>
          <p:cNvPr id="338" name="Straight Arrow Connector 337">
            <a:extLst>
              <a:ext uri="{FF2B5EF4-FFF2-40B4-BE49-F238E27FC236}">
                <a16:creationId xmlns:a16="http://schemas.microsoft.com/office/drawing/2014/main" id="{B6B3004D-38FF-9DF3-6901-1B5DFBF0D971}"/>
              </a:ext>
            </a:extLst>
          </p:cNvPr>
          <p:cNvCxnSpPr>
            <a:cxnSpLocks/>
          </p:cNvCxnSpPr>
          <p:nvPr/>
        </p:nvCxnSpPr>
        <p:spPr>
          <a:xfrm>
            <a:off x="6505853" y="3293859"/>
            <a:ext cx="0" cy="265613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9" name="Straight Arrow Connector 338">
            <a:extLst>
              <a:ext uri="{FF2B5EF4-FFF2-40B4-BE49-F238E27FC236}">
                <a16:creationId xmlns:a16="http://schemas.microsoft.com/office/drawing/2014/main" id="{CDE070B9-3CCB-5730-6B8A-9854F30B7C06}"/>
              </a:ext>
            </a:extLst>
          </p:cNvPr>
          <p:cNvCxnSpPr>
            <a:cxnSpLocks/>
          </p:cNvCxnSpPr>
          <p:nvPr/>
        </p:nvCxnSpPr>
        <p:spPr>
          <a:xfrm>
            <a:off x="9602289" y="3297767"/>
            <a:ext cx="0" cy="256088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125665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9FB540-5108-F514-6807-D21FF1A64E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2" name="Picture 221">
            <a:extLst>
              <a:ext uri="{FF2B5EF4-FFF2-40B4-BE49-F238E27FC236}">
                <a16:creationId xmlns:a16="http://schemas.microsoft.com/office/drawing/2014/main" id="{617EFEDE-3CF6-AA36-40E0-DCA686ACC5F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418180"/>
            <a:ext cx="5197907" cy="1439820"/>
          </a:xfrm>
          <a:prstGeom prst="rect">
            <a:avLst/>
          </a:prstGeom>
        </p:spPr>
      </p:pic>
      <p:grpSp>
        <p:nvGrpSpPr>
          <p:cNvPr id="13" name="Group 12">
            <a:extLst>
              <a:ext uri="{FF2B5EF4-FFF2-40B4-BE49-F238E27FC236}">
                <a16:creationId xmlns:a16="http://schemas.microsoft.com/office/drawing/2014/main" id="{4789ABAE-5201-4F84-A07C-0DB71E127431}"/>
              </a:ext>
            </a:extLst>
          </p:cNvPr>
          <p:cNvGrpSpPr/>
          <p:nvPr/>
        </p:nvGrpSpPr>
        <p:grpSpPr>
          <a:xfrm>
            <a:off x="2588900" y="323658"/>
            <a:ext cx="8879200" cy="6210684"/>
            <a:chOff x="1942544" y="1301750"/>
            <a:chExt cx="6082512" cy="4254500"/>
          </a:xfrm>
        </p:grpSpPr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FCC4F762-6A42-A1D9-ECC8-22D8268D8366}"/>
                </a:ext>
              </a:extLst>
            </p:cNvPr>
            <p:cNvGrpSpPr/>
            <p:nvPr/>
          </p:nvGrpSpPr>
          <p:grpSpPr>
            <a:xfrm>
              <a:off x="1942544" y="1301750"/>
              <a:ext cx="6082512" cy="4254500"/>
              <a:chOff x="1942544" y="1301750"/>
              <a:chExt cx="6082512" cy="4254500"/>
            </a:xfrm>
          </p:grpSpPr>
          <p:sp>
            <p:nvSpPr>
              <p:cNvPr id="7" name="Cloud 6">
                <a:extLst>
                  <a:ext uri="{FF2B5EF4-FFF2-40B4-BE49-F238E27FC236}">
                    <a16:creationId xmlns:a16="http://schemas.microsoft.com/office/drawing/2014/main" id="{74C1C3E4-6C2B-7E6C-374B-3057C3502CF4}"/>
                  </a:ext>
                </a:extLst>
              </p:cNvPr>
              <p:cNvSpPr/>
              <p:nvPr/>
            </p:nvSpPr>
            <p:spPr>
              <a:xfrm rot="401311">
                <a:off x="1948500" y="1301750"/>
                <a:ext cx="6070600" cy="4254500"/>
              </a:xfrm>
              <a:prstGeom prst="cloud">
                <a:avLst/>
              </a:prstGeom>
              <a:solidFill>
                <a:schemeClr val="bg1"/>
              </a:solidFill>
              <a:ln w="38100">
                <a:solidFill>
                  <a:schemeClr val="bg1">
                    <a:lumMod val="75000"/>
                  </a:schemeClr>
                </a:solidFill>
                <a:prstDash val="sysDash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8" name="Cloud 7">
                <a:extLst>
                  <a:ext uri="{FF2B5EF4-FFF2-40B4-BE49-F238E27FC236}">
                    <a16:creationId xmlns:a16="http://schemas.microsoft.com/office/drawing/2014/main" id="{F8019979-8CF3-50D2-618F-F790D5A40FAC}"/>
                  </a:ext>
                </a:extLst>
              </p:cNvPr>
              <p:cNvSpPr/>
              <p:nvPr/>
            </p:nvSpPr>
            <p:spPr>
              <a:xfrm rot="401311">
                <a:off x="1942544" y="1382575"/>
                <a:ext cx="6082512" cy="4118248"/>
              </a:xfrm>
              <a:prstGeom prst="cloud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</p:grp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4216FA28-9709-DA63-CA44-CBF8E2662279}"/>
                </a:ext>
              </a:extLst>
            </p:cNvPr>
            <p:cNvCxnSpPr>
              <a:cxnSpLocks/>
            </p:cNvCxnSpPr>
            <p:nvPr/>
          </p:nvCxnSpPr>
          <p:spPr>
            <a:xfrm>
              <a:off x="2133600" y="3429000"/>
              <a:ext cx="5867400" cy="0"/>
            </a:xfrm>
            <a:prstGeom prst="line">
              <a:avLst/>
            </a:prstGeom>
            <a:solidFill>
              <a:schemeClr val="bg1"/>
            </a:solidFill>
            <a:ln w="38100">
              <a:solidFill>
                <a:schemeClr val="bg1">
                  <a:lumMod val="75000"/>
                </a:schemeClr>
              </a:solidFill>
              <a:prstDash val="sys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sp>
        <p:nvSpPr>
          <p:cNvPr id="14" name="TextBox 13">
            <a:extLst>
              <a:ext uri="{FF2B5EF4-FFF2-40B4-BE49-F238E27FC236}">
                <a16:creationId xmlns:a16="http://schemas.microsoft.com/office/drawing/2014/main" id="{9694CA68-3C27-69B4-9A30-C9006042CBD7}"/>
              </a:ext>
            </a:extLst>
          </p:cNvPr>
          <p:cNvSpPr txBox="1"/>
          <p:nvPr/>
        </p:nvSpPr>
        <p:spPr>
          <a:xfrm>
            <a:off x="6238875" y="314003"/>
            <a:ext cx="818636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WIS2</a:t>
            </a:r>
          </a:p>
        </p:txBody>
      </p:sp>
      <p:grpSp>
        <p:nvGrpSpPr>
          <p:cNvPr id="225" name="Group 224">
            <a:extLst>
              <a:ext uri="{FF2B5EF4-FFF2-40B4-BE49-F238E27FC236}">
                <a16:creationId xmlns:a16="http://schemas.microsoft.com/office/drawing/2014/main" id="{6FFFA02C-C0FA-B1C1-B68E-594988EACB24}"/>
              </a:ext>
            </a:extLst>
          </p:cNvPr>
          <p:cNvGrpSpPr/>
          <p:nvPr/>
        </p:nvGrpSpPr>
        <p:grpSpPr>
          <a:xfrm>
            <a:off x="350689" y="4160355"/>
            <a:ext cx="466050" cy="669682"/>
            <a:chOff x="1159011" y="4934512"/>
            <a:chExt cx="466050" cy="669682"/>
          </a:xfrm>
        </p:grpSpPr>
        <p:sp>
          <p:nvSpPr>
            <p:cNvPr id="224" name="Rectangle: Rounded Corners 223">
              <a:extLst>
                <a:ext uri="{FF2B5EF4-FFF2-40B4-BE49-F238E27FC236}">
                  <a16:creationId xmlns:a16="http://schemas.microsoft.com/office/drawing/2014/main" id="{E84508EE-8B89-1541-934D-4CF1438204FD}"/>
                </a:ext>
              </a:extLst>
            </p:cNvPr>
            <p:cNvSpPr/>
            <p:nvPr/>
          </p:nvSpPr>
          <p:spPr>
            <a:xfrm>
              <a:off x="1159011" y="4934512"/>
              <a:ext cx="466050" cy="669682"/>
            </a:xfrm>
            <a:prstGeom prst="roundRect">
              <a:avLst>
                <a:gd name="adj" fmla="val 8535"/>
              </a:avLst>
            </a:prstGeom>
            <a:solidFill>
              <a:schemeClr val="bg1"/>
            </a:solidFill>
            <a:ln w="12700">
              <a:prstDash val="sys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218" name="Rectangle 217">
              <a:extLst>
                <a:ext uri="{FF2B5EF4-FFF2-40B4-BE49-F238E27FC236}">
                  <a16:creationId xmlns:a16="http://schemas.microsoft.com/office/drawing/2014/main" id="{5A71EBF9-5627-FFC5-4032-5F1B9B6D7B7B}"/>
                </a:ext>
              </a:extLst>
            </p:cNvPr>
            <p:cNvSpPr/>
            <p:nvPr/>
          </p:nvSpPr>
          <p:spPr>
            <a:xfrm>
              <a:off x="1307134" y="5356687"/>
              <a:ext cx="169804" cy="169804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A</a:t>
              </a:r>
            </a:p>
          </p:txBody>
        </p:sp>
        <p:pic>
          <p:nvPicPr>
            <p:cNvPr id="223" name="Picture 222" descr="A black and white symbol&#10;&#10;Description automatically generated">
              <a:extLst>
                <a:ext uri="{FF2B5EF4-FFF2-40B4-BE49-F238E27FC236}">
                  <a16:creationId xmlns:a16="http://schemas.microsoft.com/office/drawing/2014/main" id="{F1D9CDBC-34AB-2756-7434-2F306F9BBB0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216187" y="4970684"/>
              <a:ext cx="351698" cy="351696"/>
            </a:xfrm>
            <a:prstGeom prst="rect">
              <a:avLst/>
            </a:prstGeom>
          </p:spPr>
        </p:pic>
      </p:grpSp>
      <p:grpSp>
        <p:nvGrpSpPr>
          <p:cNvPr id="234" name="Group 233">
            <a:extLst>
              <a:ext uri="{FF2B5EF4-FFF2-40B4-BE49-F238E27FC236}">
                <a16:creationId xmlns:a16="http://schemas.microsoft.com/office/drawing/2014/main" id="{1596AF5B-48D5-3255-2C69-C4FF77411820}"/>
              </a:ext>
            </a:extLst>
          </p:cNvPr>
          <p:cNvGrpSpPr/>
          <p:nvPr/>
        </p:nvGrpSpPr>
        <p:grpSpPr>
          <a:xfrm>
            <a:off x="858066" y="4163562"/>
            <a:ext cx="466050" cy="669682"/>
            <a:chOff x="1159011" y="4934512"/>
            <a:chExt cx="466050" cy="669682"/>
          </a:xfrm>
        </p:grpSpPr>
        <p:sp>
          <p:nvSpPr>
            <p:cNvPr id="235" name="Rectangle: Rounded Corners 234">
              <a:extLst>
                <a:ext uri="{FF2B5EF4-FFF2-40B4-BE49-F238E27FC236}">
                  <a16:creationId xmlns:a16="http://schemas.microsoft.com/office/drawing/2014/main" id="{7153008E-58F5-7241-B17C-02F494E6CE93}"/>
                </a:ext>
              </a:extLst>
            </p:cNvPr>
            <p:cNvSpPr/>
            <p:nvPr/>
          </p:nvSpPr>
          <p:spPr>
            <a:xfrm>
              <a:off x="1159011" y="4934512"/>
              <a:ext cx="466050" cy="669682"/>
            </a:xfrm>
            <a:prstGeom prst="roundRect">
              <a:avLst>
                <a:gd name="adj" fmla="val 8535"/>
              </a:avLst>
            </a:prstGeom>
            <a:solidFill>
              <a:schemeClr val="bg1"/>
            </a:solidFill>
            <a:ln w="12700">
              <a:prstDash val="sys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236" name="Rectangle 235">
              <a:extLst>
                <a:ext uri="{FF2B5EF4-FFF2-40B4-BE49-F238E27FC236}">
                  <a16:creationId xmlns:a16="http://schemas.microsoft.com/office/drawing/2014/main" id="{6ABC9C32-8905-C336-FB51-9458A332F32B}"/>
                </a:ext>
              </a:extLst>
            </p:cNvPr>
            <p:cNvSpPr/>
            <p:nvPr/>
          </p:nvSpPr>
          <p:spPr>
            <a:xfrm>
              <a:off x="1307134" y="5356687"/>
              <a:ext cx="169804" cy="169804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B</a:t>
              </a:r>
            </a:p>
          </p:txBody>
        </p:sp>
        <p:pic>
          <p:nvPicPr>
            <p:cNvPr id="237" name="Picture 236" descr="A black and white symbol&#10;&#10;Description automatically generated">
              <a:extLst>
                <a:ext uri="{FF2B5EF4-FFF2-40B4-BE49-F238E27FC236}">
                  <a16:creationId xmlns:a16="http://schemas.microsoft.com/office/drawing/2014/main" id="{623DEE69-967C-1BE4-186B-8E2B53A8C25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216187" y="4970684"/>
              <a:ext cx="351698" cy="351696"/>
            </a:xfrm>
            <a:prstGeom prst="rect">
              <a:avLst/>
            </a:prstGeom>
          </p:spPr>
        </p:pic>
      </p:grpSp>
      <p:grpSp>
        <p:nvGrpSpPr>
          <p:cNvPr id="238" name="Group 237">
            <a:extLst>
              <a:ext uri="{FF2B5EF4-FFF2-40B4-BE49-F238E27FC236}">
                <a16:creationId xmlns:a16="http://schemas.microsoft.com/office/drawing/2014/main" id="{7FA08571-A5AB-D38F-AB52-55C2D25D426F}"/>
              </a:ext>
            </a:extLst>
          </p:cNvPr>
          <p:cNvGrpSpPr/>
          <p:nvPr/>
        </p:nvGrpSpPr>
        <p:grpSpPr>
          <a:xfrm>
            <a:off x="856832" y="4869695"/>
            <a:ext cx="466050" cy="669682"/>
            <a:chOff x="1159011" y="4934512"/>
            <a:chExt cx="466050" cy="669682"/>
          </a:xfrm>
        </p:grpSpPr>
        <p:sp>
          <p:nvSpPr>
            <p:cNvPr id="239" name="Rectangle: Rounded Corners 238">
              <a:extLst>
                <a:ext uri="{FF2B5EF4-FFF2-40B4-BE49-F238E27FC236}">
                  <a16:creationId xmlns:a16="http://schemas.microsoft.com/office/drawing/2014/main" id="{FBD29D8E-A14F-8B38-96FF-CFF4A4A2FE58}"/>
                </a:ext>
              </a:extLst>
            </p:cNvPr>
            <p:cNvSpPr/>
            <p:nvPr/>
          </p:nvSpPr>
          <p:spPr>
            <a:xfrm>
              <a:off x="1159011" y="4934512"/>
              <a:ext cx="466050" cy="669682"/>
            </a:xfrm>
            <a:prstGeom prst="roundRect">
              <a:avLst>
                <a:gd name="adj" fmla="val 8535"/>
              </a:avLst>
            </a:prstGeom>
            <a:solidFill>
              <a:schemeClr val="bg1"/>
            </a:solidFill>
            <a:ln w="12700">
              <a:prstDash val="sys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240" name="Rectangle 239">
              <a:extLst>
                <a:ext uri="{FF2B5EF4-FFF2-40B4-BE49-F238E27FC236}">
                  <a16:creationId xmlns:a16="http://schemas.microsoft.com/office/drawing/2014/main" id="{FA179236-43AE-BB5C-EE9D-A3E3EA11C77E}"/>
                </a:ext>
              </a:extLst>
            </p:cNvPr>
            <p:cNvSpPr/>
            <p:nvPr/>
          </p:nvSpPr>
          <p:spPr>
            <a:xfrm>
              <a:off x="1307134" y="5356687"/>
              <a:ext cx="169804" cy="169804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D</a:t>
              </a:r>
            </a:p>
          </p:txBody>
        </p:sp>
        <p:pic>
          <p:nvPicPr>
            <p:cNvPr id="241" name="Picture 240" descr="A black and white symbol&#10;&#10;Description automatically generated">
              <a:extLst>
                <a:ext uri="{FF2B5EF4-FFF2-40B4-BE49-F238E27FC236}">
                  <a16:creationId xmlns:a16="http://schemas.microsoft.com/office/drawing/2014/main" id="{424806CC-698C-25B9-D6B6-24004145F76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216187" y="4970684"/>
              <a:ext cx="351698" cy="351696"/>
            </a:xfrm>
            <a:prstGeom prst="rect">
              <a:avLst/>
            </a:prstGeom>
          </p:spPr>
        </p:pic>
      </p:grpSp>
      <p:grpSp>
        <p:nvGrpSpPr>
          <p:cNvPr id="242" name="Group 241">
            <a:extLst>
              <a:ext uri="{FF2B5EF4-FFF2-40B4-BE49-F238E27FC236}">
                <a16:creationId xmlns:a16="http://schemas.microsoft.com/office/drawing/2014/main" id="{B3ED436A-4C5D-E30E-87D1-EC5A7252DBED}"/>
              </a:ext>
            </a:extLst>
          </p:cNvPr>
          <p:cNvGrpSpPr/>
          <p:nvPr/>
        </p:nvGrpSpPr>
        <p:grpSpPr>
          <a:xfrm>
            <a:off x="349454" y="4869695"/>
            <a:ext cx="466050" cy="669682"/>
            <a:chOff x="1159011" y="4934512"/>
            <a:chExt cx="466050" cy="669682"/>
          </a:xfrm>
        </p:grpSpPr>
        <p:sp>
          <p:nvSpPr>
            <p:cNvPr id="243" name="Rectangle: Rounded Corners 242">
              <a:extLst>
                <a:ext uri="{FF2B5EF4-FFF2-40B4-BE49-F238E27FC236}">
                  <a16:creationId xmlns:a16="http://schemas.microsoft.com/office/drawing/2014/main" id="{071B424D-FFD8-4A46-4B3A-C2555F3E2973}"/>
                </a:ext>
              </a:extLst>
            </p:cNvPr>
            <p:cNvSpPr/>
            <p:nvPr/>
          </p:nvSpPr>
          <p:spPr>
            <a:xfrm>
              <a:off x="1159011" y="4934512"/>
              <a:ext cx="466050" cy="669682"/>
            </a:xfrm>
            <a:prstGeom prst="roundRect">
              <a:avLst>
                <a:gd name="adj" fmla="val 8535"/>
              </a:avLst>
            </a:prstGeom>
            <a:solidFill>
              <a:schemeClr val="bg1"/>
            </a:solidFill>
            <a:ln w="12700">
              <a:prstDash val="sys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244" name="Rectangle 243">
              <a:extLst>
                <a:ext uri="{FF2B5EF4-FFF2-40B4-BE49-F238E27FC236}">
                  <a16:creationId xmlns:a16="http://schemas.microsoft.com/office/drawing/2014/main" id="{9D30A77F-DAD1-BB73-BAF2-DBB4211F8674}"/>
                </a:ext>
              </a:extLst>
            </p:cNvPr>
            <p:cNvSpPr/>
            <p:nvPr/>
          </p:nvSpPr>
          <p:spPr>
            <a:xfrm>
              <a:off x="1307134" y="5356687"/>
              <a:ext cx="169804" cy="169804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C</a:t>
              </a:r>
            </a:p>
          </p:txBody>
        </p:sp>
        <p:pic>
          <p:nvPicPr>
            <p:cNvPr id="245" name="Picture 244" descr="A black and white symbol&#10;&#10;Description automatically generated">
              <a:extLst>
                <a:ext uri="{FF2B5EF4-FFF2-40B4-BE49-F238E27FC236}">
                  <a16:creationId xmlns:a16="http://schemas.microsoft.com/office/drawing/2014/main" id="{FEF3A982-08C4-9E05-07A8-FF4E001B9046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216187" y="4970684"/>
              <a:ext cx="351698" cy="351696"/>
            </a:xfrm>
            <a:prstGeom prst="rect">
              <a:avLst/>
            </a:prstGeom>
          </p:spPr>
        </p:pic>
      </p:grpSp>
      <p:grpSp>
        <p:nvGrpSpPr>
          <p:cNvPr id="249" name="Group 248">
            <a:extLst>
              <a:ext uri="{FF2B5EF4-FFF2-40B4-BE49-F238E27FC236}">
                <a16:creationId xmlns:a16="http://schemas.microsoft.com/office/drawing/2014/main" id="{A21D8D93-EE4D-3608-E371-3B39AC56C117}"/>
              </a:ext>
            </a:extLst>
          </p:cNvPr>
          <p:cNvGrpSpPr/>
          <p:nvPr/>
        </p:nvGrpSpPr>
        <p:grpSpPr>
          <a:xfrm>
            <a:off x="1633202" y="1621248"/>
            <a:ext cx="1960897" cy="3158269"/>
            <a:chOff x="1633202" y="1621248"/>
            <a:chExt cx="1960897" cy="3158269"/>
          </a:xfrm>
        </p:grpSpPr>
        <p:sp>
          <p:nvSpPr>
            <p:cNvPr id="247" name="Rectangle: Rounded Corners 246">
              <a:extLst>
                <a:ext uri="{FF2B5EF4-FFF2-40B4-BE49-F238E27FC236}">
                  <a16:creationId xmlns:a16="http://schemas.microsoft.com/office/drawing/2014/main" id="{847B0941-94DF-A717-7573-E3F4D5D8B69E}"/>
                </a:ext>
              </a:extLst>
            </p:cNvPr>
            <p:cNvSpPr/>
            <p:nvPr/>
          </p:nvSpPr>
          <p:spPr>
            <a:xfrm>
              <a:off x="1633202" y="1858519"/>
              <a:ext cx="1960897" cy="2920998"/>
            </a:xfrm>
            <a:prstGeom prst="roundRect">
              <a:avLst>
                <a:gd name="adj" fmla="val 3624"/>
              </a:avLst>
            </a:prstGeom>
            <a:solidFill>
              <a:schemeClr val="bg1">
                <a:lumMod val="95000"/>
                <a:alpha val="50196"/>
              </a:schemeClr>
            </a:solidFill>
            <a:ln w="12700">
              <a:solidFill>
                <a:schemeClr val="tx1">
                  <a:lumMod val="50000"/>
                  <a:lumOff val="50000"/>
                </a:schemeClr>
              </a:solidFill>
              <a:prstDash val="sysDot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248" name="TextBox 247">
              <a:extLst>
                <a:ext uri="{FF2B5EF4-FFF2-40B4-BE49-F238E27FC236}">
                  <a16:creationId xmlns:a16="http://schemas.microsoft.com/office/drawing/2014/main" id="{E54D315B-37CC-4FE1-97FA-84FBD731B53A}"/>
                </a:ext>
              </a:extLst>
            </p:cNvPr>
            <p:cNvSpPr txBox="1"/>
            <p:nvPr/>
          </p:nvSpPr>
          <p:spPr>
            <a:xfrm>
              <a:off x="2059127" y="1621248"/>
              <a:ext cx="1179193" cy="2539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5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WIS Centre</a:t>
              </a:r>
              <a:endParaRPr kumimoji="0" lang="en-GB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246" name="Group 245">
            <a:extLst>
              <a:ext uri="{FF2B5EF4-FFF2-40B4-BE49-F238E27FC236}">
                <a16:creationId xmlns:a16="http://schemas.microsoft.com/office/drawing/2014/main" id="{B100B16C-F177-442C-77BC-404871CFCDCD}"/>
              </a:ext>
            </a:extLst>
          </p:cNvPr>
          <p:cNvGrpSpPr/>
          <p:nvPr/>
        </p:nvGrpSpPr>
        <p:grpSpPr>
          <a:xfrm>
            <a:off x="238558" y="2004858"/>
            <a:ext cx="2724621" cy="2574854"/>
            <a:chOff x="238558" y="2004858"/>
            <a:chExt cx="2724621" cy="2574854"/>
          </a:xfrm>
        </p:grpSpPr>
        <p:pic>
          <p:nvPicPr>
            <p:cNvPr id="52" name="Picture 51">
              <a:extLst>
                <a:ext uri="{FF2B5EF4-FFF2-40B4-BE49-F238E27FC236}">
                  <a16:creationId xmlns:a16="http://schemas.microsoft.com/office/drawing/2014/main" id="{27858FF1-5222-71BE-62B2-20A17404B40B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256121" y="3053461"/>
              <a:ext cx="1338982" cy="751078"/>
            </a:xfrm>
            <a:prstGeom prst="rect">
              <a:avLst/>
            </a:prstGeom>
          </p:spPr>
        </p:pic>
        <p:grpSp>
          <p:nvGrpSpPr>
            <p:cNvPr id="53" name="Group 52">
              <a:extLst>
                <a:ext uri="{FF2B5EF4-FFF2-40B4-BE49-F238E27FC236}">
                  <a16:creationId xmlns:a16="http://schemas.microsoft.com/office/drawing/2014/main" id="{117DB39A-2972-E5B3-3FEE-CECAB91BA63B}"/>
                </a:ext>
              </a:extLst>
            </p:cNvPr>
            <p:cNvGrpSpPr/>
            <p:nvPr/>
          </p:nvGrpSpPr>
          <p:grpSpPr>
            <a:xfrm>
              <a:off x="2334271" y="2004858"/>
              <a:ext cx="628907" cy="910662"/>
              <a:chOff x="6648193" y="889820"/>
              <a:chExt cx="628907" cy="910662"/>
            </a:xfrm>
          </p:grpSpPr>
          <p:sp>
            <p:nvSpPr>
              <p:cNvPr id="54" name="Rectangle: Rounded Corners 53">
                <a:extLst>
                  <a:ext uri="{FF2B5EF4-FFF2-40B4-BE49-F238E27FC236}">
                    <a16:creationId xmlns:a16="http://schemas.microsoft.com/office/drawing/2014/main" id="{1810634B-CAC5-867A-BCBB-EC665C12296A}"/>
                  </a:ext>
                </a:extLst>
              </p:cNvPr>
              <p:cNvSpPr/>
              <p:nvPr/>
            </p:nvSpPr>
            <p:spPr>
              <a:xfrm>
                <a:off x="6648193" y="1171575"/>
                <a:ext cx="628907" cy="628907"/>
              </a:xfrm>
              <a:prstGeom prst="roundRect">
                <a:avLst>
                  <a:gd name="adj" fmla="val 8678"/>
                </a:avLst>
              </a:prstGeom>
              <a:solidFill>
                <a:schemeClr val="bg1"/>
              </a:solidFill>
              <a:ln w="28575">
                <a:solidFill>
                  <a:srgbClr val="3963DA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3963DA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3963DA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WIS2 Node</a:t>
                </a:r>
              </a:p>
            </p:txBody>
          </p:sp>
          <p:pic>
            <p:nvPicPr>
              <p:cNvPr id="55" name="Picture 54">
                <a:extLst>
                  <a:ext uri="{FF2B5EF4-FFF2-40B4-BE49-F238E27FC236}">
                    <a16:creationId xmlns:a16="http://schemas.microsoft.com/office/drawing/2014/main" id="{B686E69D-FAF4-0DD4-DB0F-74AF52B931F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6701185" y="889820"/>
                <a:ext cx="522922" cy="532516"/>
              </a:xfrm>
              <a:prstGeom prst="rect">
                <a:avLst/>
              </a:prstGeom>
            </p:spPr>
          </p:pic>
        </p:grpSp>
        <p:sp>
          <p:nvSpPr>
            <p:cNvPr id="56" name="Rectangle: Rounded Corners 55">
              <a:extLst>
                <a:ext uri="{FF2B5EF4-FFF2-40B4-BE49-F238E27FC236}">
                  <a16:creationId xmlns:a16="http://schemas.microsoft.com/office/drawing/2014/main" id="{1AE7B874-A7D3-D471-45E9-B3C007408D44}"/>
                </a:ext>
              </a:extLst>
            </p:cNvPr>
            <p:cNvSpPr/>
            <p:nvPr/>
          </p:nvSpPr>
          <p:spPr>
            <a:xfrm>
              <a:off x="2334272" y="3950805"/>
              <a:ext cx="628907" cy="628907"/>
            </a:xfrm>
            <a:prstGeom prst="roundRect">
              <a:avLst>
                <a:gd name="adj" fmla="val 8678"/>
              </a:avLst>
            </a:prstGeom>
            <a:solidFill>
              <a:schemeClr val="bg1"/>
            </a:solidFill>
            <a:ln w="28575"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E8E8E8">
                      <a:lumMod val="75000"/>
                    </a:srgbClr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MSS</a:t>
              </a:r>
            </a:p>
          </p:txBody>
        </p:sp>
        <p:cxnSp>
          <p:nvCxnSpPr>
            <p:cNvPr id="58" name="Straight Arrow Connector 57">
              <a:extLst>
                <a:ext uri="{FF2B5EF4-FFF2-40B4-BE49-F238E27FC236}">
                  <a16:creationId xmlns:a16="http://schemas.microsoft.com/office/drawing/2014/main" id="{24E740A8-6255-1890-7AB3-4317984DF228}"/>
                </a:ext>
              </a:extLst>
            </p:cNvPr>
            <p:cNvCxnSpPr/>
            <p:nvPr/>
          </p:nvCxnSpPr>
          <p:spPr>
            <a:xfrm flipV="1">
              <a:off x="1476375" y="2733675"/>
              <a:ext cx="751592" cy="419100"/>
            </a:xfrm>
            <a:prstGeom prst="straightConnector1">
              <a:avLst/>
            </a:prstGeom>
            <a:ln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Straight Arrow Connector 60">
              <a:extLst>
                <a:ext uri="{FF2B5EF4-FFF2-40B4-BE49-F238E27FC236}">
                  <a16:creationId xmlns:a16="http://schemas.microsoft.com/office/drawing/2014/main" id="{AA293E8A-FB8E-0B0D-1D3B-ABE4B2289879}"/>
                </a:ext>
              </a:extLst>
            </p:cNvPr>
            <p:cNvCxnSpPr>
              <a:cxnSpLocks/>
            </p:cNvCxnSpPr>
            <p:nvPr/>
          </p:nvCxnSpPr>
          <p:spPr>
            <a:xfrm>
              <a:off x="1476375" y="3741255"/>
              <a:ext cx="751592" cy="419100"/>
            </a:xfrm>
            <a:prstGeom prst="straightConnector1">
              <a:avLst/>
            </a:prstGeom>
            <a:ln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62" name="TextBox 61">
              <a:extLst>
                <a:ext uri="{FF2B5EF4-FFF2-40B4-BE49-F238E27FC236}">
                  <a16:creationId xmlns:a16="http://schemas.microsoft.com/office/drawing/2014/main" id="{96E23943-88A2-4092-1897-371F7ACD5FDA}"/>
                </a:ext>
              </a:extLst>
            </p:cNvPr>
            <p:cNvSpPr txBox="1"/>
            <p:nvPr/>
          </p:nvSpPr>
          <p:spPr>
            <a:xfrm>
              <a:off x="238558" y="3676872"/>
              <a:ext cx="1179193" cy="43858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5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data management system</a:t>
              </a: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</a:t>
              </a:r>
            </a:p>
          </p:txBody>
        </p:sp>
      </p:grpSp>
      <p:sp>
        <p:nvSpPr>
          <p:cNvPr id="250" name="TextBox 249">
            <a:extLst>
              <a:ext uri="{FF2B5EF4-FFF2-40B4-BE49-F238E27FC236}">
                <a16:creationId xmlns:a16="http://schemas.microsoft.com/office/drawing/2014/main" id="{56B8CFDB-DF07-A36E-50D2-1461CB6E14F5}"/>
              </a:ext>
            </a:extLst>
          </p:cNvPr>
          <p:cNvSpPr txBox="1"/>
          <p:nvPr/>
        </p:nvSpPr>
        <p:spPr>
          <a:xfrm>
            <a:off x="6619182" y="6359331"/>
            <a:ext cx="818636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GTS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EC5E1EC-332E-AC6D-8DF4-DFD96DF71C12}"/>
              </a:ext>
            </a:extLst>
          </p:cNvPr>
          <p:cNvSpPr txBox="1"/>
          <p:nvPr/>
        </p:nvSpPr>
        <p:spPr>
          <a:xfrm>
            <a:off x="2074853" y="3688682"/>
            <a:ext cx="117919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0" i="0" u="none" strike="noStrike" kern="0" cap="none" spc="0" normalizeH="0" baseline="0" noProof="0" dirty="0">
                <a:ln>
                  <a:noFill/>
                </a:ln>
                <a:solidFill>
                  <a:srgbClr val="E8E8E8">
                    <a:lumMod val="75000"/>
                  </a:srgbClr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CCCC = </a:t>
            </a:r>
            <a:r>
              <a:rPr kumimoji="0" lang="en-GB" sz="1200" b="1" i="0" u="none" strike="noStrike" kern="0" cap="none" spc="0" normalizeH="0" baseline="0" noProof="0" dirty="0">
                <a:ln>
                  <a:noFill/>
                </a:ln>
                <a:solidFill>
                  <a:srgbClr val="E8E8E8">
                    <a:lumMod val="75000"/>
                  </a:srgbClr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TEST</a:t>
            </a:r>
            <a:endParaRPr kumimoji="0" lang="en-GB" sz="1600" b="1" i="0" u="none" strike="noStrike" kern="0" cap="none" spc="0" normalizeH="0" baseline="0" noProof="0" dirty="0">
              <a:ln>
                <a:noFill/>
              </a:ln>
              <a:solidFill>
                <a:srgbClr val="E8E8E8">
                  <a:lumMod val="75000"/>
                </a:srgbClr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+mn-cs"/>
            </a:endParaRPr>
          </a:p>
        </p:txBody>
      </p:sp>
      <p:grpSp>
        <p:nvGrpSpPr>
          <p:cNvPr id="214" name="Group 213">
            <a:extLst>
              <a:ext uri="{FF2B5EF4-FFF2-40B4-BE49-F238E27FC236}">
                <a16:creationId xmlns:a16="http://schemas.microsoft.com/office/drawing/2014/main" id="{702C37B7-889B-8505-586F-AE45A7ED565E}"/>
              </a:ext>
            </a:extLst>
          </p:cNvPr>
          <p:cNvGrpSpPr/>
          <p:nvPr/>
        </p:nvGrpSpPr>
        <p:grpSpPr>
          <a:xfrm>
            <a:off x="2963924" y="2367446"/>
            <a:ext cx="716753" cy="326665"/>
            <a:chOff x="2963924" y="2367446"/>
            <a:chExt cx="716753" cy="326665"/>
          </a:xfrm>
        </p:grpSpPr>
        <p:grpSp>
          <p:nvGrpSpPr>
            <p:cNvPr id="210" name="Group 209">
              <a:extLst>
                <a:ext uri="{FF2B5EF4-FFF2-40B4-BE49-F238E27FC236}">
                  <a16:creationId xmlns:a16="http://schemas.microsoft.com/office/drawing/2014/main" id="{8DD3B11B-D26A-C333-1C6D-24C4C82E7644}"/>
                </a:ext>
              </a:extLst>
            </p:cNvPr>
            <p:cNvGrpSpPr/>
            <p:nvPr/>
          </p:nvGrpSpPr>
          <p:grpSpPr>
            <a:xfrm>
              <a:off x="2963924" y="2367446"/>
              <a:ext cx="534458" cy="127000"/>
              <a:chOff x="2963178" y="2725764"/>
              <a:chExt cx="534458" cy="127000"/>
            </a:xfrm>
          </p:grpSpPr>
          <p:cxnSp>
            <p:nvCxnSpPr>
              <p:cNvPr id="211" name="Straight Connector 210">
                <a:extLst>
                  <a:ext uri="{FF2B5EF4-FFF2-40B4-BE49-F238E27FC236}">
                    <a16:creationId xmlns:a16="http://schemas.microsoft.com/office/drawing/2014/main" id="{8962D149-8D93-3008-C319-0B2219C8C3DF}"/>
                  </a:ext>
                </a:extLst>
              </p:cNvPr>
              <p:cNvCxnSpPr/>
              <p:nvPr/>
            </p:nvCxnSpPr>
            <p:spPr>
              <a:xfrm flipV="1">
                <a:off x="2963178" y="2789264"/>
                <a:ext cx="400050" cy="1"/>
              </a:xfrm>
              <a:prstGeom prst="line">
                <a:avLst/>
              </a:prstGeom>
              <a:noFill/>
              <a:ln w="19050" cap="flat" cmpd="sng" algn="ctr">
                <a:solidFill>
                  <a:schemeClr val="accent2">
                    <a:lumMod val="75000"/>
                  </a:schemeClr>
                </a:solidFill>
                <a:prstDash val="solid"/>
                <a:miter lim="800000"/>
              </a:ln>
              <a:effectLst/>
            </p:spPr>
          </p:cxnSp>
          <p:sp>
            <p:nvSpPr>
              <p:cNvPr id="212" name="Oval 211">
                <a:extLst>
                  <a:ext uri="{FF2B5EF4-FFF2-40B4-BE49-F238E27FC236}">
                    <a16:creationId xmlns:a16="http://schemas.microsoft.com/office/drawing/2014/main" id="{9F0FA218-6EBC-D5F3-A443-4BCE44EED5C5}"/>
                  </a:ext>
                </a:extLst>
              </p:cNvPr>
              <p:cNvSpPr/>
              <p:nvPr/>
            </p:nvSpPr>
            <p:spPr>
              <a:xfrm>
                <a:off x="3370636" y="2725764"/>
                <a:ext cx="127000" cy="127000"/>
              </a:xfrm>
              <a:prstGeom prst="ellipse">
                <a:avLst/>
              </a:prstGeom>
              <a:solidFill>
                <a:sysClr val="window" lastClr="FFFFFF"/>
              </a:solidFill>
              <a:ln w="19050" cap="flat" cmpd="sng" algn="ctr">
                <a:solidFill>
                  <a:schemeClr val="accent2">
                    <a:lumMod val="75000"/>
                  </a:schemeClr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sp>
          <p:nvSpPr>
            <p:cNvPr id="213" name="TextBox 212">
              <a:extLst>
                <a:ext uri="{FF2B5EF4-FFF2-40B4-BE49-F238E27FC236}">
                  <a16:creationId xmlns:a16="http://schemas.microsoft.com/office/drawing/2014/main" id="{671A9FA7-5EBB-5258-51DB-F747075F4D8A}"/>
                </a:ext>
              </a:extLst>
            </p:cNvPr>
            <p:cNvSpPr txBox="1"/>
            <p:nvPr/>
          </p:nvSpPr>
          <p:spPr>
            <a:xfrm>
              <a:off x="3194968" y="2440195"/>
              <a:ext cx="485709" cy="2539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50" b="0" i="0" u="none" strike="noStrike" kern="0" cap="none" spc="0" normalizeH="0" baseline="0" noProof="0" dirty="0">
                  <a:ln>
                    <a:noFill/>
                  </a:ln>
                  <a:solidFill>
                    <a:srgbClr val="E97132">
                      <a:lumMod val="75000"/>
                    </a:srgbClr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https</a:t>
              </a:r>
              <a:endParaRPr kumimoji="0" lang="en-GB" sz="1200" b="0" i="0" u="none" strike="noStrike" kern="0" cap="none" spc="0" normalizeH="0" baseline="0" noProof="0" dirty="0">
                <a:ln>
                  <a:noFill/>
                </a:ln>
                <a:solidFill>
                  <a:srgbClr val="E97132">
                    <a:lumMod val="75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228" name="Group 227">
            <a:extLst>
              <a:ext uri="{FF2B5EF4-FFF2-40B4-BE49-F238E27FC236}">
                <a16:creationId xmlns:a16="http://schemas.microsoft.com/office/drawing/2014/main" id="{7D3ECE9C-7C8E-3D49-7590-1ABF1B466F4A}"/>
              </a:ext>
            </a:extLst>
          </p:cNvPr>
          <p:cNvGrpSpPr/>
          <p:nvPr/>
        </p:nvGrpSpPr>
        <p:grpSpPr>
          <a:xfrm>
            <a:off x="2963178" y="2725764"/>
            <a:ext cx="786853" cy="316693"/>
            <a:chOff x="2963178" y="2725764"/>
            <a:chExt cx="786853" cy="316693"/>
          </a:xfrm>
        </p:grpSpPr>
        <p:grpSp>
          <p:nvGrpSpPr>
            <p:cNvPr id="220" name="Group 219">
              <a:extLst>
                <a:ext uri="{FF2B5EF4-FFF2-40B4-BE49-F238E27FC236}">
                  <a16:creationId xmlns:a16="http://schemas.microsoft.com/office/drawing/2014/main" id="{776DCE70-5D36-DBF2-66C0-CA6F47D7CC46}"/>
                </a:ext>
              </a:extLst>
            </p:cNvPr>
            <p:cNvGrpSpPr/>
            <p:nvPr/>
          </p:nvGrpSpPr>
          <p:grpSpPr>
            <a:xfrm>
              <a:off x="2963178" y="2725764"/>
              <a:ext cx="534458" cy="127000"/>
              <a:chOff x="2963178" y="2725764"/>
              <a:chExt cx="534458" cy="127000"/>
            </a:xfrm>
          </p:grpSpPr>
          <p:cxnSp>
            <p:nvCxnSpPr>
              <p:cNvPr id="221" name="Straight Connector 220">
                <a:extLst>
                  <a:ext uri="{FF2B5EF4-FFF2-40B4-BE49-F238E27FC236}">
                    <a16:creationId xmlns:a16="http://schemas.microsoft.com/office/drawing/2014/main" id="{B8D244EB-2C9E-8218-1806-A221CCC731FE}"/>
                  </a:ext>
                </a:extLst>
              </p:cNvPr>
              <p:cNvCxnSpPr/>
              <p:nvPr/>
            </p:nvCxnSpPr>
            <p:spPr>
              <a:xfrm flipV="1">
                <a:off x="2963178" y="2789264"/>
                <a:ext cx="400050" cy="1"/>
              </a:xfrm>
              <a:prstGeom prst="line">
                <a:avLst/>
              </a:prstGeom>
              <a:noFill/>
              <a:ln w="19050" cap="flat" cmpd="sng" algn="ctr">
                <a:solidFill>
                  <a:schemeClr val="accent6">
                    <a:lumMod val="75000"/>
                  </a:schemeClr>
                </a:solidFill>
                <a:prstDash val="solid"/>
                <a:miter lim="800000"/>
              </a:ln>
              <a:effectLst/>
            </p:spPr>
          </p:cxnSp>
          <p:sp>
            <p:nvSpPr>
              <p:cNvPr id="226" name="Oval 225">
                <a:extLst>
                  <a:ext uri="{FF2B5EF4-FFF2-40B4-BE49-F238E27FC236}">
                    <a16:creationId xmlns:a16="http://schemas.microsoft.com/office/drawing/2014/main" id="{0C81F2C7-C401-8CEA-9C5B-20A23D27B245}"/>
                  </a:ext>
                </a:extLst>
              </p:cNvPr>
              <p:cNvSpPr/>
              <p:nvPr/>
            </p:nvSpPr>
            <p:spPr>
              <a:xfrm>
                <a:off x="3370636" y="2725764"/>
                <a:ext cx="127000" cy="127000"/>
              </a:xfrm>
              <a:prstGeom prst="ellipse">
                <a:avLst/>
              </a:prstGeom>
              <a:solidFill>
                <a:sysClr val="window" lastClr="FFFFFF"/>
              </a:solidFill>
              <a:ln w="19050" cap="flat" cmpd="sng" algn="ctr">
                <a:solidFill>
                  <a:schemeClr val="accent6">
                    <a:lumMod val="75000"/>
                  </a:schemeClr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sp>
          <p:nvSpPr>
            <p:cNvPr id="227" name="TextBox 226">
              <a:extLst>
                <a:ext uri="{FF2B5EF4-FFF2-40B4-BE49-F238E27FC236}">
                  <a16:creationId xmlns:a16="http://schemas.microsoft.com/office/drawing/2014/main" id="{BA0648BF-F9B1-ED87-CC86-9CDB64DA6ECC}"/>
                </a:ext>
              </a:extLst>
            </p:cNvPr>
            <p:cNvSpPr txBox="1"/>
            <p:nvPr/>
          </p:nvSpPr>
          <p:spPr>
            <a:xfrm>
              <a:off x="3118241" y="2788541"/>
              <a:ext cx="631790" cy="2539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50" b="0" i="0" u="none" strike="noStrike" kern="0" cap="none" spc="0" normalizeH="0" baseline="0" noProof="0" dirty="0" err="1">
                  <a:ln>
                    <a:noFill/>
                  </a:ln>
                  <a:solidFill>
                    <a:srgbClr val="4EA72E">
                      <a:lumMod val="75000"/>
                    </a:srgbClr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mqtts</a:t>
              </a:r>
              <a:endParaRPr kumimoji="0" lang="en-GB" sz="1200" b="0" i="0" u="none" strike="noStrike" kern="0" cap="none" spc="0" normalizeH="0" baseline="0" noProof="0" dirty="0">
                <a:ln>
                  <a:noFill/>
                </a:ln>
                <a:solidFill>
                  <a:srgbClr val="4EA72E">
                    <a:lumMod val="75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pic>
        <p:nvPicPr>
          <p:cNvPr id="262" name="Picture 261">
            <a:extLst>
              <a:ext uri="{FF2B5EF4-FFF2-40B4-BE49-F238E27FC236}">
                <a16:creationId xmlns:a16="http://schemas.microsoft.com/office/drawing/2014/main" id="{F1EBF83F-FF28-9482-6FEF-7DE6BFE70BA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218570" y="330686"/>
            <a:ext cx="417879" cy="583376"/>
          </a:xfrm>
          <a:prstGeom prst="rect">
            <a:avLst/>
          </a:prstGeom>
        </p:spPr>
      </p:pic>
      <p:pic>
        <p:nvPicPr>
          <p:cNvPr id="263" name="Picture 262">
            <a:extLst>
              <a:ext uri="{FF2B5EF4-FFF2-40B4-BE49-F238E27FC236}">
                <a16:creationId xmlns:a16="http://schemas.microsoft.com/office/drawing/2014/main" id="{F9A371CA-9052-134C-15FE-7D20AD007F75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776079" y="330686"/>
            <a:ext cx="413742" cy="583376"/>
          </a:xfrm>
          <a:prstGeom prst="rect">
            <a:avLst/>
          </a:prstGeom>
        </p:spPr>
      </p:pic>
      <p:pic>
        <p:nvPicPr>
          <p:cNvPr id="264" name="Picture 263">
            <a:extLst>
              <a:ext uri="{FF2B5EF4-FFF2-40B4-BE49-F238E27FC236}">
                <a16:creationId xmlns:a16="http://schemas.microsoft.com/office/drawing/2014/main" id="{D6873633-64AB-91AF-7311-521C462D30F4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1333588" y="330686"/>
            <a:ext cx="413742" cy="583376"/>
          </a:xfrm>
          <a:prstGeom prst="rect">
            <a:avLst/>
          </a:prstGeom>
        </p:spPr>
      </p:pic>
      <p:pic>
        <p:nvPicPr>
          <p:cNvPr id="265" name="Picture 264">
            <a:extLst>
              <a:ext uri="{FF2B5EF4-FFF2-40B4-BE49-F238E27FC236}">
                <a16:creationId xmlns:a16="http://schemas.microsoft.com/office/drawing/2014/main" id="{66D30144-7304-5081-6BDF-77774991A1EE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891097" y="330686"/>
            <a:ext cx="413742" cy="583376"/>
          </a:xfrm>
          <a:prstGeom prst="rect">
            <a:avLst/>
          </a:prstGeom>
        </p:spPr>
      </p:pic>
      <p:sp>
        <p:nvSpPr>
          <p:cNvPr id="270" name="Freeform: Shape 269">
            <a:extLst>
              <a:ext uri="{FF2B5EF4-FFF2-40B4-BE49-F238E27FC236}">
                <a16:creationId xmlns:a16="http://schemas.microsoft.com/office/drawing/2014/main" id="{D273CA27-7804-9832-F131-B7A6707B6C18}"/>
              </a:ext>
            </a:extLst>
          </p:cNvPr>
          <p:cNvSpPr/>
          <p:nvPr/>
        </p:nvSpPr>
        <p:spPr>
          <a:xfrm>
            <a:off x="8793957" y="858269"/>
            <a:ext cx="274934" cy="287724"/>
          </a:xfrm>
          <a:custGeom>
            <a:avLst/>
            <a:gdLst>
              <a:gd name="connsiteX0" fmla="*/ 0 w 267789"/>
              <a:gd name="connsiteY0" fmla="*/ 0 h 277586"/>
              <a:gd name="connsiteX1" fmla="*/ 267789 w 267789"/>
              <a:gd name="connsiteY1" fmla="*/ 277586 h 277586"/>
              <a:gd name="connsiteX2" fmla="*/ 267789 w 267789"/>
              <a:gd name="connsiteY2" fmla="*/ 117566 h 277586"/>
              <a:gd name="connsiteX3" fmla="*/ 146957 w 267789"/>
              <a:gd name="connsiteY3" fmla="*/ 6531 h 277586"/>
              <a:gd name="connsiteX4" fmla="*/ 0 w 267789"/>
              <a:gd name="connsiteY4" fmla="*/ 0 h 277586"/>
              <a:gd name="connsiteX0" fmla="*/ 0 w 267789"/>
              <a:gd name="connsiteY0" fmla="*/ 613 h 278199"/>
              <a:gd name="connsiteX1" fmla="*/ 267789 w 267789"/>
              <a:gd name="connsiteY1" fmla="*/ 278199 h 278199"/>
              <a:gd name="connsiteX2" fmla="*/ 267789 w 267789"/>
              <a:gd name="connsiteY2" fmla="*/ 118179 h 278199"/>
              <a:gd name="connsiteX3" fmla="*/ 156482 w 267789"/>
              <a:gd name="connsiteY3" fmla="*/ 0 h 278199"/>
              <a:gd name="connsiteX4" fmla="*/ 0 w 267789"/>
              <a:gd name="connsiteY4" fmla="*/ 613 h 278199"/>
              <a:gd name="connsiteX0" fmla="*/ 0 w 270171"/>
              <a:gd name="connsiteY0" fmla="*/ 5375 h 278199"/>
              <a:gd name="connsiteX1" fmla="*/ 270171 w 270171"/>
              <a:gd name="connsiteY1" fmla="*/ 278199 h 278199"/>
              <a:gd name="connsiteX2" fmla="*/ 270171 w 270171"/>
              <a:gd name="connsiteY2" fmla="*/ 118179 h 278199"/>
              <a:gd name="connsiteX3" fmla="*/ 158864 w 270171"/>
              <a:gd name="connsiteY3" fmla="*/ 0 h 278199"/>
              <a:gd name="connsiteX4" fmla="*/ 0 w 270171"/>
              <a:gd name="connsiteY4" fmla="*/ 5375 h 278199"/>
              <a:gd name="connsiteX0" fmla="*/ 0 w 270171"/>
              <a:gd name="connsiteY0" fmla="*/ 5375 h 266292"/>
              <a:gd name="connsiteX1" fmla="*/ 263028 w 270171"/>
              <a:gd name="connsiteY1" fmla="*/ 266292 h 266292"/>
              <a:gd name="connsiteX2" fmla="*/ 270171 w 270171"/>
              <a:gd name="connsiteY2" fmla="*/ 118179 h 266292"/>
              <a:gd name="connsiteX3" fmla="*/ 158864 w 270171"/>
              <a:gd name="connsiteY3" fmla="*/ 0 h 266292"/>
              <a:gd name="connsiteX4" fmla="*/ 0 w 270171"/>
              <a:gd name="connsiteY4" fmla="*/ 5375 h 266292"/>
              <a:gd name="connsiteX0" fmla="*/ 0 w 274934"/>
              <a:gd name="connsiteY0" fmla="*/ 5375 h 287724"/>
              <a:gd name="connsiteX1" fmla="*/ 274934 w 274934"/>
              <a:gd name="connsiteY1" fmla="*/ 287724 h 287724"/>
              <a:gd name="connsiteX2" fmla="*/ 270171 w 274934"/>
              <a:gd name="connsiteY2" fmla="*/ 118179 h 287724"/>
              <a:gd name="connsiteX3" fmla="*/ 158864 w 274934"/>
              <a:gd name="connsiteY3" fmla="*/ 0 h 287724"/>
              <a:gd name="connsiteX4" fmla="*/ 0 w 274934"/>
              <a:gd name="connsiteY4" fmla="*/ 5375 h 2877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4934" h="287724">
                <a:moveTo>
                  <a:pt x="0" y="5375"/>
                </a:moveTo>
                <a:lnTo>
                  <a:pt x="274934" y="287724"/>
                </a:lnTo>
                <a:lnTo>
                  <a:pt x="270171" y="118179"/>
                </a:lnTo>
                <a:lnTo>
                  <a:pt x="158864" y="0"/>
                </a:lnTo>
                <a:lnTo>
                  <a:pt x="0" y="5375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grpSp>
        <p:nvGrpSpPr>
          <p:cNvPr id="253" name="Group 252">
            <a:extLst>
              <a:ext uri="{FF2B5EF4-FFF2-40B4-BE49-F238E27FC236}">
                <a16:creationId xmlns:a16="http://schemas.microsoft.com/office/drawing/2014/main" id="{B703D281-26BE-1F06-951D-34955553C091}"/>
              </a:ext>
            </a:extLst>
          </p:cNvPr>
          <p:cNvGrpSpPr/>
          <p:nvPr/>
        </p:nvGrpSpPr>
        <p:grpSpPr>
          <a:xfrm>
            <a:off x="11164420" y="3622704"/>
            <a:ext cx="970364" cy="1164438"/>
            <a:chOff x="10835927" y="2405227"/>
            <a:chExt cx="970364" cy="1164438"/>
          </a:xfrm>
        </p:grpSpPr>
        <p:pic>
          <p:nvPicPr>
            <p:cNvPr id="254" name="Picture 253">
              <a:extLst>
                <a:ext uri="{FF2B5EF4-FFF2-40B4-BE49-F238E27FC236}">
                  <a16:creationId xmlns:a16="http://schemas.microsoft.com/office/drawing/2014/main" id="{5DD7FE1E-090E-4FB8-2489-47DC3AFF27A7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>
              <a:duotone>
                <a:schemeClr val="bg2">
                  <a:shade val="45000"/>
                  <a:satMod val="135000"/>
                </a:schemeClr>
                <a:prstClr val="white"/>
              </a:duotone>
            </a:blip>
            <a:stretch>
              <a:fillRect/>
            </a:stretch>
          </p:blipFill>
          <p:spPr>
            <a:xfrm>
              <a:off x="10835927" y="2405227"/>
              <a:ext cx="970364" cy="1164438"/>
            </a:xfrm>
            <a:prstGeom prst="rect">
              <a:avLst/>
            </a:prstGeom>
          </p:spPr>
        </p:pic>
        <p:pic>
          <p:nvPicPr>
            <p:cNvPr id="255" name="Picture 254" descr="Space4Water Portal">
              <a:extLst>
                <a:ext uri="{FF2B5EF4-FFF2-40B4-BE49-F238E27FC236}">
                  <a16:creationId xmlns:a16="http://schemas.microsoft.com/office/drawing/2014/main" id="{B930A767-A087-DCA0-06DF-7D918FEB3B7E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12">
              <a:duotone>
                <a:schemeClr val="bg2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555" t="31422" r="63711" b="36133"/>
            <a:stretch/>
          </p:blipFill>
          <p:spPr bwMode="auto">
            <a:xfrm rot="21430420">
              <a:off x="11363402" y="3178637"/>
              <a:ext cx="143756" cy="15176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329" name="Group 328">
            <a:extLst>
              <a:ext uri="{FF2B5EF4-FFF2-40B4-BE49-F238E27FC236}">
                <a16:creationId xmlns:a16="http://schemas.microsoft.com/office/drawing/2014/main" id="{5E9FDD21-9394-6357-A4B5-ACBDD3C804AC}"/>
              </a:ext>
            </a:extLst>
          </p:cNvPr>
          <p:cNvGrpSpPr/>
          <p:nvPr/>
        </p:nvGrpSpPr>
        <p:grpSpPr>
          <a:xfrm>
            <a:off x="6091945" y="2291271"/>
            <a:ext cx="3910790" cy="1002588"/>
            <a:chOff x="6091945" y="2291271"/>
            <a:chExt cx="3910790" cy="1002588"/>
          </a:xfrm>
        </p:grpSpPr>
        <p:grpSp>
          <p:nvGrpSpPr>
            <p:cNvPr id="306" name="Group 305">
              <a:extLst>
                <a:ext uri="{FF2B5EF4-FFF2-40B4-BE49-F238E27FC236}">
                  <a16:creationId xmlns:a16="http://schemas.microsoft.com/office/drawing/2014/main" id="{624EF0CB-7EF0-011B-C4EE-6FBB96ED7A73}"/>
                </a:ext>
              </a:extLst>
            </p:cNvPr>
            <p:cNvGrpSpPr/>
            <p:nvPr/>
          </p:nvGrpSpPr>
          <p:grpSpPr>
            <a:xfrm>
              <a:off x="6091945" y="2291271"/>
              <a:ext cx="821464" cy="995698"/>
              <a:chOff x="9666460" y="941309"/>
              <a:chExt cx="821464" cy="995698"/>
            </a:xfrm>
          </p:grpSpPr>
          <p:sp>
            <p:nvSpPr>
              <p:cNvPr id="307" name="Rectangle: Rounded Corners 306">
                <a:extLst>
                  <a:ext uri="{FF2B5EF4-FFF2-40B4-BE49-F238E27FC236}">
                    <a16:creationId xmlns:a16="http://schemas.microsoft.com/office/drawing/2014/main" id="{2ADCB9E1-F09E-038E-4244-B8B7237BBCCB}"/>
                  </a:ext>
                </a:extLst>
              </p:cNvPr>
              <p:cNvSpPr/>
              <p:nvPr/>
            </p:nvSpPr>
            <p:spPr>
              <a:xfrm>
                <a:off x="9762739" y="1285865"/>
                <a:ext cx="628907" cy="628907"/>
              </a:xfrm>
              <a:prstGeom prst="roundRect">
                <a:avLst>
                  <a:gd name="adj" fmla="val 8678"/>
                </a:avLst>
              </a:prstGeom>
              <a:solidFill>
                <a:schemeClr val="bg1"/>
              </a:solidFill>
              <a:ln w="28575">
                <a:solidFill>
                  <a:srgbClr val="3963DA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3963DA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308" name="TextBox 307">
                <a:extLst>
                  <a:ext uri="{FF2B5EF4-FFF2-40B4-BE49-F238E27FC236}">
                    <a16:creationId xmlns:a16="http://schemas.microsoft.com/office/drawing/2014/main" id="{1CF128FA-C313-545F-E25D-8232181EA5A5}"/>
                  </a:ext>
                </a:extLst>
              </p:cNvPr>
              <p:cNvSpPr txBox="1"/>
              <p:nvPr/>
            </p:nvSpPr>
            <p:spPr>
              <a:xfrm>
                <a:off x="9666460" y="1475342"/>
                <a:ext cx="821464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3963DA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W2-GTS Gateway</a:t>
                </a:r>
              </a:p>
            </p:txBody>
          </p:sp>
          <p:grpSp>
            <p:nvGrpSpPr>
              <p:cNvPr id="309" name="Group 308">
                <a:extLst>
                  <a:ext uri="{FF2B5EF4-FFF2-40B4-BE49-F238E27FC236}">
                    <a16:creationId xmlns:a16="http://schemas.microsoft.com/office/drawing/2014/main" id="{10F4603A-3387-6E2B-76A6-E21770BABAD5}"/>
                  </a:ext>
                </a:extLst>
              </p:cNvPr>
              <p:cNvGrpSpPr/>
              <p:nvPr/>
            </p:nvGrpSpPr>
            <p:grpSpPr>
              <a:xfrm>
                <a:off x="9815731" y="1019607"/>
                <a:ext cx="522922" cy="532516"/>
                <a:chOff x="9610100" y="3519705"/>
                <a:chExt cx="498392" cy="507536"/>
              </a:xfrm>
            </p:grpSpPr>
            <p:pic>
              <p:nvPicPr>
                <p:cNvPr id="311" name="Picture 310">
                  <a:extLst>
                    <a:ext uri="{FF2B5EF4-FFF2-40B4-BE49-F238E27FC236}">
                      <a16:creationId xmlns:a16="http://schemas.microsoft.com/office/drawing/2014/main" id="{69E9E529-3647-C65A-70AF-93907C543BC4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9610100" y="3519705"/>
                  <a:ext cx="498392" cy="507536"/>
                </a:xfrm>
                <a:prstGeom prst="rect">
                  <a:avLst/>
                </a:prstGeom>
              </p:spPr>
            </p:pic>
            <p:pic>
              <p:nvPicPr>
                <p:cNvPr id="312" name="Picture 311">
                  <a:extLst>
                    <a:ext uri="{FF2B5EF4-FFF2-40B4-BE49-F238E27FC236}">
                      <a16:creationId xmlns:a16="http://schemas.microsoft.com/office/drawing/2014/main" id="{67799628-C8C5-E9DE-6992-DF33646E502C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3"/>
                <a:srcRect l="6381" t="6381" r="6381" b="6381"/>
                <a:stretch/>
              </p:blipFill>
              <p:spPr>
                <a:xfrm>
                  <a:off x="9680900" y="3595077"/>
                  <a:ext cx="356792" cy="356792"/>
                </a:xfrm>
                <a:prstGeom prst="ellipse">
                  <a:avLst/>
                </a:prstGeom>
                <a:solidFill>
                  <a:schemeClr val="bg1"/>
                </a:solidFill>
              </p:spPr>
            </p:pic>
          </p:grpSp>
          <p:pic>
            <p:nvPicPr>
              <p:cNvPr id="310" name="Picture 309">
                <a:extLst>
                  <a:ext uri="{FF2B5EF4-FFF2-40B4-BE49-F238E27FC236}">
                    <a16:creationId xmlns:a16="http://schemas.microsoft.com/office/drawing/2014/main" id="{1E605FCB-DBAD-BCF2-E961-297CADA7CB8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4"/>
              <a:srcRect l="70600" t="4796" r="541" b="37615"/>
              <a:stretch/>
            </p:blipFill>
            <p:spPr>
              <a:xfrm>
                <a:off x="10136699" y="941309"/>
                <a:ext cx="255340" cy="266096"/>
              </a:xfrm>
              <a:prstGeom prst="ellipse">
                <a:avLst/>
              </a:prstGeom>
            </p:spPr>
          </p:pic>
        </p:grpSp>
        <p:grpSp>
          <p:nvGrpSpPr>
            <p:cNvPr id="313" name="Group 312">
              <a:extLst>
                <a:ext uri="{FF2B5EF4-FFF2-40B4-BE49-F238E27FC236}">
                  <a16:creationId xmlns:a16="http://schemas.microsoft.com/office/drawing/2014/main" id="{D76FCB03-93FF-9F08-10D9-F09C11C47EE0}"/>
                </a:ext>
              </a:extLst>
            </p:cNvPr>
            <p:cNvGrpSpPr/>
            <p:nvPr/>
          </p:nvGrpSpPr>
          <p:grpSpPr>
            <a:xfrm>
              <a:off x="9181271" y="2300144"/>
              <a:ext cx="821464" cy="993715"/>
              <a:chOff x="10807402" y="1038680"/>
              <a:chExt cx="821464" cy="993715"/>
            </a:xfrm>
          </p:grpSpPr>
          <p:sp>
            <p:nvSpPr>
              <p:cNvPr id="314" name="Rectangle: Rounded Corners 313">
                <a:extLst>
                  <a:ext uri="{FF2B5EF4-FFF2-40B4-BE49-F238E27FC236}">
                    <a16:creationId xmlns:a16="http://schemas.microsoft.com/office/drawing/2014/main" id="{18538CE8-BDA8-1E62-66A9-D15238ECBA36}"/>
                  </a:ext>
                </a:extLst>
              </p:cNvPr>
              <p:cNvSpPr/>
              <p:nvPr/>
            </p:nvSpPr>
            <p:spPr>
              <a:xfrm>
                <a:off x="10903681" y="1381253"/>
                <a:ext cx="628907" cy="628907"/>
              </a:xfrm>
              <a:prstGeom prst="roundRect">
                <a:avLst>
                  <a:gd name="adj" fmla="val 8678"/>
                </a:avLst>
              </a:prstGeom>
              <a:solidFill>
                <a:schemeClr val="bg1"/>
              </a:solidFill>
              <a:ln w="28575">
                <a:solidFill>
                  <a:srgbClr val="3963DA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3963DA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315" name="TextBox 314">
                <a:extLst>
                  <a:ext uri="{FF2B5EF4-FFF2-40B4-BE49-F238E27FC236}">
                    <a16:creationId xmlns:a16="http://schemas.microsoft.com/office/drawing/2014/main" id="{F4086C62-A118-21C5-015C-D1C7D40A9874}"/>
                  </a:ext>
                </a:extLst>
              </p:cNvPr>
              <p:cNvSpPr txBox="1"/>
              <p:nvPr/>
            </p:nvSpPr>
            <p:spPr>
              <a:xfrm>
                <a:off x="10807402" y="1570730"/>
                <a:ext cx="821464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3963DA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W2-GTS Gateway</a:t>
                </a:r>
              </a:p>
            </p:txBody>
          </p:sp>
          <p:grpSp>
            <p:nvGrpSpPr>
              <p:cNvPr id="316" name="Group 315">
                <a:extLst>
                  <a:ext uri="{FF2B5EF4-FFF2-40B4-BE49-F238E27FC236}">
                    <a16:creationId xmlns:a16="http://schemas.microsoft.com/office/drawing/2014/main" id="{287EC055-C439-7A9E-5CB8-47E6060A1792}"/>
                  </a:ext>
                </a:extLst>
              </p:cNvPr>
              <p:cNvGrpSpPr/>
              <p:nvPr/>
            </p:nvGrpSpPr>
            <p:grpSpPr>
              <a:xfrm>
                <a:off x="10956673" y="1114995"/>
                <a:ext cx="522922" cy="532516"/>
                <a:chOff x="9610100" y="3519705"/>
                <a:chExt cx="498392" cy="507536"/>
              </a:xfrm>
            </p:grpSpPr>
            <p:pic>
              <p:nvPicPr>
                <p:cNvPr id="318" name="Picture 317">
                  <a:extLst>
                    <a:ext uri="{FF2B5EF4-FFF2-40B4-BE49-F238E27FC236}">
                      <a16:creationId xmlns:a16="http://schemas.microsoft.com/office/drawing/2014/main" id="{4E4F738B-673F-616A-3921-0019B2A76A53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9610100" y="3519705"/>
                  <a:ext cx="498392" cy="507536"/>
                </a:xfrm>
                <a:prstGeom prst="rect">
                  <a:avLst/>
                </a:prstGeom>
              </p:spPr>
            </p:pic>
            <p:pic>
              <p:nvPicPr>
                <p:cNvPr id="319" name="Picture 318">
                  <a:extLst>
                    <a:ext uri="{FF2B5EF4-FFF2-40B4-BE49-F238E27FC236}">
                      <a16:creationId xmlns:a16="http://schemas.microsoft.com/office/drawing/2014/main" id="{6E700FBA-44E8-76B8-6A68-F538DBBDFD14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3"/>
                <a:srcRect l="6381" t="6381" r="6381" b="6381"/>
                <a:stretch/>
              </p:blipFill>
              <p:spPr>
                <a:xfrm>
                  <a:off x="9680900" y="3595077"/>
                  <a:ext cx="356792" cy="356792"/>
                </a:xfrm>
                <a:prstGeom prst="ellipse">
                  <a:avLst/>
                </a:prstGeom>
                <a:solidFill>
                  <a:schemeClr val="bg1"/>
                </a:solidFill>
              </p:spPr>
            </p:pic>
          </p:grpSp>
          <p:pic>
            <p:nvPicPr>
              <p:cNvPr id="317" name="Picture 316">
                <a:extLst>
                  <a:ext uri="{FF2B5EF4-FFF2-40B4-BE49-F238E27FC236}">
                    <a16:creationId xmlns:a16="http://schemas.microsoft.com/office/drawing/2014/main" id="{E24C604B-A304-6DEB-AAE9-E6EB38D5FC1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4"/>
              <a:srcRect l="-953" t="6033" r="72094" b="41106"/>
              <a:stretch/>
            </p:blipFill>
            <p:spPr>
              <a:xfrm>
                <a:off x="11283093" y="1038680"/>
                <a:ext cx="255340" cy="244246"/>
              </a:xfrm>
              <a:prstGeom prst="ellipse">
                <a:avLst/>
              </a:prstGeom>
            </p:spPr>
          </p:pic>
        </p:grpSp>
      </p:grpSp>
      <p:sp>
        <p:nvSpPr>
          <p:cNvPr id="30" name="TextBox 29">
            <a:extLst>
              <a:ext uri="{FF2B5EF4-FFF2-40B4-BE49-F238E27FC236}">
                <a16:creationId xmlns:a16="http://schemas.microsoft.com/office/drawing/2014/main" id="{0F7BC845-207A-2B58-13B9-FB1C01A9CFE8}"/>
              </a:ext>
            </a:extLst>
          </p:cNvPr>
          <p:cNvSpPr txBox="1"/>
          <p:nvPr/>
        </p:nvSpPr>
        <p:spPr>
          <a:xfrm>
            <a:off x="2059127" y="4567522"/>
            <a:ext cx="117919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1" i="0" u="none" strike="noStrike" kern="0" cap="none" spc="0" normalizeH="0" baseline="0" noProof="0" dirty="0">
                <a:ln>
                  <a:noFill/>
                </a:ln>
                <a:solidFill>
                  <a:srgbClr val="E8E8E8">
                    <a:lumMod val="75000"/>
                  </a:srgbClr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ISMD01TEST</a:t>
            </a:r>
            <a:endParaRPr kumimoji="0" lang="en-GB" sz="1600" b="1" i="0" u="none" strike="noStrike" kern="0" cap="none" spc="0" normalizeH="0" baseline="0" noProof="0" dirty="0">
              <a:ln>
                <a:noFill/>
              </a:ln>
              <a:solidFill>
                <a:srgbClr val="E8E8E8">
                  <a:lumMod val="75000"/>
                </a:srgbClr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+mn-cs"/>
            </a:endParaRPr>
          </a:p>
        </p:txBody>
      </p:sp>
      <p:grpSp>
        <p:nvGrpSpPr>
          <p:cNvPr id="268" name="Group 267">
            <a:extLst>
              <a:ext uri="{FF2B5EF4-FFF2-40B4-BE49-F238E27FC236}">
                <a16:creationId xmlns:a16="http://schemas.microsoft.com/office/drawing/2014/main" id="{406608FD-AC23-3781-8CD7-49E2E5A7D27A}"/>
              </a:ext>
            </a:extLst>
          </p:cNvPr>
          <p:cNvGrpSpPr/>
          <p:nvPr/>
        </p:nvGrpSpPr>
        <p:grpSpPr>
          <a:xfrm>
            <a:off x="4281843" y="3568446"/>
            <a:ext cx="6980718" cy="2603109"/>
            <a:chOff x="4281843" y="3577971"/>
            <a:chExt cx="6980718" cy="2603109"/>
          </a:xfrm>
        </p:grpSpPr>
        <p:grpSp>
          <p:nvGrpSpPr>
            <p:cNvPr id="269" name="Group 268">
              <a:extLst>
                <a:ext uri="{FF2B5EF4-FFF2-40B4-BE49-F238E27FC236}">
                  <a16:creationId xmlns:a16="http://schemas.microsoft.com/office/drawing/2014/main" id="{6647455D-A57A-06CE-AF35-3CA363A7E7DA}"/>
                </a:ext>
              </a:extLst>
            </p:cNvPr>
            <p:cNvGrpSpPr/>
            <p:nvPr/>
          </p:nvGrpSpPr>
          <p:grpSpPr>
            <a:xfrm>
              <a:off x="4281843" y="4427055"/>
              <a:ext cx="628907" cy="628907"/>
              <a:chOff x="2867802" y="3950805"/>
              <a:chExt cx="628907" cy="628907"/>
            </a:xfrm>
          </p:grpSpPr>
          <p:sp>
            <p:nvSpPr>
              <p:cNvPr id="296" name="Oval 295">
                <a:extLst>
                  <a:ext uri="{FF2B5EF4-FFF2-40B4-BE49-F238E27FC236}">
                    <a16:creationId xmlns:a16="http://schemas.microsoft.com/office/drawing/2014/main" id="{63077021-0A2A-4344-D58B-8E5177D22175}"/>
                  </a:ext>
                </a:extLst>
              </p:cNvPr>
              <p:cNvSpPr/>
              <p:nvPr/>
            </p:nvSpPr>
            <p:spPr>
              <a:xfrm>
                <a:off x="2867802" y="3950805"/>
                <a:ext cx="628907" cy="628907"/>
              </a:xfrm>
              <a:prstGeom prst="ellipse">
                <a:avLst/>
              </a:prstGeom>
              <a:solidFill>
                <a:schemeClr val="bg1"/>
              </a:solidFill>
              <a:ln w="28575"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297" name="TextBox 296">
                <a:extLst>
                  <a:ext uri="{FF2B5EF4-FFF2-40B4-BE49-F238E27FC236}">
                    <a16:creationId xmlns:a16="http://schemas.microsoft.com/office/drawing/2014/main" id="{2AAC88F7-B250-E27E-CC3A-CDE8C35BA292}"/>
                  </a:ext>
                </a:extLst>
              </p:cNvPr>
              <p:cNvSpPr txBox="1"/>
              <p:nvPr/>
            </p:nvSpPr>
            <p:spPr>
              <a:xfrm>
                <a:off x="2949594" y="4126758"/>
                <a:ext cx="465322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2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white">
                        <a:lumMod val="85000"/>
                      </a:prstClr>
                    </a:solidFill>
                    <a:effectLst/>
                    <a:uLnTx/>
                    <a:uFillTx/>
                    <a:latin typeface="Aptos" panose="020B0004020202020204" pitchFamily="34" charset="0"/>
                    <a:ea typeface="+mn-ea"/>
                    <a:cs typeface="Arial" panose="020B0604020202020204" pitchFamily="34" charset="0"/>
                  </a:rPr>
                  <a:t>RTH</a:t>
                </a:r>
              </a:p>
            </p:txBody>
          </p:sp>
        </p:grpSp>
        <p:grpSp>
          <p:nvGrpSpPr>
            <p:cNvPr id="272" name="Group 271">
              <a:extLst>
                <a:ext uri="{FF2B5EF4-FFF2-40B4-BE49-F238E27FC236}">
                  <a16:creationId xmlns:a16="http://schemas.microsoft.com/office/drawing/2014/main" id="{3BD83D9D-35BB-303A-A182-44477E827EAB}"/>
                </a:ext>
              </a:extLst>
            </p:cNvPr>
            <p:cNvGrpSpPr/>
            <p:nvPr/>
          </p:nvGrpSpPr>
          <p:grpSpPr>
            <a:xfrm>
              <a:off x="6188224" y="3577971"/>
              <a:ext cx="628907" cy="628907"/>
              <a:chOff x="2867802" y="3950805"/>
              <a:chExt cx="628907" cy="628907"/>
            </a:xfrm>
          </p:grpSpPr>
          <p:sp>
            <p:nvSpPr>
              <p:cNvPr id="294" name="Oval 293">
                <a:extLst>
                  <a:ext uri="{FF2B5EF4-FFF2-40B4-BE49-F238E27FC236}">
                    <a16:creationId xmlns:a16="http://schemas.microsoft.com/office/drawing/2014/main" id="{5C89D1D3-652D-D8E7-7018-46B8E10855AD}"/>
                  </a:ext>
                </a:extLst>
              </p:cNvPr>
              <p:cNvSpPr/>
              <p:nvPr/>
            </p:nvSpPr>
            <p:spPr>
              <a:xfrm>
                <a:off x="2867802" y="3950805"/>
                <a:ext cx="628907" cy="628907"/>
              </a:xfrm>
              <a:prstGeom prst="ellipse">
                <a:avLst/>
              </a:prstGeom>
              <a:solidFill>
                <a:schemeClr val="bg1"/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295" name="TextBox 294">
                <a:extLst>
                  <a:ext uri="{FF2B5EF4-FFF2-40B4-BE49-F238E27FC236}">
                    <a16:creationId xmlns:a16="http://schemas.microsoft.com/office/drawing/2014/main" id="{65C61BFD-F3B2-C613-DE6F-0B189E273C39}"/>
                  </a:ext>
                </a:extLst>
              </p:cNvPr>
              <p:cNvSpPr txBox="1"/>
              <p:nvPr/>
            </p:nvSpPr>
            <p:spPr>
              <a:xfrm>
                <a:off x="2949594" y="4068702"/>
                <a:ext cx="465322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2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ptos" panose="020B0004020202020204" pitchFamily="34" charset="0"/>
                    <a:ea typeface="+mn-ea"/>
                    <a:cs typeface="Arial" panose="020B0604020202020204" pitchFamily="34" charset="0"/>
                  </a:rPr>
                  <a:t>RTH</a:t>
                </a:r>
              </a:p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8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ptos" panose="020B0004020202020204" pitchFamily="34" charset="0"/>
                    <a:ea typeface="+mn-ea"/>
                    <a:cs typeface="Arial" panose="020B0604020202020204" pitchFamily="34" charset="0"/>
                  </a:rPr>
                  <a:t>Exeter</a:t>
                </a:r>
              </a:p>
            </p:txBody>
          </p:sp>
        </p:grpSp>
        <p:grpSp>
          <p:nvGrpSpPr>
            <p:cNvPr id="273" name="Group 272">
              <a:extLst>
                <a:ext uri="{FF2B5EF4-FFF2-40B4-BE49-F238E27FC236}">
                  <a16:creationId xmlns:a16="http://schemas.microsoft.com/office/drawing/2014/main" id="{C1138C2A-2794-D5A2-88A3-4E6D6E0034FC}"/>
                </a:ext>
              </a:extLst>
            </p:cNvPr>
            <p:cNvGrpSpPr/>
            <p:nvPr/>
          </p:nvGrpSpPr>
          <p:grpSpPr>
            <a:xfrm>
              <a:off x="9293175" y="3577971"/>
              <a:ext cx="628907" cy="628907"/>
              <a:chOff x="2867802" y="3950805"/>
              <a:chExt cx="628907" cy="628907"/>
            </a:xfrm>
          </p:grpSpPr>
          <p:sp>
            <p:nvSpPr>
              <p:cNvPr id="292" name="Oval 291">
                <a:extLst>
                  <a:ext uri="{FF2B5EF4-FFF2-40B4-BE49-F238E27FC236}">
                    <a16:creationId xmlns:a16="http://schemas.microsoft.com/office/drawing/2014/main" id="{8657102A-73F2-CF72-298B-852280F56B72}"/>
                  </a:ext>
                </a:extLst>
              </p:cNvPr>
              <p:cNvSpPr/>
              <p:nvPr/>
            </p:nvSpPr>
            <p:spPr>
              <a:xfrm>
                <a:off x="2867802" y="3950805"/>
                <a:ext cx="628907" cy="628907"/>
              </a:xfrm>
              <a:prstGeom prst="ellipse">
                <a:avLst/>
              </a:prstGeom>
              <a:solidFill>
                <a:schemeClr val="bg1"/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293" name="TextBox 292">
                <a:extLst>
                  <a:ext uri="{FF2B5EF4-FFF2-40B4-BE49-F238E27FC236}">
                    <a16:creationId xmlns:a16="http://schemas.microsoft.com/office/drawing/2014/main" id="{5C01AD03-7465-3AFD-377F-11297CB24047}"/>
                  </a:ext>
                </a:extLst>
              </p:cNvPr>
              <p:cNvSpPr txBox="1"/>
              <p:nvPr/>
            </p:nvSpPr>
            <p:spPr>
              <a:xfrm>
                <a:off x="2932200" y="4068702"/>
                <a:ext cx="500110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2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ptos" panose="020B0004020202020204" pitchFamily="34" charset="0"/>
                    <a:ea typeface="+mn-ea"/>
                    <a:cs typeface="Arial" panose="020B0604020202020204" pitchFamily="34" charset="0"/>
                  </a:rPr>
                  <a:t>RTH</a:t>
                </a:r>
              </a:p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8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ptos" panose="020B0004020202020204" pitchFamily="34" charset="0"/>
                    <a:ea typeface="+mn-ea"/>
                    <a:cs typeface="Arial" panose="020B0604020202020204" pitchFamily="34" charset="0"/>
                  </a:rPr>
                  <a:t>Beijing</a:t>
                </a:r>
                <a:endParaRPr kumimoji="0" lang="en-GB" sz="7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0B0004020202020204" pitchFamily="34" charset="0"/>
                  <a:ea typeface="+mn-ea"/>
                  <a:cs typeface="Arial" panose="020B0604020202020204" pitchFamily="34" charset="0"/>
                </a:endParaRPr>
              </a:p>
            </p:txBody>
          </p:sp>
        </p:grpSp>
        <p:grpSp>
          <p:nvGrpSpPr>
            <p:cNvPr id="274" name="Group 273">
              <a:extLst>
                <a:ext uri="{FF2B5EF4-FFF2-40B4-BE49-F238E27FC236}">
                  <a16:creationId xmlns:a16="http://schemas.microsoft.com/office/drawing/2014/main" id="{FD9789F0-FE8B-76E5-96CB-2D94924CD9DF}"/>
                </a:ext>
              </a:extLst>
            </p:cNvPr>
            <p:cNvGrpSpPr/>
            <p:nvPr/>
          </p:nvGrpSpPr>
          <p:grpSpPr>
            <a:xfrm>
              <a:off x="6521485" y="5413675"/>
              <a:ext cx="628907" cy="628907"/>
              <a:chOff x="2867802" y="3950805"/>
              <a:chExt cx="628907" cy="628907"/>
            </a:xfrm>
          </p:grpSpPr>
          <p:sp>
            <p:nvSpPr>
              <p:cNvPr id="290" name="Oval 289">
                <a:extLst>
                  <a:ext uri="{FF2B5EF4-FFF2-40B4-BE49-F238E27FC236}">
                    <a16:creationId xmlns:a16="http://schemas.microsoft.com/office/drawing/2014/main" id="{89ADE97A-A826-6604-8CD6-C1E805BCEFD2}"/>
                  </a:ext>
                </a:extLst>
              </p:cNvPr>
              <p:cNvSpPr/>
              <p:nvPr/>
            </p:nvSpPr>
            <p:spPr>
              <a:xfrm>
                <a:off x="2867802" y="3950805"/>
                <a:ext cx="628907" cy="628907"/>
              </a:xfrm>
              <a:prstGeom prst="ellipse">
                <a:avLst/>
              </a:prstGeom>
              <a:solidFill>
                <a:schemeClr val="bg1"/>
              </a:solidFill>
              <a:ln w="28575"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>
                      <a:lumMod val="65000"/>
                    </a:prstClr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291" name="TextBox 290">
                <a:extLst>
                  <a:ext uri="{FF2B5EF4-FFF2-40B4-BE49-F238E27FC236}">
                    <a16:creationId xmlns:a16="http://schemas.microsoft.com/office/drawing/2014/main" id="{5F5A99CA-108F-816D-C498-5D13B139B6D0}"/>
                  </a:ext>
                </a:extLst>
              </p:cNvPr>
              <p:cNvSpPr txBox="1"/>
              <p:nvPr/>
            </p:nvSpPr>
            <p:spPr>
              <a:xfrm>
                <a:off x="2949594" y="4126758"/>
                <a:ext cx="465322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2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white">
                        <a:lumMod val="85000"/>
                      </a:prstClr>
                    </a:solidFill>
                    <a:effectLst/>
                    <a:uLnTx/>
                    <a:uFillTx/>
                    <a:latin typeface="Aptos" panose="020B0004020202020204" pitchFamily="34" charset="0"/>
                    <a:ea typeface="+mn-ea"/>
                    <a:cs typeface="Arial" panose="020B0604020202020204" pitchFamily="34" charset="0"/>
                  </a:rPr>
                  <a:t>RTH</a:t>
                </a:r>
              </a:p>
            </p:txBody>
          </p:sp>
        </p:grpSp>
        <p:grpSp>
          <p:nvGrpSpPr>
            <p:cNvPr id="275" name="Group 274">
              <a:extLst>
                <a:ext uri="{FF2B5EF4-FFF2-40B4-BE49-F238E27FC236}">
                  <a16:creationId xmlns:a16="http://schemas.microsoft.com/office/drawing/2014/main" id="{73C161F3-A66D-42C5-6998-5B16004DAFBC}"/>
                </a:ext>
              </a:extLst>
            </p:cNvPr>
            <p:cNvGrpSpPr/>
            <p:nvPr/>
          </p:nvGrpSpPr>
          <p:grpSpPr>
            <a:xfrm>
              <a:off x="8862418" y="5165872"/>
              <a:ext cx="628907" cy="628907"/>
              <a:chOff x="2867802" y="3950805"/>
              <a:chExt cx="628907" cy="628907"/>
            </a:xfrm>
          </p:grpSpPr>
          <p:sp>
            <p:nvSpPr>
              <p:cNvPr id="288" name="Oval 287">
                <a:extLst>
                  <a:ext uri="{FF2B5EF4-FFF2-40B4-BE49-F238E27FC236}">
                    <a16:creationId xmlns:a16="http://schemas.microsoft.com/office/drawing/2014/main" id="{119D9CA8-75EA-B201-8A6D-6821BFA6BE39}"/>
                  </a:ext>
                </a:extLst>
              </p:cNvPr>
              <p:cNvSpPr/>
              <p:nvPr/>
            </p:nvSpPr>
            <p:spPr>
              <a:xfrm>
                <a:off x="2867802" y="3950805"/>
                <a:ext cx="628907" cy="628907"/>
              </a:xfrm>
              <a:prstGeom prst="ellipse">
                <a:avLst/>
              </a:prstGeom>
              <a:solidFill>
                <a:schemeClr val="bg1"/>
              </a:solidFill>
              <a:ln w="28575"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>
                      <a:lumMod val="65000"/>
                    </a:prstClr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289" name="TextBox 288">
                <a:extLst>
                  <a:ext uri="{FF2B5EF4-FFF2-40B4-BE49-F238E27FC236}">
                    <a16:creationId xmlns:a16="http://schemas.microsoft.com/office/drawing/2014/main" id="{00E2AE07-0FE3-F12D-5CB9-E5C58605121A}"/>
                  </a:ext>
                </a:extLst>
              </p:cNvPr>
              <p:cNvSpPr txBox="1"/>
              <p:nvPr/>
            </p:nvSpPr>
            <p:spPr>
              <a:xfrm>
                <a:off x="2949594" y="4126758"/>
                <a:ext cx="465322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2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white">
                        <a:lumMod val="85000"/>
                      </a:prstClr>
                    </a:solidFill>
                    <a:effectLst/>
                    <a:uLnTx/>
                    <a:uFillTx/>
                    <a:latin typeface="Aptos" panose="020B0004020202020204" pitchFamily="34" charset="0"/>
                    <a:ea typeface="+mn-ea"/>
                    <a:cs typeface="Arial" panose="020B0604020202020204" pitchFamily="34" charset="0"/>
                  </a:rPr>
                  <a:t>RTH</a:t>
                </a:r>
              </a:p>
            </p:txBody>
          </p:sp>
        </p:grpSp>
        <p:grpSp>
          <p:nvGrpSpPr>
            <p:cNvPr id="276" name="Group 275">
              <a:extLst>
                <a:ext uri="{FF2B5EF4-FFF2-40B4-BE49-F238E27FC236}">
                  <a16:creationId xmlns:a16="http://schemas.microsoft.com/office/drawing/2014/main" id="{C105B05A-D9B7-3781-F735-68D1A79F641A}"/>
                </a:ext>
              </a:extLst>
            </p:cNvPr>
            <p:cNvGrpSpPr/>
            <p:nvPr/>
          </p:nvGrpSpPr>
          <p:grpSpPr>
            <a:xfrm>
              <a:off x="7543240" y="4536965"/>
              <a:ext cx="628907" cy="628907"/>
              <a:chOff x="2867802" y="3950805"/>
              <a:chExt cx="628907" cy="628907"/>
            </a:xfrm>
          </p:grpSpPr>
          <p:sp>
            <p:nvSpPr>
              <p:cNvPr id="286" name="Oval 285">
                <a:extLst>
                  <a:ext uri="{FF2B5EF4-FFF2-40B4-BE49-F238E27FC236}">
                    <a16:creationId xmlns:a16="http://schemas.microsoft.com/office/drawing/2014/main" id="{0491028A-AEA2-A2E8-78DE-348D532770DD}"/>
                  </a:ext>
                </a:extLst>
              </p:cNvPr>
              <p:cNvSpPr/>
              <p:nvPr/>
            </p:nvSpPr>
            <p:spPr>
              <a:xfrm>
                <a:off x="2867802" y="3950805"/>
                <a:ext cx="628907" cy="628907"/>
              </a:xfrm>
              <a:prstGeom prst="ellipse">
                <a:avLst/>
              </a:prstGeom>
              <a:solidFill>
                <a:schemeClr val="bg1"/>
              </a:solidFill>
              <a:ln w="28575"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>
                      <a:lumMod val="65000"/>
                    </a:prstClr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287" name="TextBox 286">
                <a:extLst>
                  <a:ext uri="{FF2B5EF4-FFF2-40B4-BE49-F238E27FC236}">
                    <a16:creationId xmlns:a16="http://schemas.microsoft.com/office/drawing/2014/main" id="{6598B9EF-1A95-90AB-EA91-45148B98E5B8}"/>
                  </a:ext>
                </a:extLst>
              </p:cNvPr>
              <p:cNvSpPr txBox="1"/>
              <p:nvPr/>
            </p:nvSpPr>
            <p:spPr>
              <a:xfrm>
                <a:off x="2949594" y="4126758"/>
                <a:ext cx="465322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2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white">
                        <a:lumMod val="85000"/>
                      </a:prstClr>
                    </a:solidFill>
                    <a:effectLst/>
                    <a:uLnTx/>
                    <a:uFillTx/>
                    <a:latin typeface="Aptos" panose="020B0004020202020204" pitchFamily="34" charset="0"/>
                    <a:ea typeface="+mn-ea"/>
                    <a:cs typeface="Arial" panose="020B0604020202020204" pitchFamily="34" charset="0"/>
                  </a:rPr>
                  <a:t>RTH</a:t>
                </a:r>
              </a:p>
            </p:txBody>
          </p:sp>
        </p:grpSp>
        <p:grpSp>
          <p:nvGrpSpPr>
            <p:cNvPr id="283" name="Group 282">
              <a:extLst>
                <a:ext uri="{FF2B5EF4-FFF2-40B4-BE49-F238E27FC236}">
                  <a16:creationId xmlns:a16="http://schemas.microsoft.com/office/drawing/2014/main" id="{9B0C7F4F-4CC7-251E-70D7-11E80A03A698}"/>
                </a:ext>
              </a:extLst>
            </p:cNvPr>
            <p:cNvGrpSpPr/>
            <p:nvPr/>
          </p:nvGrpSpPr>
          <p:grpSpPr>
            <a:xfrm>
              <a:off x="10510969" y="5552173"/>
              <a:ext cx="751592" cy="628907"/>
              <a:chOff x="10510969" y="5552173"/>
              <a:chExt cx="751592" cy="628907"/>
            </a:xfrm>
          </p:grpSpPr>
          <p:sp>
            <p:nvSpPr>
              <p:cNvPr id="284" name="Rectangle: Rounded Corners 283">
                <a:extLst>
                  <a:ext uri="{FF2B5EF4-FFF2-40B4-BE49-F238E27FC236}">
                    <a16:creationId xmlns:a16="http://schemas.microsoft.com/office/drawing/2014/main" id="{A1B61C67-A236-EB92-220E-3D683B17BCC3}"/>
                  </a:ext>
                </a:extLst>
              </p:cNvPr>
              <p:cNvSpPr/>
              <p:nvPr/>
            </p:nvSpPr>
            <p:spPr>
              <a:xfrm>
                <a:off x="10572312" y="5552173"/>
                <a:ext cx="628907" cy="628907"/>
              </a:xfrm>
              <a:prstGeom prst="roundRect">
                <a:avLst>
                  <a:gd name="adj" fmla="val 8678"/>
                </a:avLst>
              </a:prstGeom>
              <a:solidFill>
                <a:schemeClr val="bg1"/>
              </a:solidFill>
              <a:ln w="28575"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285" name="TextBox 284">
                <a:extLst>
                  <a:ext uri="{FF2B5EF4-FFF2-40B4-BE49-F238E27FC236}">
                    <a16:creationId xmlns:a16="http://schemas.microsoft.com/office/drawing/2014/main" id="{F51CCC65-1C56-5542-7253-68E9ECF4FD6C}"/>
                  </a:ext>
                </a:extLst>
              </p:cNvPr>
              <p:cNvSpPr txBox="1"/>
              <p:nvPr/>
            </p:nvSpPr>
            <p:spPr>
              <a:xfrm>
                <a:off x="10510969" y="5728127"/>
                <a:ext cx="751592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2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white">
                        <a:lumMod val="85000"/>
                      </a:prstClr>
                    </a:solidFill>
                    <a:effectLst/>
                    <a:uLnTx/>
                    <a:uFillTx/>
                    <a:latin typeface="Aptos" panose="020B0004020202020204" pitchFamily="34" charset="0"/>
                    <a:ea typeface="+mn-ea"/>
                    <a:cs typeface="Arial" panose="020B0604020202020204" pitchFamily="34" charset="0"/>
                  </a:rPr>
                  <a:t>WDQMS</a:t>
                </a:r>
              </a:p>
            </p:txBody>
          </p:sp>
        </p:grpSp>
      </p:grpSp>
      <p:cxnSp>
        <p:nvCxnSpPr>
          <p:cNvPr id="338" name="Straight Arrow Connector 337">
            <a:extLst>
              <a:ext uri="{FF2B5EF4-FFF2-40B4-BE49-F238E27FC236}">
                <a16:creationId xmlns:a16="http://schemas.microsoft.com/office/drawing/2014/main" id="{F692D404-EC86-1FB3-FC15-CE01C5CD976A}"/>
              </a:ext>
            </a:extLst>
          </p:cNvPr>
          <p:cNvCxnSpPr>
            <a:cxnSpLocks/>
          </p:cNvCxnSpPr>
          <p:nvPr/>
        </p:nvCxnSpPr>
        <p:spPr>
          <a:xfrm>
            <a:off x="6505853" y="3293859"/>
            <a:ext cx="0" cy="265613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9" name="Straight Arrow Connector 338">
            <a:extLst>
              <a:ext uri="{FF2B5EF4-FFF2-40B4-BE49-F238E27FC236}">
                <a16:creationId xmlns:a16="http://schemas.microsoft.com/office/drawing/2014/main" id="{A7CEC087-7246-18B5-292C-6726E07193A8}"/>
              </a:ext>
            </a:extLst>
          </p:cNvPr>
          <p:cNvCxnSpPr>
            <a:cxnSpLocks/>
          </p:cNvCxnSpPr>
          <p:nvPr/>
        </p:nvCxnSpPr>
        <p:spPr>
          <a:xfrm>
            <a:off x="9602289" y="3297767"/>
            <a:ext cx="0" cy="256088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7" name="Picture 26">
            <a:extLst>
              <a:ext uri="{FF2B5EF4-FFF2-40B4-BE49-F238E27FC236}">
                <a16:creationId xmlns:a16="http://schemas.microsoft.com/office/drawing/2014/main" id="{B26DB97B-F86F-65EE-A741-7620DD6C770C}"/>
              </a:ext>
            </a:extLst>
          </p:cNvPr>
          <p:cNvPicPr>
            <a:picLocks noChangeAspect="1"/>
          </p:cNvPicPr>
          <p:nvPr/>
        </p:nvPicPr>
        <p:blipFill>
          <a:blip r:embed="rId15">
            <a:duotone>
              <a:schemeClr val="bg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4970899" y="1156406"/>
            <a:ext cx="823031" cy="963251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439795F4-3047-AB88-57A8-A7D18EFB5D06}"/>
              </a:ext>
            </a:extLst>
          </p:cNvPr>
          <p:cNvPicPr>
            <a:picLocks noChangeAspect="1"/>
          </p:cNvPicPr>
          <p:nvPr/>
        </p:nvPicPr>
        <p:blipFill>
          <a:blip r:embed="rId16">
            <a:duotone>
              <a:schemeClr val="bg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7805081" y="577301"/>
            <a:ext cx="823031" cy="963251"/>
          </a:xfrm>
          <a:prstGeom prst="rect">
            <a:avLst/>
          </a:prstGeom>
        </p:spPr>
      </p:pic>
      <p:sp>
        <p:nvSpPr>
          <p:cNvPr id="322" name="TextBox 321">
            <a:extLst>
              <a:ext uri="{FF2B5EF4-FFF2-40B4-BE49-F238E27FC236}">
                <a16:creationId xmlns:a16="http://schemas.microsoft.com/office/drawing/2014/main" id="{8CB0426A-8C51-9D51-A6AC-E08D4DAFF4EF}"/>
              </a:ext>
            </a:extLst>
          </p:cNvPr>
          <p:cNvSpPr txBox="1"/>
          <p:nvPr/>
        </p:nvSpPr>
        <p:spPr>
          <a:xfrm>
            <a:off x="1558818" y="4959031"/>
            <a:ext cx="7510071" cy="1754326"/>
          </a:xfrm>
          <a:prstGeom prst="rect">
            <a:avLst/>
          </a:prstGeom>
          <a:solidFill>
            <a:srgbClr val="FFFFFF">
              <a:alpha val="69804"/>
            </a:srgbClr>
          </a:solidFill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A note on bulletin compilation</a:t>
            </a: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Gateways operate a “compilation window” during which they expect all the data-objects for a given bulletin to arrive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This duration is set globally for each bulletin type (e.g., 300 sec for SYNOP)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If only a partial set of data-objects have arrived at the gateway at the end of the compilation window, the gateway will publish an (incomplete) bulletin </a:t>
            </a:r>
          </a:p>
        </p:txBody>
      </p:sp>
      <p:grpSp>
        <p:nvGrpSpPr>
          <p:cNvPr id="343" name="Group 342">
            <a:extLst>
              <a:ext uri="{FF2B5EF4-FFF2-40B4-BE49-F238E27FC236}">
                <a16:creationId xmlns:a16="http://schemas.microsoft.com/office/drawing/2014/main" id="{C4B3D3CD-3EFE-3E29-457E-7FE6694D09DF}"/>
              </a:ext>
            </a:extLst>
          </p:cNvPr>
          <p:cNvGrpSpPr/>
          <p:nvPr/>
        </p:nvGrpSpPr>
        <p:grpSpPr>
          <a:xfrm>
            <a:off x="6913409" y="2655949"/>
            <a:ext cx="4369837" cy="583376"/>
            <a:chOff x="6913409" y="2655949"/>
            <a:chExt cx="4369837" cy="583376"/>
          </a:xfrm>
        </p:grpSpPr>
        <p:grpSp>
          <p:nvGrpSpPr>
            <p:cNvPr id="38" name="Group 37">
              <a:extLst>
                <a:ext uri="{FF2B5EF4-FFF2-40B4-BE49-F238E27FC236}">
                  <a16:creationId xmlns:a16="http://schemas.microsoft.com/office/drawing/2014/main" id="{E85D8D3B-6733-3EC0-1160-BC88A6146966}"/>
                </a:ext>
              </a:extLst>
            </p:cNvPr>
            <p:cNvGrpSpPr/>
            <p:nvPr/>
          </p:nvGrpSpPr>
          <p:grpSpPr>
            <a:xfrm>
              <a:off x="6913409" y="2655949"/>
              <a:ext cx="1298724" cy="583376"/>
              <a:chOff x="6913409" y="2655949"/>
              <a:chExt cx="1298724" cy="583376"/>
            </a:xfrm>
          </p:grpSpPr>
          <p:pic>
            <p:nvPicPr>
              <p:cNvPr id="35" name="Picture 34">
                <a:extLst>
                  <a:ext uri="{FF2B5EF4-FFF2-40B4-BE49-F238E27FC236}">
                    <a16:creationId xmlns:a16="http://schemas.microsoft.com/office/drawing/2014/main" id="{3DC8A56A-CC6F-51FB-622C-482B9957F37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7798391" y="2655949"/>
                <a:ext cx="413742" cy="583376"/>
              </a:xfrm>
              <a:prstGeom prst="rect">
                <a:avLst/>
              </a:prstGeom>
            </p:spPr>
          </p:pic>
          <p:pic>
            <p:nvPicPr>
              <p:cNvPr id="36" name="Picture 35">
                <a:extLst>
                  <a:ext uri="{FF2B5EF4-FFF2-40B4-BE49-F238E27FC236}">
                    <a16:creationId xmlns:a16="http://schemas.microsoft.com/office/drawing/2014/main" id="{436E17C0-6853-ABF8-A36B-27F213867AB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7355900" y="2655949"/>
                <a:ext cx="413742" cy="583376"/>
              </a:xfrm>
              <a:prstGeom prst="rect">
                <a:avLst/>
              </a:prstGeom>
            </p:spPr>
          </p:pic>
          <p:pic>
            <p:nvPicPr>
              <p:cNvPr id="37" name="Picture 36">
                <a:extLst>
                  <a:ext uri="{FF2B5EF4-FFF2-40B4-BE49-F238E27FC236}">
                    <a16:creationId xmlns:a16="http://schemas.microsoft.com/office/drawing/2014/main" id="{C1BFE829-E184-8915-0548-260A81C215A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6913409" y="2655949"/>
                <a:ext cx="413742" cy="583376"/>
              </a:xfrm>
              <a:prstGeom prst="rect">
                <a:avLst/>
              </a:prstGeom>
            </p:spPr>
          </p:pic>
        </p:grpSp>
        <p:grpSp>
          <p:nvGrpSpPr>
            <p:cNvPr id="39" name="Group 38">
              <a:extLst>
                <a:ext uri="{FF2B5EF4-FFF2-40B4-BE49-F238E27FC236}">
                  <a16:creationId xmlns:a16="http://schemas.microsoft.com/office/drawing/2014/main" id="{B18F5B2D-0754-4FB1-A814-ACD6B8BDCA01}"/>
                </a:ext>
              </a:extLst>
            </p:cNvPr>
            <p:cNvGrpSpPr/>
            <p:nvPr/>
          </p:nvGrpSpPr>
          <p:grpSpPr>
            <a:xfrm>
              <a:off x="9984522" y="2655949"/>
              <a:ext cx="1298724" cy="583376"/>
              <a:chOff x="6913409" y="2655949"/>
              <a:chExt cx="1298724" cy="583376"/>
            </a:xfrm>
          </p:grpSpPr>
          <p:pic>
            <p:nvPicPr>
              <p:cNvPr id="40" name="Picture 39">
                <a:extLst>
                  <a:ext uri="{FF2B5EF4-FFF2-40B4-BE49-F238E27FC236}">
                    <a16:creationId xmlns:a16="http://schemas.microsoft.com/office/drawing/2014/main" id="{A7AE4CF3-725A-92CE-3507-89506CAE4C0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7798391" y="2655949"/>
                <a:ext cx="413742" cy="583376"/>
              </a:xfrm>
              <a:prstGeom prst="rect">
                <a:avLst/>
              </a:prstGeom>
            </p:spPr>
          </p:pic>
          <p:pic>
            <p:nvPicPr>
              <p:cNvPr id="41" name="Picture 40">
                <a:extLst>
                  <a:ext uri="{FF2B5EF4-FFF2-40B4-BE49-F238E27FC236}">
                    <a16:creationId xmlns:a16="http://schemas.microsoft.com/office/drawing/2014/main" id="{EC8A861F-5151-B2CF-97B8-20675A4C79D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7355900" y="2655949"/>
                <a:ext cx="413742" cy="583376"/>
              </a:xfrm>
              <a:prstGeom prst="rect">
                <a:avLst/>
              </a:prstGeom>
            </p:spPr>
          </p:pic>
          <p:pic>
            <p:nvPicPr>
              <p:cNvPr id="42" name="Picture 41">
                <a:extLst>
                  <a:ext uri="{FF2B5EF4-FFF2-40B4-BE49-F238E27FC236}">
                    <a16:creationId xmlns:a16="http://schemas.microsoft.com/office/drawing/2014/main" id="{43269275-F0FB-4372-D191-DC1D21EF19C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6913409" y="2655949"/>
                <a:ext cx="413742" cy="583376"/>
              </a:xfrm>
              <a:prstGeom prst="rect">
                <a:avLst/>
              </a:prstGeom>
            </p:spPr>
          </p:pic>
        </p:grpSp>
      </p:grpSp>
      <p:grpSp>
        <p:nvGrpSpPr>
          <p:cNvPr id="303" name="Group 302">
            <a:extLst>
              <a:ext uri="{FF2B5EF4-FFF2-40B4-BE49-F238E27FC236}">
                <a16:creationId xmlns:a16="http://schemas.microsoft.com/office/drawing/2014/main" id="{A8AA1B72-F4D2-ED7A-591B-7B90DE61D4CB}"/>
              </a:ext>
            </a:extLst>
          </p:cNvPr>
          <p:cNvGrpSpPr/>
          <p:nvPr/>
        </p:nvGrpSpPr>
        <p:grpSpPr>
          <a:xfrm>
            <a:off x="12189821" y="1288927"/>
            <a:ext cx="499772" cy="698208"/>
            <a:chOff x="2400894" y="4929298"/>
            <a:chExt cx="612283" cy="855395"/>
          </a:xfrm>
        </p:grpSpPr>
        <p:pic>
          <p:nvPicPr>
            <p:cNvPr id="305" name="Picture 304">
              <a:extLst>
                <a:ext uri="{FF2B5EF4-FFF2-40B4-BE49-F238E27FC236}">
                  <a16:creationId xmlns:a16="http://schemas.microsoft.com/office/drawing/2014/main" id="{2C37AC33-8C21-A8E2-6C4F-37FCCA138F5F}"/>
                </a:ext>
              </a:extLst>
            </p:cNvPr>
            <p:cNvPicPr>
              <a:picLocks noChangeAspect="1"/>
            </p:cNvPicPr>
            <p:nvPr/>
          </p:nvPicPr>
          <p:blipFill>
            <a:blip r:embed="rId17"/>
            <a:stretch>
              <a:fillRect/>
            </a:stretch>
          </p:blipFill>
          <p:spPr>
            <a:xfrm>
              <a:off x="2400894" y="4929298"/>
              <a:ext cx="612283" cy="855395"/>
            </a:xfrm>
            <a:prstGeom prst="rect">
              <a:avLst/>
            </a:prstGeom>
          </p:spPr>
        </p:pic>
        <p:grpSp>
          <p:nvGrpSpPr>
            <p:cNvPr id="331" name="Group 330">
              <a:extLst>
                <a:ext uri="{FF2B5EF4-FFF2-40B4-BE49-F238E27FC236}">
                  <a16:creationId xmlns:a16="http://schemas.microsoft.com/office/drawing/2014/main" id="{91089CDF-2EB0-4D25-969E-688B9D7EEF5B}"/>
                </a:ext>
              </a:extLst>
            </p:cNvPr>
            <p:cNvGrpSpPr/>
            <p:nvPr/>
          </p:nvGrpSpPr>
          <p:grpSpPr>
            <a:xfrm>
              <a:off x="2494912" y="5097206"/>
              <a:ext cx="381019" cy="376523"/>
              <a:chOff x="2467194" y="5209255"/>
              <a:chExt cx="381019" cy="376523"/>
            </a:xfrm>
          </p:grpSpPr>
          <p:sp>
            <p:nvSpPr>
              <p:cNvPr id="332" name="Rectangle 331">
                <a:extLst>
                  <a:ext uri="{FF2B5EF4-FFF2-40B4-BE49-F238E27FC236}">
                    <a16:creationId xmlns:a16="http://schemas.microsoft.com/office/drawing/2014/main" id="{22C074D3-6697-EA32-8AD8-A59637B42681}"/>
                  </a:ext>
                </a:extLst>
              </p:cNvPr>
              <p:cNvSpPr/>
              <p:nvPr/>
            </p:nvSpPr>
            <p:spPr>
              <a:xfrm>
                <a:off x="2467194" y="5209255"/>
                <a:ext cx="169804" cy="169804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A</a:t>
                </a:r>
              </a:p>
            </p:txBody>
          </p:sp>
          <p:sp>
            <p:nvSpPr>
              <p:cNvPr id="335" name="Rectangle 334">
                <a:extLst>
                  <a:ext uri="{FF2B5EF4-FFF2-40B4-BE49-F238E27FC236}">
                    <a16:creationId xmlns:a16="http://schemas.microsoft.com/office/drawing/2014/main" id="{29D4C239-5FDD-88DE-41C2-8931261E2610}"/>
                  </a:ext>
                </a:extLst>
              </p:cNvPr>
              <p:cNvSpPr/>
              <p:nvPr/>
            </p:nvSpPr>
            <p:spPr>
              <a:xfrm>
                <a:off x="2678409" y="5209255"/>
                <a:ext cx="169804" cy="169804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B</a:t>
                </a:r>
              </a:p>
            </p:txBody>
          </p:sp>
          <p:sp>
            <p:nvSpPr>
              <p:cNvPr id="336" name="Rectangle 335">
                <a:extLst>
                  <a:ext uri="{FF2B5EF4-FFF2-40B4-BE49-F238E27FC236}">
                    <a16:creationId xmlns:a16="http://schemas.microsoft.com/office/drawing/2014/main" id="{4CFBE0A1-DF40-7E53-2CDE-F8794386CAB2}"/>
                  </a:ext>
                </a:extLst>
              </p:cNvPr>
              <p:cNvSpPr/>
              <p:nvPr/>
            </p:nvSpPr>
            <p:spPr>
              <a:xfrm>
                <a:off x="2467194" y="5415974"/>
                <a:ext cx="169804" cy="169804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C</a:t>
                </a:r>
              </a:p>
            </p:txBody>
          </p:sp>
          <p:sp>
            <p:nvSpPr>
              <p:cNvPr id="337" name="Rectangle 336">
                <a:extLst>
                  <a:ext uri="{FF2B5EF4-FFF2-40B4-BE49-F238E27FC236}">
                    <a16:creationId xmlns:a16="http://schemas.microsoft.com/office/drawing/2014/main" id="{C74F8231-DCBE-5D11-46F5-589B3E85B690}"/>
                  </a:ext>
                </a:extLst>
              </p:cNvPr>
              <p:cNvSpPr/>
              <p:nvPr/>
            </p:nvSpPr>
            <p:spPr>
              <a:xfrm>
                <a:off x="2678409" y="5415974"/>
                <a:ext cx="169804" cy="169804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D</a:t>
                </a:r>
              </a:p>
            </p:txBody>
          </p:sp>
        </p:grpSp>
      </p:grpSp>
      <p:grpSp>
        <p:nvGrpSpPr>
          <p:cNvPr id="342" name="Group 341">
            <a:extLst>
              <a:ext uri="{FF2B5EF4-FFF2-40B4-BE49-F238E27FC236}">
                <a16:creationId xmlns:a16="http://schemas.microsoft.com/office/drawing/2014/main" id="{6A0368C6-24E5-4C9D-C6B9-BA82F35D74C5}"/>
              </a:ext>
            </a:extLst>
          </p:cNvPr>
          <p:cNvGrpSpPr/>
          <p:nvPr/>
        </p:nvGrpSpPr>
        <p:grpSpPr>
          <a:xfrm>
            <a:off x="6913978" y="3509391"/>
            <a:ext cx="4618861" cy="707733"/>
            <a:chOff x="6913978" y="3509391"/>
            <a:chExt cx="4618861" cy="707733"/>
          </a:xfrm>
        </p:grpSpPr>
        <p:grpSp>
          <p:nvGrpSpPr>
            <p:cNvPr id="202" name="Group 201">
              <a:extLst>
                <a:ext uri="{FF2B5EF4-FFF2-40B4-BE49-F238E27FC236}">
                  <a16:creationId xmlns:a16="http://schemas.microsoft.com/office/drawing/2014/main" id="{27805431-D85B-4833-649D-D8B1E302CA38}"/>
                </a:ext>
              </a:extLst>
            </p:cNvPr>
            <p:cNvGrpSpPr/>
            <p:nvPr/>
          </p:nvGrpSpPr>
          <p:grpSpPr>
            <a:xfrm>
              <a:off x="6913978" y="3509391"/>
              <a:ext cx="499772" cy="698208"/>
              <a:chOff x="2400894" y="4929298"/>
              <a:chExt cx="612283" cy="855395"/>
            </a:xfrm>
          </p:grpSpPr>
          <p:pic>
            <p:nvPicPr>
              <p:cNvPr id="203" name="Picture 202">
                <a:extLst>
                  <a:ext uri="{FF2B5EF4-FFF2-40B4-BE49-F238E27FC236}">
                    <a16:creationId xmlns:a16="http://schemas.microsoft.com/office/drawing/2014/main" id="{8D79E014-C9C4-A6F2-3961-36C4C9AEBCF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2400894" y="4929298"/>
                <a:ext cx="612283" cy="855395"/>
              </a:xfrm>
              <a:prstGeom prst="rect">
                <a:avLst/>
              </a:prstGeom>
            </p:spPr>
          </p:pic>
          <p:grpSp>
            <p:nvGrpSpPr>
              <p:cNvPr id="251" name="Group 250">
                <a:extLst>
                  <a:ext uri="{FF2B5EF4-FFF2-40B4-BE49-F238E27FC236}">
                    <a16:creationId xmlns:a16="http://schemas.microsoft.com/office/drawing/2014/main" id="{8F97BB0C-A95F-50AB-7422-0BD7467B66EA}"/>
                  </a:ext>
                </a:extLst>
              </p:cNvPr>
              <p:cNvGrpSpPr/>
              <p:nvPr/>
            </p:nvGrpSpPr>
            <p:grpSpPr>
              <a:xfrm>
                <a:off x="2494912" y="5097206"/>
                <a:ext cx="381019" cy="376523"/>
                <a:chOff x="2467194" y="5209255"/>
                <a:chExt cx="381019" cy="376523"/>
              </a:xfrm>
            </p:grpSpPr>
            <p:sp>
              <p:nvSpPr>
                <p:cNvPr id="256" name="Rectangle 255">
                  <a:extLst>
                    <a:ext uri="{FF2B5EF4-FFF2-40B4-BE49-F238E27FC236}">
                      <a16:creationId xmlns:a16="http://schemas.microsoft.com/office/drawing/2014/main" id="{985E1388-7B99-37BB-635A-147A018C1CB5}"/>
                    </a:ext>
                  </a:extLst>
                </p:cNvPr>
                <p:cNvSpPr/>
                <p:nvPr/>
              </p:nvSpPr>
              <p:spPr>
                <a:xfrm>
                  <a:off x="2467194" y="5209255"/>
                  <a:ext cx="169804" cy="169804"/>
                </a:xfrm>
                <a:prstGeom prst="rect">
                  <a:avLst/>
                </a:prstGeom>
                <a:solidFill>
                  <a:schemeClr val="bg1"/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GB" sz="14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Aptos" panose="02110004020202020204"/>
                      <a:ea typeface="+mn-ea"/>
                      <a:cs typeface="+mn-cs"/>
                    </a:rPr>
                    <a:t>A</a:t>
                  </a:r>
                </a:p>
              </p:txBody>
            </p:sp>
            <p:sp>
              <p:nvSpPr>
                <p:cNvPr id="257" name="Rectangle 256">
                  <a:extLst>
                    <a:ext uri="{FF2B5EF4-FFF2-40B4-BE49-F238E27FC236}">
                      <a16:creationId xmlns:a16="http://schemas.microsoft.com/office/drawing/2014/main" id="{B2901577-C9B1-AA23-4688-F7929EF88759}"/>
                    </a:ext>
                  </a:extLst>
                </p:cNvPr>
                <p:cNvSpPr/>
                <p:nvPr/>
              </p:nvSpPr>
              <p:spPr>
                <a:xfrm>
                  <a:off x="2678409" y="5209255"/>
                  <a:ext cx="169804" cy="169804"/>
                </a:xfrm>
                <a:prstGeom prst="rect">
                  <a:avLst/>
                </a:prstGeom>
                <a:solidFill>
                  <a:schemeClr val="bg1"/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GB" sz="14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Aptos" panose="02110004020202020204"/>
                      <a:ea typeface="+mn-ea"/>
                      <a:cs typeface="+mn-cs"/>
                    </a:rPr>
                    <a:t>B</a:t>
                  </a:r>
                </a:p>
              </p:txBody>
            </p:sp>
            <p:sp>
              <p:nvSpPr>
                <p:cNvPr id="258" name="Rectangle 257">
                  <a:extLst>
                    <a:ext uri="{FF2B5EF4-FFF2-40B4-BE49-F238E27FC236}">
                      <a16:creationId xmlns:a16="http://schemas.microsoft.com/office/drawing/2014/main" id="{30F2282C-696E-BBFC-1980-5940D211D12A}"/>
                    </a:ext>
                  </a:extLst>
                </p:cNvPr>
                <p:cNvSpPr/>
                <p:nvPr/>
              </p:nvSpPr>
              <p:spPr>
                <a:xfrm>
                  <a:off x="2467194" y="5415974"/>
                  <a:ext cx="169804" cy="169804"/>
                </a:xfrm>
                <a:prstGeom prst="rect">
                  <a:avLst/>
                </a:prstGeom>
                <a:solidFill>
                  <a:schemeClr val="bg1"/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GB" sz="14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Aptos" panose="02110004020202020204"/>
                      <a:ea typeface="+mn-ea"/>
                      <a:cs typeface="+mn-cs"/>
                    </a:rPr>
                    <a:t>C</a:t>
                  </a:r>
                </a:p>
              </p:txBody>
            </p:sp>
          </p:grpSp>
        </p:grpSp>
        <p:grpSp>
          <p:nvGrpSpPr>
            <p:cNvPr id="260" name="Group 259">
              <a:extLst>
                <a:ext uri="{FF2B5EF4-FFF2-40B4-BE49-F238E27FC236}">
                  <a16:creationId xmlns:a16="http://schemas.microsoft.com/office/drawing/2014/main" id="{6E634396-B8AC-FD2B-1855-65723ED30F1A}"/>
                </a:ext>
              </a:extLst>
            </p:cNvPr>
            <p:cNvGrpSpPr/>
            <p:nvPr/>
          </p:nvGrpSpPr>
          <p:grpSpPr>
            <a:xfrm>
              <a:off x="10011938" y="3518916"/>
              <a:ext cx="499772" cy="698208"/>
              <a:chOff x="2400894" y="4929298"/>
              <a:chExt cx="612283" cy="855395"/>
            </a:xfrm>
          </p:grpSpPr>
          <p:pic>
            <p:nvPicPr>
              <p:cNvPr id="261" name="Picture 260">
                <a:extLst>
                  <a:ext uri="{FF2B5EF4-FFF2-40B4-BE49-F238E27FC236}">
                    <a16:creationId xmlns:a16="http://schemas.microsoft.com/office/drawing/2014/main" id="{2ED00404-0D68-994F-A6B3-7E7FA31EB41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2400894" y="4929298"/>
                <a:ext cx="612283" cy="855395"/>
              </a:xfrm>
              <a:prstGeom prst="rect">
                <a:avLst/>
              </a:prstGeom>
            </p:spPr>
          </p:pic>
          <p:grpSp>
            <p:nvGrpSpPr>
              <p:cNvPr id="298" name="Group 297">
                <a:extLst>
                  <a:ext uri="{FF2B5EF4-FFF2-40B4-BE49-F238E27FC236}">
                    <a16:creationId xmlns:a16="http://schemas.microsoft.com/office/drawing/2014/main" id="{5F2C233F-C7E1-ED6D-3D91-ABB8A68E743E}"/>
                  </a:ext>
                </a:extLst>
              </p:cNvPr>
              <p:cNvGrpSpPr/>
              <p:nvPr/>
            </p:nvGrpSpPr>
            <p:grpSpPr>
              <a:xfrm>
                <a:off x="2494912" y="5097206"/>
                <a:ext cx="381019" cy="376523"/>
                <a:chOff x="2467194" y="5209255"/>
                <a:chExt cx="381019" cy="376523"/>
              </a:xfrm>
            </p:grpSpPr>
            <p:sp>
              <p:nvSpPr>
                <p:cNvPr id="299" name="Rectangle 298">
                  <a:extLst>
                    <a:ext uri="{FF2B5EF4-FFF2-40B4-BE49-F238E27FC236}">
                      <a16:creationId xmlns:a16="http://schemas.microsoft.com/office/drawing/2014/main" id="{392B83B8-4A29-E155-2315-0B0FCE57759E}"/>
                    </a:ext>
                  </a:extLst>
                </p:cNvPr>
                <p:cNvSpPr/>
                <p:nvPr/>
              </p:nvSpPr>
              <p:spPr>
                <a:xfrm>
                  <a:off x="2467194" y="5209255"/>
                  <a:ext cx="169804" cy="169804"/>
                </a:xfrm>
                <a:prstGeom prst="rect">
                  <a:avLst/>
                </a:prstGeom>
                <a:solidFill>
                  <a:schemeClr val="bg1"/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GB" sz="14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Aptos" panose="02110004020202020204"/>
                      <a:ea typeface="+mn-ea"/>
                      <a:cs typeface="+mn-cs"/>
                    </a:rPr>
                    <a:t>A</a:t>
                  </a:r>
                </a:p>
              </p:txBody>
            </p:sp>
            <p:sp>
              <p:nvSpPr>
                <p:cNvPr id="300" name="Rectangle 299">
                  <a:extLst>
                    <a:ext uri="{FF2B5EF4-FFF2-40B4-BE49-F238E27FC236}">
                      <a16:creationId xmlns:a16="http://schemas.microsoft.com/office/drawing/2014/main" id="{EDDC9EDF-302A-FE1A-3358-16F6150F58E8}"/>
                    </a:ext>
                  </a:extLst>
                </p:cNvPr>
                <p:cNvSpPr/>
                <p:nvPr/>
              </p:nvSpPr>
              <p:spPr>
                <a:xfrm>
                  <a:off x="2678409" y="5209255"/>
                  <a:ext cx="169804" cy="169804"/>
                </a:xfrm>
                <a:prstGeom prst="rect">
                  <a:avLst/>
                </a:prstGeom>
                <a:solidFill>
                  <a:schemeClr val="bg1"/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GB" sz="14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Aptos" panose="02110004020202020204"/>
                      <a:ea typeface="+mn-ea"/>
                      <a:cs typeface="+mn-cs"/>
                    </a:rPr>
                    <a:t>B</a:t>
                  </a:r>
                </a:p>
              </p:txBody>
            </p:sp>
            <p:sp>
              <p:nvSpPr>
                <p:cNvPr id="301" name="Rectangle 300">
                  <a:extLst>
                    <a:ext uri="{FF2B5EF4-FFF2-40B4-BE49-F238E27FC236}">
                      <a16:creationId xmlns:a16="http://schemas.microsoft.com/office/drawing/2014/main" id="{894C494E-2A8A-2407-21A9-7BBABC25FE11}"/>
                    </a:ext>
                  </a:extLst>
                </p:cNvPr>
                <p:cNvSpPr/>
                <p:nvPr/>
              </p:nvSpPr>
              <p:spPr>
                <a:xfrm>
                  <a:off x="2467194" y="5415974"/>
                  <a:ext cx="169804" cy="169804"/>
                </a:xfrm>
                <a:prstGeom prst="rect">
                  <a:avLst/>
                </a:prstGeom>
                <a:solidFill>
                  <a:schemeClr val="bg1"/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GB" sz="14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Aptos" panose="02110004020202020204"/>
                      <a:ea typeface="+mn-ea"/>
                      <a:cs typeface="+mn-cs"/>
                    </a:rPr>
                    <a:t>C</a:t>
                  </a:r>
                </a:p>
              </p:txBody>
            </p:sp>
          </p:grpSp>
        </p:grpSp>
        <p:sp>
          <p:nvSpPr>
            <p:cNvPr id="340" name="TextBox 339">
              <a:extLst>
                <a:ext uri="{FF2B5EF4-FFF2-40B4-BE49-F238E27FC236}">
                  <a16:creationId xmlns:a16="http://schemas.microsoft.com/office/drawing/2014/main" id="{97FEAAD3-96B6-2677-51E1-EC47D8F03AE1}"/>
                </a:ext>
              </a:extLst>
            </p:cNvPr>
            <p:cNvSpPr txBox="1"/>
            <p:nvPr/>
          </p:nvSpPr>
          <p:spPr>
            <a:xfrm>
              <a:off x="7267866" y="3761002"/>
              <a:ext cx="117919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0B0004020202020204" pitchFamily="34" charset="0"/>
                  <a:ea typeface="+mn-ea"/>
                  <a:cs typeface="+mn-cs"/>
                </a:rPr>
                <a:t>ISMD01TEST</a:t>
              </a:r>
              <a:endParaRPr kumimoji="0" lang="en-GB" sz="16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1" name="TextBox 340">
              <a:extLst>
                <a:ext uri="{FF2B5EF4-FFF2-40B4-BE49-F238E27FC236}">
                  <a16:creationId xmlns:a16="http://schemas.microsoft.com/office/drawing/2014/main" id="{ABC4F8F1-7DD6-9109-EDBB-48AE264EBD5E}"/>
                </a:ext>
              </a:extLst>
            </p:cNvPr>
            <p:cNvSpPr txBox="1"/>
            <p:nvPr/>
          </p:nvSpPr>
          <p:spPr>
            <a:xfrm>
              <a:off x="10353646" y="3757663"/>
              <a:ext cx="117919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0B0004020202020204" pitchFamily="34" charset="0"/>
                  <a:ea typeface="+mn-ea"/>
                  <a:cs typeface="+mn-cs"/>
                </a:rPr>
                <a:t>ISMD01TEST</a:t>
              </a:r>
              <a:endParaRPr kumimoji="0" lang="en-GB" sz="16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endParaRPr>
            </a:p>
          </p:txBody>
        </p:sp>
      </p:grpSp>
      <p:pic>
        <p:nvPicPr>
          <p:cNvPr id="344" name="Picture 343">
            <a:extLst>
              <a:ext uri="{FF2B5EF4-FFF2-40B4-BE49-F238E27FC236}">
                <a16:creationId xmlns:a16="http://schemas.microsoft.com/office/drawing/2014/main" id="{82B835E0-95C5-B86A-C5C9-8EB288A862AD}"/>
              </a:ext>
            </a:extLst>
          </p:cNvPr>
          <p:cNvPicPr>
            <a:picLocks noChangeAspect="1"/>
          </p:cNvPicPr>
          <p:nvPr/>
        </p:nvPicPr>
        <p:blipFill>
          <a:blip r:embed="rId17">
            <a:duotone>
              <a:schemeClr val="bg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3274574" y="808440"/>
            <a:ext cx="612283" cy="855395"/>
          </a:xfrm>
          <a:prstGeom prst="rect">
            <a:avLst/>
          </a:prstGeom>
        </p:spPr>
      </p:pic>
      <p:grpSp>
        <p:nvGrpSpPr>
          <p:cNvPr id="209" name="Group 208">
            <a:extLst>
              <a:ext uri="{FF2B5EF4-FFF2-40B4-BE49-F238E27FC236}">
                <a16:creationId xmlns:a16="http://schemas.microsoft.com/office/drawing/2014/main" id="{6379861F-54B4-B939-FEC3-6E8F50CC513A}"/>
              </a:ext>
            </a:extLst>
          </p:cNvPr>
          <p:cNvGrpSpPr/>
          <p:nvPr/>
        </p:nvGrpSpPr>
        <p:grpSpPr>
          <a:xfrm>
            <a:off x="1430655" y="808440"/>
            <a:ext cx="2220037" cy="855395"/>
            <a:chOff x="1430655" y="770340"/>
            <a:chExt cx="2220037" cy="855395"/>
          </a:xfrm>
        </p:grpSpPr>
        <p:grpSp>
          <p:nvGrpSpPr>
            <p:cNvPr id="49" name="Group 48">
              <a:extLst>
                <a:ext uri="{FF2B5EF4-FFF2-40B4-BE49-F238E27FC236}">
                  <a16:creationId xmlns:a16="http://schemas.microsoft.com/office/drawing/2014/main" id="{EBDA5B96-BEE0-6181-A00E-7D213A941DC0}"/>
                </a:ext>
              </a:extLst>
            </p:cNvPr>
            <p:cNvGrpSpPr/>
            <p:nvPr/>
          </p:nvGrpSpPr>
          <p:grpSpPr>
            <a:xfrm>
              <a:off x="1430655" y="770340"/>
              <a:ext cx="612283" cy="855395"/>
              <a:chOff x="2425679" y="690821"/>
              <a:chExt cx="612283" cy="855395"/>
            </a:xfrm>
          </p:grpSpPr>
          <p:pic>
            <p:nvPicPr>
              <p:cNvPr id="43" name="Picture 42">
                <a:extLst>
                  <a:ext uri="{FF2B5EF4-FFF2-40B4-BE49-F238E27FC236}">
                    <a16:creationId xmlns:a16="http://schemas.microsoft.com/office/drawing/2014/main" id="{68186710-9CD8-D119-6326-64FE52691B1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2425679" y="690821"/>
                <a:ext cx="612283" cy="855395"/>
              </a:xfrm>
              <a:prstGeom prst="rect">
                <a:avLst/>
              </a:prstGeom>
            </p:spPr>
          </p:pic>
          <p:sp>
            <p:nvSpPr>
              <p:cNvPr id="45" name="Rectangle 44">
                <a:extLst>
                  <a:ext uri="{FF2B5EF4-FFF2-40B4-BE49-F238E27FC236}">
                    <a16:creationId xmlns:a16="http://schemas.microsoft.com/office/drawing/2014/main" id="{665EAB3A-429D-22ED-A719-86D3772AF33C}"/>
                  </a:ext>
                </a:extLst>
              </p:cNvPr>
              <p:cNvSpPr/>
              <p:nvPr/>
            </p:nvSpPr>
            <p:spPr>
              <a:xfrm>
                <a:off x="2631993" y="1000455"/>
                <a:ext cx="169804" cy="169804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A</a:t>
                </a:r>
              </a:p>
            </p:txBody>
          </p:sp>
        </p:grpSp>
        <p:grpSp>
          <p:nvGrpSpPr>
            <p:cNvPr id="50" name="Group 49">
              <a:extLst>
                <a:ext uri="{FF2B5EF4-FFF2-40B4-BE49-F238E27FC236}">
                  <a16:creationId xmlns:a16="http://schemas.microsoft.com/office/drawing/2014/main" id="{B47764FF-BD36-1676-4590-66135F7510B1}"/>
                </a:ext>
              </a:extLst>
            </p:cNvPr>
            <p:cNvGrpSpPr/>
            <p:nvPr/>
          </p:nvGrpSpPr>
          <p:grpSpPr>
            <a:xfrm>
              <a:off x="2045295" y="770340"/>
              <a:ext cx="612283" cy="855395"/>
              <a:chOff x="2425679" y="690821"/>
              <a:chExt cx="612283" cy="855395"/>
            </a:xfrm>
          </p:grpSpPr>
          <p:pic>
            <p:nvPicPr>
              <p:cNvPr id="57" name="Picture 56">
                <a:extLst>
                  <a:ext uri="{FF2B5EF4-FFF2-40B4-BE49-F238E27FC236}">
                    <a16:creationId xmlns:a16="http://schemas.microsoft.com/office/drawing/2014/main" id="{A3C4756F-7E4A-8307-0407-0FA57E3E7B3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2425679" y="690821"/>
                <a:ext cx="612283" cy="855395"/>
              </a:xfrm>
              <a:prstGeom prst="rect">
                <a:avLst/>
              </a:prstGeom>
            </p:spPr>
          </p:pic>
          <p:sp>
            <p:nvSpPr>
              <p:cNvPr id="59" name="Rectangle 58">
                <a:extLst>
                  <a:ext uri="{FF2B5EF4-FFF2-40B4-BE49-F238E27FC236}">
                    <a16:creationId xmlns:a16="http://schemas.microsoft.com/office/drawing/2014/main" id="{3D908D53-6DB5-658F-5A81-1208A82AA980}"/>
                  </a:ext>
                </a:extLst>
              </p:cNvPr>
              <p:cNvSpPr/>
              <p:nvPr/>
            </p:nvSpPr>
            <p:spPr>
              <a:xfrm>
                <a:off x="2631993" y="1000455"/>
                <a:ext cx="169804" cy="169804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B</a:t>
                </a:r>
              </a:p>
            </p:txBody>
          </p:sp>
        </p:grpSp>
        <p:grpSp>
          <p:nvGrpSpPr>
            <p:cNvPr id="60" name="Group 59">
              <a:extLst>
                <a:ext uri="{FF2B5EF4-FFF2-40B4-BE49-F238E27FC236}">
                  <a16:creationId xmlns:a16="http://schemas.microsoft.com/office/drawing/2014/main" id="{56537111-E3A7-62A0-E97F-E4B6BD7FF235}"/>
                </a:ext>
              </a:extLst>
            </p:cNvPr>
            <p:cNvGrpSpPr/>
            <p:nvPr/>
          </p:nvGrpSpPr>
          <p:grpSpPr>
            <a:xfrm>
              <a:off x="2659935" y="770340"/>
              <a:ext cx="612283" cy="855395"/>
              <a:chOff x="2425679" y="690821"/>
              <a:chExt cx="612283" cy="855395"/>
            </a:xfrm>
          </p:grpSpPr>
          <p:pic>
            <p:nvPicPr>
              <p:cNvPr id="63" name="Picture 62">
                <a:extLst>
                  <a:ext uri="{FF2B5EF4-FFF2-40B4-BE49-F238E27FC236}">
                    <a16:creationId xmlns:a16="http://schemas.microsoft.com/office/drawing/2014/main" id="{DEEE21BF-C732-4BD7-7DCF-19E7C23ACB8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2425679" y="690821"/>
                <a:ext cx="612283" cy="855395"/>
              </a:xfrm>
              <a:prstGeom prst="rect">
                <a:avLst/>
              </a:prstGeom>
            </p:spPr>
          </p:pic>
          <p:sp>
            <p:nvSpPr>
              <p:cNvPr id="192" name="Rectangle 191">
                <a:extLst>
                  <a:ext uri="{FF2B5EF4-FFF2-40B4-BE49-F238E27FC236}">
                    <a16:creationId xmlns:a16="http://schemas.microsoft.com/office/drawing/2014/main" id="{C726990D-E945-8367-20DE-DEAC780A0420}"/>
                  </a:ext>
                </a:extLst>
              </p:cNvPr>
              <p:cNvSpPr/>
              <p:nvPr/>
            </p:nvSpPr>
            <p:spPr>
              <a:xfrm>
                <a:off x="2631993" y="1000455"/>
                <a:ext cx="169804" cy="169804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C</a:t>
                </a:r>
              </a:p>
            </p:txBody>
          </p:sp>
        </p:grpSp>
        <p:sp>
          <p:nvSpPr>
            <p:cNvPr id="201" name="Rectangle 200">
              <a:extLst>
                <a:ext uri="{FF2B5EF4-FFF2-40B4-BE49-F238E27FC236}">
                  <a16:creationId xmlns:a16="http://schemas.microsoft.com/office/drawing/2014/main" id="{2ECB865F-90E3-E435-7CEB-A71F834930BE}"/>
                </a:ext>
              </a:extLst>
            </p:cNvPr>
            <p:cNvSpPr/>
            <p:nvPr/>
          </p:nvSpPr>
          <p:spPr>
            <a:xfrm>
              <a:off x="3480888" y="1079974"/>
              <a:ext cx="169804" cy="169804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>
                      <a:lumMod val="85000"/>
                    </a:prstClr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D</a:t>
              </a:r>
            </a:p>
          </p:txBody>
        </p:sp>
      </p:grpSp>
      <p:pic>
        <p:nvPicPr>
          <p:cNvPr id="364" name="Picture 363">
            <a:extLst>
              <a:ext uri="{FF2B5EF4-FFF2-40B4-BE49-F238E27FC236}">
                <a16:creationId xmlns:a16="http://schemas.microsoft.com/office/drawing/2014/main" id="{781A4539-3500-AE61-62EC-07BEECC1EC63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5805882" y="2177640"/>
            <a:ext cx="479544" cy="476748"/>
          </a:xfrm>
          <a:prstGeom prst="rect">
            <a:avLst/>
          </a:prstGeom>
        </p:spPr>
      </p:pic>
      <p:pic>
        <p:nvPicPr>
          <p:cNvPr id="365" name="Picture 364">
            <a:extLst>
              <a:ext uri="{FF2B5EF4-FFF2-40B4-BE49-F238E27FC236}">
                <a16:creationId xmlns:a16="http://schemas.microsoft.com/office/drawing/2014/main" id="{507FF7C0-8CB4-7F0F-D8AD-EABE87E1A9EE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8902736" y="2177640"/>
            <a:ext cx="479544" cy="4767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02391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357466-5614-4B06-40AE-8B48459146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2" name="Picture 221">
            <a:extLst>
              <a:ext uri="{FF2B5EF4-FFF2-40B4-BE49-F238E27FC236}">
                <a16:creationId xmlns:a16="http://schemas.microsoft.com/office/drawing/2014/main" id="{B76B8CE2-F5B4-E46E-49E2-579BA2C1291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418180"/>
            <a:ext cx="5197907" cy="1439820"/>
          </a:xfrm>
          <a:prstGeom prst="rect">
            <a:avLst/>
          </a:prstGeom>
        </p:spPr>
      </p:pic>
      <p:grpSp>
        <p:nvGrpSpPr>
          <p:cNvPr id="13" name="Group 12">
            <a:extLst>
              <a:ext uri="{FF2B5EF4-FFF2-40B4-BE49-F238E27FC236}">
                <a16:creationId xmlns:a16="http://schemas.microsoft.com/office/drawing/2014/main" id="{F55379BD-DB02-B093-FEEB-78C2E681B27F}"/>
              </a:ext>
            </a:extLst>
          </p:cNvPr>
          <p:cNvGrpSpPr/>
          <p:nvPr/>
        </p:nvGrpSpPr>
        <p:grpSpPr>
          <a:xfrm>
            <a:off x="2588900" y="323658"/>
            <a:ext cx="8879200" cy="6210684"/>
            <a:chOff x="1942544" y="1301750"/>
            <a:chExt cx="6082512" cy="4254500"/>
          </a:xfrm>
        </p:grpSpPr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5003DC17-71A4-7F7A-2FBE-7073326308EE}"/>
                </a:ext>
              </a:extLst>
            </p:cNvPr>
            <p:cNvGrpSpPr/>
            <p:nvPr/>
          </p:nvGrpSpPr>
          <p:grpSpPr>
            <a:xfrm>
              <a:off x="1942544" y="1301750"/>
              <a:ext cx="6082512" cy="4254500"/>
              <a:chOff x="1942544" y="1301750"/>
              <a:chExt cx="6082512" cy="4254500"/>
            </a:xfrm>
          </p:grpSpPr>
          <p:sp>
            <p:nvSpPr>
              <p:cNvPr id="7" name="Cloud 6">
                <a:extLst>
                  <a:ext uri="{FF2B5EF4-FFF2-40B4-BE49-F238E27FC236}">
                    <a16:creationId xmlns:a16="http://schemas.microsoft.com/office/drawing/2014/main" id="{76C3BFA7-85FE-10D1-73DC-FDEAF31E1512}"/>
                  </a:ext>
                </a:extLst>
              </p:cNvPr>
              <p:cNvSpPr/>
              <p:nvPr/>
            </p:nvSpPr>
            <p:spPr>
              <a:xfrm rot="401311">
                <a:off x="1948500" y="1301750"/>
                <a:ext cx="6070600" cy="4254500"/>
              </a:xfrm>
              <a:prstGeom prst="cloud">
                <a:avLst/>
              </a:prstGeom>
              <a:solidFill>
                <a:schemeClr val="bg1"/>
              </a:solidFill>
              <a:ln w="38100">
                <a:solidFill>
                  <a:schemeClr val="bg1">
                    <a:lumMod val="75000"/>
                  </a:schemeClr>
                </a:solidFill>
                <a:prstDash val="sysDash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8" name="Cloud 7">
                <a:extLst>
                  <a:ext uri="{FF2B5EF4-FFF2-40B4-BE49-F238E27FC236}">
                    <a16:creationId xmlns:a16="http://schemas.microsoft.com/office/drawing/2014/main" id="{F7997DD3-3BE1-E518-BB60-6CF9D471B6FF}"/>
                  </a:ext>
                </a:extLst>
              </p:cNvPr>
              <p:cNvSpPr/>
              <p:nvPr/>
            </p:nvSpPr>
            <p:spPr>
              <a:xfrm rot="401311">
                <a:off x="1942544" y="1382575"/>
                <a:ext cx="6082512" cy="4118248"/>
              </a:xfrm>
              <a:prstGeom prst="cloud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</p:grp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4BF1F6A7-56E0-E068-EF97-CAF0775B79FB}"/>
                </a:ext>
              </a:extLst>
            </p:cNvPr>
            <p:cNvCxnSpPr>
              <a:cxnSpLocks/>
            </p:cNvCxnSpPr>
            <p:nvPr/>
          </p:nvCxnSpPr>
          <p:spPr>
            <a:xfrm>
              <a:off x="2133600" y="3429000"/>
              <a:ext cx="5867400" cy="0"/>
            </a:xfrm>
            <a:prstGeom prst="line">
              <a:avLst/>
            </a:prstGeom>
            <a:solidFill>
              <a:schemeClr val="bg1"/>
            </a:solidFill>
            <a:ln w="38100">
              <a:solidFill>
                <a:schemeClr val="bg1">
                  <a:lumMod val="75000"/>
                </a:schemeClr>
              </a:solidFill>
              <a:prstDash val="sys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sp>
        <p:nvSpPr>
          <p:cNvPr id="14" name="TextBox 13">
            <a:extLst>
              <a:ext uri="{FF2B5EF4-FFF2-40B4-BE49-F238E27FC236}">
                <a16:creationId xmlns:a16="http://schemas.microsoft.com/office/drawing/2014/main" id="{A8D8A99A-C38A-C1A2-A04E-8DDA1EFBDA82}"/>
              </a:ext>
            </a:extLst>
          </p:cNvPr>
          <p:cNvSpPr txBox="1"/>
          <p:nvPr/>
        </p:nvSpPr>
        <p:spPr>
          <a:xfrm>
            <a:off x="6238875" y="314003"/>
            <a:ext cx="818636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WIS2</a:t>
            </a:r>
          </a:p>
        </p:txBody>
      </p:sp>
      <p:grpSp>
        <p:nvGrpSpPr>
          <p:cNvPr id="225" name="Group 224">
            <a:extLst>
              <a:ext uri="{FF2B5EF4-FFF2-40B4-BE49-F238E27FC236}">
                <a16:creationId xmlns:a16="http://schemas.microsoft.com/office/drawing/2014/main" id="{92653D39-56C8-8212-1425-F16E64172BCD}"/>
              </a:ext>
            </a:extLst>
          </p:cNvPr>
          <p:cNvGrpSpPr/>
          <p:nvPr/>
        </p:nvGrpSpPr>
        <p:grpSpPr>
          <a:xfrm>
            <a:off x="350689" y="4160355"/>
            <a:ext cx="466050" cy="669682"/>
            <a:chOff x="1159011" y="4934512"/>
            <a:chExt cx="466050" cy="669682"/>
          </a:xfrm>
        </p:grpSpPr>
        <p:sp>
          <p:nvSpPr>
            <p:cNvPr id="224" name="Rectangle: Rounded Corners 223">
              <a:extLst>
                <a:ext uri="{FF2B5EF4-FFF2-40B4-BE49-F238E27FC236}">
                  <a16:creationId xmlns:a16="http://schemas.microsoft.com/office/drawing/2014/main" id="{ADECAD20-47E6-8456-4707-36D985C03636}"/>
                </a:ext>
              </a:extLst>
            </p:cNvPr>
            <p:cNvSpPr/>
            <p:nvPr/>
          </p:nvSpPr>
          <p:spPr>
            <a:xfrm>
              <a:off x="1159011" y="4934512"/>
              <a:ext cx="466050" cy="669682"/>
            </a:xfrm>
            <a:prstGeom prst="roundRect">
              <a:avLst>
                <a:gd name="adj" fmla="val 8535"/>
              </a:avLst>
            </a:prstGeom>
            <a:solidFill>
              <a:schemeClr val="bg1"/>
            </a:solidFill>
            <a:ln w="12700">
              <a:prstDash val="sys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218" name="Rectangle 217">
              <a:extLst>
                <a:ext uri="{FF2B5EF4-FFF2-40B4-BE49-F238E27FC236}">
                  <a16:creationId xmlns:a16="http://schemas.microsoft.com/office/drawing/2014/main" id="{4F6CBEAB-DBD4-C78B-D378-C791DC51465F}"/>
                </a:ext>
              </a:extLst>
            </p:cNvPr>
            <p:cNvSpPr/>
            <p:nvPr/>
          </p:nvSpPr>
          <p:spPr>
            <a:xfrm>
              <a:off x="1307134" y="5356687"/>
              <a:ext cx="169804" cy="169804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A</a:t>
              </a:r>
            </a:p>
          </p:txBody>
        </p:sp>
        <p:pic>
          <p:nvPicPr>
            <p:cNvPr id="223" name="Picture 222" descr="A black and white symbol&#10;&#10;Description automatically generated">
              <a:extLst>
                <a:ext uri="{FF2B5EF4-FFF2-40B4-BE49-F238E27FC236}">
                  <a16:creationId xmlns:a16="http://schemas.microsoft.com/office/drawing/2014/main" id="{4036BCC5-19DA-5371-509C-BF761A13FE92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216187" y="4970684"/>
              <a:ext cx="351698" cy="351696"/>
            </a:xfrm>
            <a:prstGeom prst="rect">
              <a:avLst/>
            </a:prstGeom>
          </p:spPr>
        </p:pic>
      </p:grpSp>
      <p:grpSp>
        <p:nvGrpSpPr>
          <p:cNvPr id="234" name="Group 233">
            <a:extLst>
              <a:ext uri="{FF2B5EF4-FFF2-40B4-BE49-F238E27FC236}">
                <a16:creationId xmlns:a16="http://schemas.microsoft.com/office/drawing/2014/main" id="{42FAA452-E544-5EB3-02CA-BD3951A16445}"/>
              </a:ext>
            </a:extLst>
          </p:cNvPr>
          <p:cNvGrpSpPr/>
          <p:nvPr/>
        </p:nvGrpSpPr>
        <p:grpSpPr>
          <a:xfrm>
            <a:off x="858066" y="4163562"/>
            <a:ext cx="466050" cy="669682"/>
            <a:chOff x="1159011" y="4934512"/>
            <a:chExt cx="466050" cy="669682"/>
          </a:xfrm>
        </p:grpSpPr>
        <p:sp>
          <p:nvSpPr>
            <p:cNvPr id="235" name="Rectangle: Rounded Corners 234">
              <a:extLst>
                <a:ext uri="{FF2B5EF4-FFF2-40B4-BE49-F238E27FC236}">
                  <a16:creationId xmlns:a16="http://schemas.microsoft.com/office/drawing/2014/main" id="{861D7643-3196-8BEB-6500-E69B5AFA3E82}"/>
                </a:ext>
              </a:extLst>
            </p:cNvPr>
            <p:cNvSpPr/>
            <p:nvPr/>
          </p:nvSpPr>
          <p:spPr>
            <a:xfrm>
              <a:off x="1159011" y="4934512"/>
              <a:ext cx="466050" cy="669682"/>
            </a:xfrm>
            <a:prstGeom prst="roundRect">
              <a:avLst>
                <a:gd name="adj" fmla="val 8535"/>
              </a:avLst>
            </a:prstGeom>
            <a:solidFill>
              <a:schemeClr val="bg1"/>
            </a:solidFill>
            <a:ln w="12700">
              <a:prstDash val="sys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236" name="Rectangle 235">
              <a:extLst>
                <a:ext uri="{FF2B5EF4-FFF2-40B4-BE49-F238E27FC236}">
                  <a16:creationId xmlns:a16="http://schemas.microsoft.com/office/drawing/2014/main" id="{1749944F-336B-98F6-522D-BBD613F61DA8}"/>
                </a:ext>
              </a:extLst>
            </p:cNvPr>
            <p:cNvSpPr/>
            <p:nvPr/>
          </p:nvSpPr>
          <p:spPr>
            <a:xfrm>
              <a:off x="1307134" y="5356687"/>
              <a:ext cx="169804" cy="169804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B</a:t>
              </a:r>
            </a:p>
          </p:txBody>
        </p:sp>
        <p:pic>
          <p:nvPicPr>
            <p:cNvPr id="237" name="Picture 236" descr="A black and white symbol&#10;&#10;Description automatically generated">
              <a:extLst>
                <a:ext uri="{FF2B5EF4-FFF2-40B4-BE49-F238E27FC236}">
                  <a16:creationId xmlns:a16="http://schemas.microsoft.com/office/drawing/2014/main" id="{4BC07F86-5646-8526-12B5-89E8135064E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216187" y="4970684"/>
              <a:ext cx="351698" cy="351696"/>
            </a:xfrm>
            <a:prstGeom prst="rect">
              <a:avLst/>
            </a:prstGeom>
          </p:spPr>
        </p:pic>
      </p:grpSp>
      <p:grpSp>
        <p:nvGrpSpPr>
          <p:cNvPr id="238" name="Group 237">
            <a:extLst>
              <a:ext uri="{FF2B5EF4-FFF2-40B4-BE49-F238E27FC236}">
                <a16:creationId xmlns:a16="http://schemas.microsoft.com/office/drawing/2014/main" id="{D1D93B70-C1A3-D8E0-B3D8-EBE69F8F8104}"/>
              </a:ext>
            </a:extLst>
          </p:cNvPr>
          <p:cNvGrpSpPr/>
          <p:nvPr/>
        </p:nvGrpSpPr>
        <p:grpSpPr>
          <a:xfrm>
            <a:off x="856832" y="4869695"/>
            <a:ext cx="466050" cy="669682"/>
            <a:chOff x="1159011" y="4934512"/>
            <a:chExt cx="466050" cy="669682"/>
          </a:xfrm>
        </p:grpSpPr>
        <p:sp>
          <p:nvSpPr>
            <p:cNvPr id="239" name="Rectangle: Rounded Corners 238">
              <a:extLst>
                <a:ext uri="{FF2B5EF4-FFF2-40B4-BE49-F238E27FC236}">
                  <a16:creationId xmlns:a16="http://schemas.microsoft.com/office/drawing/2014/main" id="{BADDF76E-DBA4-CABD-D5DF-F266003CF0DF}"/>
                </a:ext>
              </a:extLst>
            </p:cNvPr>
            <p:cNvSpPr/>
            <p:nvPr/>
          </p:nvSpPr>
          <p:spPr>
            <a:xfrm>
              <a:off x="1159011" y="4934512"/>
              <a:ext cx="466050" cy="669682"/>
            </a:xfrm>
            <a:prstGeom prst="roundRect">
              <a:avLst>
                <a:gd name="adj" fmla="val 8535"/>
              </a:avLst>
            </a:prstGeom>
            <a:solidFill>
              <a:schemeClr val="bg1"/>
            </a:solidFill>
            <a:ln w="12700">
              <a:prstDash val="sys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240" name="Rectangle 239">
              <a:extLst>
                <a:ext uri="{FF2B5EF4-FFF2-40B4-BE49-F238E27FC236}">
                  <a16:creationId xmlns:a16="http://schemas.microsoft.com/office/drawing/2014/main" id="{9850F36C-C151-4246-801A-D318A6930E98}"/>
                </a:ext>
              </a:extLst>
            </p:cNvPr>
            <p:cNvSpPr/>
            <p:nvPr/>
          </p:nvSpPr>
          <p:spPr>
            <a:xfrm>
              <a:off x="1307134" y="5356687"/>
              <a:ext cx="169804" cy="169804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D</a:t>
              </a:r>
            </a:p>
          </p:txBody>
        </p:sp>
        <p:pic>
          <p:nvPicPr>
            <p:cNvPr id="241" name="Picture 240" descr="A black and white symbol&#10;&#10;Description automatically generated">
              <a:extLst>
                <a:ext uri="{FF2B5EF4-FFF2-40B4-BE49-F238E27FC236}">
                  <a16:creationId xmlns:a16="http://schemas.microsoft.com/office/drawing/2014/main" id="{98E40324-CA01-7D49-514A-8D5544260EF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216187" y="4970684"/>
              <a:ext cx="351698" cy="351696"/>
            </a:xfrm>
            <a:prstGeom prst="rect">
              <a:avLst/>
            </a:prstGeom>
          </p:spPr>
        </p:pic>
      </p:grpSp>
      <p:grpSp>
        <p:nvGrpSpPr>
          <p:cNvPr id="242" name="Group 241">
            <a:extLst>
              <a:ext uri="{FF2B5EF4-FFF2-40B4-BE49-F238E27FC236}">
                <a16:creationId xmlns:a16="http://schemas.microsoft.com/office/drawing/2014/main" id="{03DF9C54-0B40-C003-ED7D-44D7B7D8976D}"/>
              </a:ext>
            </a:extLst>
          </p:cNvPr>
          <p:cNvGrpSpPr/>
          <p:nvPr/>
        </p:nvGrpSpPr>
        <p:grpSpPr>
          <a:xfrm>
            <a:off x="349454" y="4869695"/>
            <a:ext cx="466050" cy="669682"/>
            <a:chOff x="1159011" y="4934512"/>
            <a:chExt cx="466050" cy="669682"/>
          </a:xfrm>
        </p:grpSpPr>
        <p:sp>
          <p:nvSpPr>
            <p:cNvPr id="243" name="Rectangle: Rounded Corners 242">
              <a:extLst>
                <a:ext uri="{FF2B5EF4-FFF2-40B4-BE49-F238E27FC236}">
                  <a16:creationId xmlns:a16="http://schemas.microsoft.com/office/drawing/2014/main" id="{4D96AB5C-38AE-BC61-001F-5399BA174A3D}"/>
                </a:ext>
              </a:extLst>
            </p:cNvPr>
            <p:cNvSpPr/>
            <p:nvPr/>
          </p:nvSpPr>
          <p:spPr>
            <a:xfrm>
              <a:off x="1159011" y="4934512"/>
              <a:ext cx="466050" cy="669682"/>
            </a:xfrm>
            <a:prstGeom prst="roundRect">
              <a:avLst>
                <a:gd name="adj" fmla="val 8535"/>
              </a:avLst>
            </a:prstGeom>
            <a:solidFill>
              <a:schemeClr val="bg1"/>
            </a:solidFill>
            <a:ln w="12700">
              <a:prstDash val="sys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244" name="Rectangle 243">
              <a:extLst>
                <a:ext uri="{FF2B5EF4-FFF2-40B4-BE49-F238E27FC236}">
                  <a16:creationId xmlns:a16="http://schemas.microsoft.com/office/drawing/2014/main" id="{AD9214B1-5FBF-D99F-0E4F-AC668ACEEBA8}"/>
                </a:ext>
              </a:extLst>
            </p:cNvPr>
            <p:cNvSpPr/>
            <p:nvPr/>
          </p:nvSpPr>
          <p:spPr>
            <a:xfrm>
              <a:off x="1307134" y="5356687"/>
              <a:ext cx="169804" cy="169804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C</a:t>
              </a:r>
            </a:p>
          </p:txBody>
        </p:sp>
        <p:pic>
          <p:nvPicPr>
            <p:cNvPr id="245" name="Picture 244" descr="A black and white symbol&#10;&#10;Description automatically generated">
              <a:extLst>
                <a:ext uri="{FF2B5EF4-FFF2-40B4-BE49-F238E27FC236}">
                  <a16:creationId xmlns:a16="http://schemas.microsoft.com/office/drawing/2014/main" id="{3B33366C-D44A-9EC7-AF5B-55F300BB85B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216187" y="4970684"/>
              <a:ext cx="351698" cy="351696"/>
            </a:xfrm>
            <a:prstGeom prst="rect">
              <a:avLst/>
            </a:prstGeom>
          </p:spPr>
        </p:pic>
      </p:grpSp>
      <p:grpSp>
        <p:nvGrpSpPr>
          <p:cNvPr id="249" name="Group 248">
            <a:extLst>
              <a:ext uri="{FF2B5EF4-FFF2-40B4-BE49-F238E27FC236}">
                <a16:creationId xmlns:a16="http://schemas.microsoft.com/office/drawing/2014/main" id="{60540F73-9137-385A-A611-33068E32D59C}"/>
              </a:ext>
            </a:extLst>
          </p:cNvPr>
          <p:cNvGrpSpPr/>
          <p:nvPr/>
        </p:nvGrpSpPr>
        <p:grpSpPr>
          <a:xfrm>
            <a:off x="1633202" y="1621248"/>
            <a:ext cx="1960897" cy="3158269"/>
            <a:chOff x="1633202" y="1621248"/>
            <a:chExt cx="1960897" cy="3158269"/>
          </a:xfrm>
        </p:grpSpPr>
        <p:sp>
          <p:nvSpPr>
            <p:cNvPr id="247" name="Rectangle: Rounded Corners 246">
              <a:extLst>
                <a:ext uri="{FF2B5EF4-FFF2-40B4-BE49-F238E27FC236}">
                  <a16:creationId xmlns:a16="http://schemas.microsoft.com/office/drawing/2014/main" id="{DFD4A65C-BB4C-B902-3674-3D3C8780EB53}"/>
                </a:ext>
              </a:extLst>
            </p:cNvPr>
            <p:cNvSpPr/>
            <p:nvPr/>
          </p:nvSpPr>
          <p:spPr>
            <a:xfrm>
              <a:off x="1633202" y="1858519"/>
              <a:ext cx="1960897" cy="2920998"/>
            </a:xfrm>
            <a:prstGeom prst="roundRect">
              <a:avLst>
                <a:gd name="adj" fmla="val 3624"/>
              </a:avLst>
            </a:prstGeom>
            <a:solidFill>
              <a:schemeClr val="bg1">
                <a:lumMod val="95000"/>
                <a:alpha val="50196"/>
              </a:schemeClr>
            </a:solidFill>
            <a:ln w="12700">
              <a:solidFill>
                <a:schemeClr val="tx1">
                  <a:lumMod val="50000"/>
                  <a:lumOff val="50000"/>
                </a:schemeClr>
              </a:solidFill>
              <a:prstDash val="sysDot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248" name="TextBox 247">
              <a:extLst>
                <a:ext uri="{FF2B5EF4-FFF2-40B4-BE49-F238E27FC236}">
                  <a16:creationId xmlns:a16="http://schemas.microsoft.com/office/drawing/2014/main" id="{15FF60B7-9BD3-1624-1A41-96370EB5FF19}"/>
                </a:ext>
              </a:extLst>
            </p:cNvPr>
            <p:cNvSpPr txBox="1"/>
            <p:nvPr/>
          </p:nvSpPr>
          <p:spPr>
            <a:xfrm>
              <a:off x="2059127" y="1621248"/>
              <a:ext cx="1179193" cy="2539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5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WIS Centre</a:t>
              </a:r>
              <a:endParaRPr kumimoji="0" lang="en-GB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246" name="Group 245">
            <a:extLst>
              <a:ext uri="{FF2B5EF4-FFF2-40B4-BE49-F238E27FC236}">
                <a16:creationId xmlns:a16="http://schemas.microsoft.com/office/drawing/2014/main" id="{DF4E180F-8848-CF42-22B3-FB81D328A629}"/>
              </a:ext>
            </a:extLst>
          </p:cNvPr>
          <p:cNvGrpSpPr/>
          <p:nvPr/>
        </p:nvGrpSpPr>
        <p:grpSpPr>
          <a:xfrm>
            <a:off x="238558" y="2004858"/>
            <a:ext cx="2724621" cy="2574854"/>
            <a:chOff x="238558" y="2004858"/>
            <a:chExt cx="2724621" cy="2574854"/>
          </a:xfrm>
        </p:grpSpPr>
        <p:pic>
          <p:nvPicPr>
            <p:cNvPr id="52" name="Picture 51">
              <a:extLst>
                <a:ext uri="{FF2B5EF4-FFF2-40B4-BE49-F238E27FC236}">
                  <a16:creationId xmlns:a16="http://schemas.microsoft.com/office/drawing/2014/main" id="{BCF4FAE7-B80B-843A-7FD8-DC9FAA440D88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256121" y="3053461"/>
              <a:ext cx="1338982" cy="751078"/>
            </a:xfrm>
            <a:prstGeom prst="rect">
              <a:avLst/>
            </a:prstGeom>
          </p:spPr>
        </p:pic>
        <p:grpSp>
          <p:nvGrpSpPr>
            <p:cNvPr id="53" name="Group 52">
              <a:extLst>
                <a:ext uri="{FF2B5EF4-FFF2-40B4-BE49-F238E27FC236}">
                  <a16:creationId xmlns:a16="http://schemas.microsoft.com/office/drawing/2014/main" id="{DFC87A3E-243E-164C-9967-B3BD3B89DCD3}"/>
                </a:ext>
              </a:extLst>
            </p:cNvPr>
            <p:cNvGrpSpPr/>
            <p:nvPr/>
          </p:nvGrpSpPr>
          <p:grpSpPr>
            <a:xfrm>
              <a:off x="2334271" y="2004858"/>
              <a:ext cx="628907" cy="910662"/>
              <a:chOff x="6648193" y="889820"/>
              <a:chExt cx="628907" cy="910662"/>
            </a:xfrm>
          </p:grpSpPr>
          <p:sp>
            <p:nvSpPr>
              <p:cNvPr id="54" name="Rectangle: Rounded Corners 53">
                <a:extLst>
                  <a:ext uri="{FF2B5EF4-FFF2-40B4-BE49-F238E27FC236}">
                    <a16:creationId xmlns:a16="http://schemas.microsoft.com/office/drawing/2014/main" id="{CB976EAF-C298-5833-A7F7-A7C3B85985DB}"/>
                  </a:ext>
                </a:extLst>
              </p:cNvPr>
              <p:cNvSpPr/>
              <p:nvPr/>
            </p:nvSpPr>
            <p:spPr>
              <a:xfrm>
                <a:off x="6648193" y="1171575"/>
                <a:ext cx="628907" cy="628907"/>
              </a:xfrm>
              <a:prstGeom prst="roundRect">
                <a:avLst>
                  <a:gd name="adj" fmla="val 8678"/>
                </a:avLst>
              </a:prstGeom>
              <a:solidFill>
                <a:schemeClr val="bg1"/>
              </a:solidFill>
              <a:ln w="28575">
                <a:solidFill>
                  <a:srgbClr val="3963DA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3963DA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3963DA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WIS2 Node</a:t>
                </a:r>
              </a:p>
            </p:txBody>
          </p:sp>
          <p:pic>
            <p:nvPicPr>
              <p:cNvPr id="55" name="Picture 54">
                <a:extLst>
                  <a:ext uri="{FF2B5EF4-FFF2-40B4-BE49-F238E27FC236}">
                    <a16:creationId xmlns:a16="http://schemas.microsoft.com/office/drawing/2014/main" id="{CBF0E083-48DE-3C9E-E541-78EE8EB5EC0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6701185" y="889820"/>
                <a:ext cx="522922" cy="532516"/>
              </a:xfrm>
              <a:prstGeom prst="rect">
                <a:avLst/>
              </a:prstGeom>
            </p:spPr>
          </p:pic>
        </p:grpSp>
        <p:sp>
          <p:nvSpPr>
            <p:cNvPr id="56" name="Rectangle: Rounded Corners 55">
              <a:extLst>
                <a:ext uri="{FF2B5EF4-FFF2-40B4-BE49-F238E27FC236}">
                  <a16:creationId xmlns:a16="http://schemas.microsoft.com/office/drawing/2014/main" id="{59FF70E5-CC25-880C-BCB2-F8519C22E3E4}"/>
                </a:ext>
              </a:extLst>
            </p:cNvPr>
            <p:cNvSpPr/>
            <p:nvPr/>
          </p:nvSpPr>
          <p:spPr>
            <a:xfrm>
              <a:off x="2334272" y="3950805"/>
              <a:ext cx="628907" cy="628907"/>
            </a:xfrm>
            <a:prstGeom prst="roundRect">
              <a:avLst>
                <a:gd name="adj" fmla="val 8678"/>
              </a:avLst>
            </a:prstGeom>
            <a:solidFill>
              <a:schemeClr val="bg1"/>
            </a:solidFill>
            <a:ln w="28575"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E8E8E8">
                      <a:lumMod val="75000"/>
                    </a:srgbClr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MSS</a:t>
              </a:r>
            </a:p>
          </p:txBody>
        </p:sp>
        <p:cxnSp>
          <p:nvCxnSpPr>
            <p:cNvPr id="58" name="Straight Arrow Connector 57">
              <a:extLst>
                <a:ext uri="{FF2B5EF4-FFF2-40B4-BE49-F238E27FC236}">
                  <a16:creationId xmlns:a16="http://schemas.microsoft.com/office/drawing/2014/main" id="{AC43A690-478D-A48E-9709-58B12CF85BEA}"/>
                </a:ext>
              </a:extLst>
            </p:cNvPr>
            <p:cNvCxnSpPr/>
            <p:nvPr/>
          </p:nvCxnSpPr>
          <p:spPr>
            <a:xfrm flipV="1">
              <a:off x="1476375" y="2733675"/>
              <a:ext cx="751592" cy="419100"/>
            </a:xfrm>
            <a:prstGeom prst="straightConnector1">
              <a:avLst/>
            </a:prstGeom>
            <a:ln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Straight Arrow Connector 60">
              <a:extLst>
                <a:ext uri="{FF2B5EF4-FFF2-40B4-BE49-F238E27FC236}">
                  <a16:creationId xmlns:a16="http://schemas.microsoft.com/office/drawing/2014/main" id="{5992EC9C-1C31-DC8D-515F-10E3055817AA}"/>
                </a:ext>
              </a:extLst>
            </p:cNvPr>
            <p:cNvCxnSpPr>
              <a:cxnSpLocks/>
            </p:cNvCxnSpPr>
            <p:nvPr/>
          </p:nvCxnSpPr>
          <p:spPr>
            <a:xfrm>
              <a:off x="1476375" y="3741255"/>
              <a:ext cx="751592" cy="419100"/>
            </a:xfrm>
            <a:prstGeom prst="straightConnector1">
              <a:avLst/>
            </a:prstGeom>
            <a:ln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62" name="TextBox 61">
              <a:extLst>
                <a:ext uri="{FF2B5EF4-FFF2-40B4-BE49-F238E27FC236}">
                  <a16:creationId xmlns:a16="http://schemas.microsoft.com/office/drawing/2014/main" id="{3B7D43EF-8634-DAB3-F90F-5B98E7DC9264}"/>
                </a:ext>
              </a:extLst>
            </p:cNvPr>
            <p:cNvSpPr txBox="1"/>
            <p:nvPr/>
          </p:nvSpPr>
          <p:spPr>
            <a:xfrm>
              <a:off x="238558" y="3676872"/>
              <a:ext cx="1179193" cy="43858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5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data management system</a:t>
              </a: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</a:t>
              </a:r>
            </a:p>
          </p:txBody>
        </p:sp>
      </p:grpSp>
      <p:sp>
        <p:nvSpPr>
          <p:cNvPr id="250" name="TextBox 249">
            <a:extLst>
              <a:ext uri="{FF2B5EF4-FFF2-40B4-BE49-F238E27FC236}">
                <a16:creationId xmlns:a16="http://schemas.microsoft.com/office/drawing/2014/main" id="{97BE4FBA-C643-81D0-8EC4-966C8FE2C568}"/>
              </a:ext>
            </a:extLst>
          </p:cNvPr>
          <p:cNvSpPr txBox="1"/>
          <p:nvPr/>
        </p:nvSpPr>
        <p:spPr>
          <a:xfrm>
            <a:off x="6619182" y="6359331"/>
            <a:ext cx="818636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GTS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0D27ABD-C7C6-0B25-18FF-F3967E72C153}"/>
              </a:ext>
            </a:extLst>
          </p:cNvPr>
          <p:cNvSpPr txBox="1"/>
          <p:nvPr/>
        </p:nvSpPr>
        <p:spPr>
          <a:xfrm>
            <a:off x="2074853" y="3688682"/>
            <a:ext cx="117919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0" i="0" u="none" strike="noStrike" kern="0" cap="none" spc="0" normalizeH="0" baseline="0" noProof="0" dirty="0">
                <a:ln>
                  <a:noFill/>
                </a:ln>
                <a:solidFill>
                  <a:srgbClr val="E8E8E8">
                    <a:lumMod val="75000"/>
                  </a:srgbClr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CCCC = </a:t>
            </a:r>
            <a:r>
              <a:rPr kumimoji="0" lang="en-GB" sz="1200" b="1" i="0" u="none" strike="noStrike" kern="0" cap="none" spc="0" normalizeH="0" baseline="0" noProof="0" dirty="0">
                <a:ln>
                  <a:noFill/>
                </a:ln>
                <a:solidFill>
                  <a:srgbClr val="E8E8E8">
                    <a:lumMod val="75000"/>
                  </a:srgbClr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TEST</a:t>
            </a:r>
            <a:endParaRPr kumimoji="0" lang="en-GB" sz="1600" b="1" i="0" u="none" strike="noStrike" kern="0" cap="none" spc="0" normalizeH="0" baseline="0" noProof="0" dirty="0">
              <a:ln>
                <a:noFill/>
              </a:ln>
              <a:solidFill>
                <a:srgbClr val="E8E8E8">
                  <a:lumMod val="75000"/>
                </a:srgbClr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+mn-cs"/>
            </a:endParaRPr>
          </a:p>
        </p:txBody>
      </p:sp>
      <p:grpSp>
        <p:nvGrpSpPr>
          <p:cNvPr id="214" name="Group 213">
            <a:extLst>
              <a:ext uri="{FF2B5EF4-FFF2-40B4-BE49-F238E27FC236}">
                <a16:creationId xmlns:a16="http://schemas.microsoft.com/office/drawing/2014/main" id="{D2C218C9-484C-821B-35E3-1F4615E6B235}"/>
              </a:ext>
            </a:extLst>
          </p:cNvPr>
          <p:cNvGrpSpPr/>
          <p:nvPr/>
        </p:nvGrpSpPr>
        <p:grpSpPr>
          <a:xfrm>
            <a:off x="2963924" y="2367446"/>
            <a:ext cx="716753" cy="326665"/>
            <a:chOff x="2963924" y="2367446"/>
            <a:chExt cx="716753" cy="326665"/>
          </a:xfrm>
        </p:grpSpPr>
        <p:grpSp>
          <p:nvGrpSpPr>
            <p:cNvPr id="210" name="Group 209">
              <a:extLst>
                <a:ext uri="{FF2B5EF4-FFF2-40B4-BE49-F238E27FC236}">
                  <a16:creationId xmlns:a16="http://schemas.microsoft.com/office/drawing/2014/main" id="{6D932A9F-D3B7-01AC-89D8-A4E2FB277955}"/>
                </a:ext>
              </a:extLst>
            </p:cNvPr>
            <p:cNvGrpSpPr/>
            <p:nvPr/>
          </p:nvGrpSpPr>
          <p:grpSpPr>
            <a:xfrm>
              <a:off x="2963924" y="2367446"/>
              <a:ext cx="534458" cy="127000"/>
              <a:chOff x="2963178" y="2725764"/>
              <a:chExt cx="534458" cy="127000"/>
            </a:xfrm>
          </p:grpSpPr>
          <p:cxnSp>
            <p:nvCxnSpPr>
              <p:cNvPr id="211" name="Straight Connector 210">
                <a:extLst>
                  <a:ext uri="{FF2B5EF4-FFF2-40B4-BE49-F238E27FC236}">
                    <a16:creationId xmlns:a16="http://schemas.microsoft.com/office/drawing/2014/main" id="{81016AF6-EE11-FAA7-2BAD-35343278B9C1}"/>
                  </a:ext>
                </a:extLst>
              </p:cNvPr>
              <p:cNvCxnSpPr/>
              <p:nvPr/>
            </p:nvCxnSpPr>
            <p:spPr>
              <a:xfrm flipV="1">
                <a:off x="2963178" y="2789264"/>
                <a:ext cx="400050" cy="1"/>
              </a:xfrm>
              <a:prstGeom prst="line">
                <a:avLst/>
              </a:prstGeom>
              <a:noFill/>
              <a:ln w="19050" cap="flat" cmpd="sng" algn="ctr">
                <a:solidFill>
                  <a:schemeClr val="accent2">
                    <a:lumMod val="75000"/>
                  </a:schemeClr>
                </a:solidFill>
                <a:prstDash val="solid"/>
                <a:miter lim="800000"/>
              </a:ln>
              <a:effectLst/>
            </p:spPr>
          </p:cxnSp>
          <p:sp>
            <p:nvSpPr>
              <p:cNvPr id="212" name="Oval 211">
                <a:extLst>
                  <a:ext uri="{FF2B5EF4-FFF2-40B4-BE49-F238E27FC236}">
                    <a16:creationId xmlns:a16="http://schemas.microsoft.com/office/drawing/2014/main" id="{601A5E7B-00F9-28E6-76AE-622E7AF6482D}"/>
                  </a:ext>
                </a:extLst>
              </p:cNvPr>
              <p:cNvSpPr/>
              <p:nvPr/>
            </p:nvSpPr>
            <p:spPr>
              <a:xfrm>
                <a:off x="3370636" y="2725764"/>
                <a:ext cx="127000" cy="127000"/>
              </a:xfrm>
              <a:prstGeom prst="ellipse">
                <a:avLst/>
              </a:prstGeom>
              <a:solidFill>
                <a:sysClr val="window" lastClr="FFFFFF"/>
              </a:solidFill>
              <a:ln w="19050" cap="flat" cmpd="sng" algn="ctr">
                <a:solidFill>
                  <a:schemeClr val="accent2">
                    <a:lumMod val="75000"/>
                  </a:schemeClr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sp>
          <p:nvSpPr>
            <p:cNvPr id="213" name="TextBox 212">
              <a:extLst>
                <a:ext uri="{FF2B5EF4-FFF2-40B4-BE49-F238E27FC236}">
                  <a16:creationId xmlns:a16="http://schemas.microsoft.com/office/drawing/2014/main" id="{1FECC503-AA25-A860-09F1-93FF3F856E2D}"/>
                </a:ext>
              </a:extLst>
            </p:cNvPr>
            <p:cNvSpPr txBox="1"/>
            <p:nvPr/>
          </p:nvSpPr>
          <p:spPr>
            <a:xfrm>
              <a:off x="3194968" y="2440195"/>
              <a:ext cx="485709" cy="2539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50" b="0" i="0" u="none" strike="noStrike" kern="0" cap="none" spc="0" normalizeH="0" baseline="0" noProof="0" dirty="0">
                  <a:ln>
                    <a:noFill/>
                  </a:ln>
                  <a:solidFill>
                    <a:srgbClr val="E97132">
                      <a:lumMod val="75000"/>
                    </a:srgbClr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https</a:t>
              </a:r>
              <a:endParaRPr kumimoji="0" lang="en-GB" sz="1200" b="0" i="0" u="none" strike="noStrike" kern="0" cap="none" spc="0" normalizeH="0" baseline="0" noProof="0" dirty="0">
                <a:ln>
                  <a:noFill/>
                </a:ln>
                <a:solidFill>
                  <a:srgbClr val="E97132">
                    <a:lumMod val="75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228" name="Group 227">
            <a:extLst>
              <a:ext uri="{FF2B5EF4-FFF2-40B4-BE49-F238E27FC236}">
                <a16:creationId xmlns:a16="http://schemas.microsoft.com/office/drawing/2014/main" id="{94BC82F4-463E-56C4-1597-8270E8A706A1}"/>
              </a:ext>
            </a:extLst>
          </p:cNvPr>
          <p:cNvGrpSpPr/>
          <p:nvPr/>
        </p:nvGrpSpPr>
        <p:grpSpPr>
          <a:xfrm>
            <a:off x="2963178" y="2725764"/>
            <a:ext cx="786853" cy="316693"/>
            <a:chOff x="2963178" y="2725764"/>
            <a:chExt cx="786853" cy="316693"/>
          </a:xfrm>
        </p:grpSpPr>
        <p:grpSp>
          <p:nvGrpSpPr>
            <p:cNvPr id="220" name="Group 219">
              <a:extLst>
                <a:ext uri="{FF2B5EF4-FFF2-40B4-BE49-F238E27FC236}">
                  <a16:creationId xmlns:a16="http://schemas.microsoft.com/office/drawing/2014/main" id="{F9B5D0FE-F0CF-0D9F-7486-4C397B28F060}"/>
                </a:ext>
              </a:extLst>
            </p:cNvPr>
            <p:cNvGrpSpPr/>
            <p:nvPr/>
          </p:nvGrpSpPr>
          <p:grpSpPr>
            <a:xfrm>
              <a:off x="2963178" y="2725764"/>
              <a:ext cx="534458" cy="127000"/>
              <a:chOff x="2963178" y="2725764"/>
              <a:chExt cx="534458" cy="127000"/>
            </a:xfrm>
          </p:grpSpPr>
          <p:cxnSp>
            <p:nvCxnSpPr>
              <p:cNvPr id="221" name="Straight Connector 220">
                <a:extLst>
                  <a:ext uri="{FF2B5EF4-FFF2-40B4-BE49-F238E27FC236}">
                    <a16:creationId xmlns:a16="http://schemas.microsoft.com/office/drawing/2014/main" id="{0A644714-3DF5-E5D0-F9B0-2D7088D817CC}"/>
                  </a:ext>
                </a:extLst>
              </p:cNvPr>
              <p:cNvCxnSpPr/>
              <p:nvPr/>
            </p:nvCxnSpPr>
            <p:spPr>
              <a:xfrm flipV="1">
                <a:off x="2963178" y="2789264"/>
                <a:ext cx="400050" cy="1"/>
              </a:xfrm>
              <a:prstGeom prst="line">
                <a:avLst/>
              </a:prstGeom>
              <a:noFill/>
              <a:ln w="19050" cap="flat" cmpd="sng" algn="ctr">
                <a:solidFill>
                  <a:schemeClr val="accent6">
                    <a:lumMod val="75000"/>
                  </a:schemeClr>
                </a:solidFill>
                <a:prstDash val="solid"/>
                <a:miter lim="800000"/>
              </a:ln>
              <a:effectLst/>
            </p:spPr>
          </p:cxnSp>
          <p:sp>
            <p:nvSpPr>
              <p:cNvPr id="226" name="Oval 225">
                <a:extLst>
                  <a:ext uri="{FF2B5EF4-FFF2-40B4-BE49-F238E27FC236}">
                    <a16:creationId xmlns:a16="http://schemas.microsoft.com/office/drawing/2014/main" id="{1BAEEB67-F540-6AD6-89E0-649C1D460F17}"/>
                  </a:ext>
                </a:extLst>
              </p:cNvPr>
              <p:cNvSpPr/>
              <p:nvPr/>
            </p:nvSpPr>
            <p:spPr>
              <a:xfrm>
                <a:off x="3370636" y="2725764"/>
                <a:ext cx="127000" cy="127000"/>
              </a:xfrm>
              <a:prstGeom prst="ellipse">
                <a:avLst/>
              </a:prstGeom>
              <a:solidFill>
                <a:sysClr val="window" lastClr="FFFFFF"/>
              </a:solidFill>
              <a:ln w="19050" cap="flat" cmpd="sng" algn="ctr">
                <a:solidFill>
                  <a:schemeClr val="accent6">
                    <a:lumMod val="75000"/>
                  </a:schemeClr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sp>
          <p:nvSpPr>
            <p:cNvPr id="227" name="TextBox 226">
              <a:extLst>
                <a:ext uri="{FF2B5EF4-FFF2-40B4-BE49-F238E27FC236}">
                  <a16:creationId xmlns:a16="http://schemas.microsoft.com/office/drawing/2014/main" id="{08CAFDD9-CEF9-E0B9-D82D-089E4C91DADE}"/>
                </a:ext>
              </a:extLst>
            </p:cNvPr>
            <p:cNvSpPr txBox="1"/>
            <p:nvPr/>
          </p:nvSpPr>
          <p:spPr>
            <a:xfrm>
              <a:off x="3118241" y="2788541"/>
              <a:ext cx="631790" cy="2539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50" b="0" i="0" u="none" strike="noStrike" kern="0" cap="none" spc="0" normalizeH="0" baseline="0" noProof="0" dirty="0" err="1">
                  <a:ln>
                    <a:noFill/>
                  </a:ln>
                  <a:solidFill>
                    <a:srgbClr val="4EA72E">
                      <a:lumMod val="75000"/>
                    </a:srgbClr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mqtts</a:t>
              </a:r>
              <a:endParaRPr kumimoji="0" lang="en-GB" sz="1200" b="0" i="0" u="none" strike="noStrike" kern="0" cap="none" spc="0" normalizeH="0" baseline="0" noProof="0" dirty="0">
                <a:ln>
                  <a:noFill/>
                </a:ln>
                <a:solidFill>
                  <a:srgbClr val="4EA72E">
                    <a:lumMod val="75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270" name="Freeform: Shape 269">
            <a:extLst>
              <a:ext uri="{FF2B5EF4-FFF2-40B4-BE49-F238E27FC236}">
                <a16:creationId xmlns:a16="http://schemas.microsoft.com/office/drawing/2014/main" id="{5AB94621-4207-2031-DA0D-AEA66D70E104}"/>
              </a:ext>
            </a:extLst>
          </p:cNvPr>
          <p:cNvSpPr/>
          <p:nvPr/>
        </p:nvSpPr>
        <p:spPr>
          <a:xfrm>
            <a:off x="8793957" y="858269"/>
            <a:ext cx="274934" cy="287724"/>
          </a:xfrm>
          <a:custGeom>
            <a:avLst/>
            <a:gdLst>
              <a:gd name="connsiteX0" fmla="*/ 0 w 267789"/>
              <a:gd name="connsiteY0" fmla="*/ 0 h 277586"/>
              <a:gd name="connsiteX1" fmla="*/ 267789 w 267789"/>
              <a:gd name="connsiteY1" fmla="*/ 277586 h 277586"/>
              <a:gd name="connsiteX2" fmla="*/ 267789 w 267789"/>
              <a:gd name="connsiteY2" fmla="*/ 117566 h 277586"/>
              <a:gd name="connsiteX3" fmla="*/ 146957 w 267789"/>
              <a:gd name="connsiteY3" fmla="*/ 6531 h 277586"/>
              <a:gd name="connsiteX4" fmla="*/ 0 w 267789"/>
              <a:gd name="connsiteY4" fmla="*/ 0 h 277586"/>
              <a:gd name="connsiteX0" fmla="*/ 0 w 267789"/>
              <a:gd name="connsiteY0" fmla="*/ 613 h 278199"/>
              <a:gd name="connsiteX1" fmla="*/ 267789 w 267789"/>
              <a:gd name="connsiteY1" fmla="*/ 278199 h 278199"/>
              <a:gd name="connsiteX2" fmla="*/ 267789 w 267789"/>
              <a:gd name="connsiteY2" fmla="*/ 118179 h 278199"/>
              <a:gd name="connsiteX3" fmla="*/ 156482 w 267789"/>
              <a:gd name="connsiteY3" fmla="*/ 0 h 278199"/>
              <a:gd name="connsiteX4" fmla="*/ 0 w 267789"/>
              <a:gd name="connsiteY4" fmla="*/ 613 h 278199"/>
              <a:gd name="connsiteX0" fmla="*/ 0 w 270171"/>
              <a:gd name="connsiteY0" fmla="*/ 5375 h 278199"/>
              <a:gd name="connsiteX1" fmla="*/ 270171 w 270171"/>
              <a:gd name="connsiteY1" fmla="*/ 278199 h 278199"/>
              <a:gd name="connsiteX2" fmla="*/ 270171 w 270171"/>
              <a:gd name="connsiteY2" fmla="*/ 118179 h 278199"/>
              <a:gd name="connsiteX3" fmla="*/ 158864 w 270171"/>
              <a:gd name="connsiteY3" fmla="*/ 0 h 278199"/>
              <a:gd name="connsiteX4" fmla="*/ 0 w 270171"/>
              <a:gd name="connsiteY4" fmla="*/ 5375 h 278199"/>
              <a:gd name="connsiteX0" fmla="*/ 0 w 270171"/>
              <a:gd name="connsiteY0" fmla="*/ 5375 h 266292"/>
              <a:gd name="connsiteX1" fmla="*/ 263028 w 270171"/>
              <a:gd name="connsiteY1" fmla="*/ 266292 h 266292"/>
              <a:gd name="connsiteX2" fmla="*/ 270171 w 270171"/>
              <a:gd name="connsiteY2" fmla="*/ 118179 h 266292"/>
              <a:gd name="connsiteX3" fmla="*/ 158864 w 270171"/>
              <a:gd name="connsiteY3" fmla="*/ 0 h 266292"/>
              <a:gd name="connsiteX4" fmla="*/ 0 w 270171"/>
              <a:gd name="connsiteY4" fmla="*/ 5375 h 266292"/>
              <a:gd name="connsiteX0" fmla="*/ 0 w 274934"/>
              <a:gd name="connsiteY0" fmla="*/ 5375 h 287724"/>
              <a:gd name="connsiteX1" fmla="*/ 274934 w 274934"/>
              <a:gd name="connsiteY1" fmla="*/ 287724 h 287724"/>
              <a:gd name="connsiteX2" fmla="*/ 270171 w 274934"/>
              <a:gd name="connsiteY2" fmla="*/ 118179 h 287724"/>
              <a:gd name="connsiteX3" fmla="*/ 158864 w 274934"/>
              <a:gd name="connsiteY3" fmla="*/ 0 h 287724"/>
              <a:gd name="connsiteX4" fmla="*/ 0 w 274934"/>
              <a:gd name="connsiteY4" fmla="*/ 5375 h 2877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4934" h="287724">
                <a:moveTo>
                  <a:pt x="0" y="5375"/>
                </a:moveTo>
                <a:lnTo>
                  <a:pt x="274934" y="287724"/>
                </a:lnTo>
                <a:lnTo>
                  <a:pt x="270171" y="118179"/>
                </a:lnTo>
                <a:lnTo>
                  <a:pt x="158864" y="0"/>
                </a:lnTo>
                <a:lnTo>
                  <a:pt x="0" y="5375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grpSp>
        <p:nvGrpSpPr>
          <p:cNvPr id="253" name="Group 252">
            <a:extLst>
              <a:ext uri="{FF2B5EF4-FFF2-40B4-BE49-F238E27FC236}">
                <a16:creationId xmlns:a16="http://schemas.microsoft.com/office/drawing/2014/main" id="{F68A29D6-B941-71FB-108C-8081DF0477D8}"/>
              </a:ext>
            </a:extLst>
          </p:cNvPr>
          <p:cNvGrpSpPr/>
          <p:nvPr/>
        </p:nvGrpSpPr>
        <p:grpSpPr>
          <a:xfrm>
            <a:off x="11164420" y="3622704"/>
            <a:ext cx="970364" cy="1164438"/>
            <a:chOff x="10835927" y="2405227"/>
            <a:chExt cx="970364" cy="1164438"/>
          </a:xfrm>
        </p:grpSpPr>
        <p:pic>
          <p:nvPicPr>
            <p:cNvPr id="254" name="Picture 253">
              <a:extLst>
                <a:ext uri="{FF2B5EF4-FFF2-40B4-BE49-F238E27FC236}">
                  <a16:creationId xmlns:a16="http://schemas.microsoft.com/office/drawing/2014/main" id="{5BCE3278-42EA-27A3-7E64-4D65C3E17173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duotone>
                <a:schemeClr val="bg2">
                  <a:shade val="45000"/>
                  <a:satMod val="135000"/>
                </a:schemeClr>
                <a:prstClr val="white"/>
              </a:duotone>
            </a:blip>
            <a:stretch>
              <a:fillRect/>
            </a:stretch>
          </p:blipFill>
          <p:spPr>
            <a:xfrm>
              <a:off x="10835927" y="2405227"/>
              <a:ext cx="970364" cy="1164438"/>
            </a:xfrm>
            <a:prstGeom prst="rect">
              <a:avLst/>
            </a:prstGeom>
          </p:spPr>
        </p:pic>
        <p:pic>
          <p:nvPicPr>
            <p:cNvPr id="255" name="Picture 254" descr="Space4Water Portal">
              <a:extLst>
                <a:ext uri="{FF2B5EF4-FFF2-40B4-BE49-F238E27FC236}">
                  <a16:creationId xmlns:a16="http://schemas.microsoft.com/office/drawing/2014/main" id="{21977178-F5B6-CCAD-D19F-17AB29EA961A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8">
              <a:duotone>
                <a:schemeClr val="bg2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555" t="31422" r="63711" b="36133"/>
            <a:stretch/>
          </p:blipFill>
          <p:spPr bwMode="auto">
            <a:xfrm rot="21430420">
              <a:off x="11363402" y="3178637"/>
              <a:ext cx="143756" cy="15176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329" name="Group 328">
            <a:extLst>
              <a:ext uri="{FF2B5EF4-FFF2-40B4-BE49-F238E27FC236}">
                <a16:creationId xmlns:a16="http://schemas.microsoft.com/office/drawing/2014/main" id="{6CA260D5-3770-8B98-6CD9-A2F551AE990A}"/>
              </a:ext>
            </a:extLst>
          </p:cNvPr>
          <p:cNvGrpSpPr/>
          <p:nvPr/>
        </p:nvGrpSpPr>
        <p:grpSpPr>
          <a:xfrm>
            <a:off x="6091945" y="2291271"/>
            <a:ext cx="3910790" cy="1002588"/>
            <a:chOff x="6091945" y="2291271"/>
            <a:chExt cx="3910790" cy="1002588"/>
          </a:xfrm>
        </p:grpSpPr>
        <p:grpSp>
          <p:nvGrpSpPr>
            <p:cNvPr id="306" name="Group 305">
              <a:extLst>
                <a:ext uri="{FF2B5EF4-FFF2-40B4-BE49-F238E27FC236}">
                  <a16:creationId xmlns:a16="http://schemas.microsoft.com/office/drawing/2014/main" id="{4B09AE4B-4D5F-77E3-E221-3D3EB18763BB}"/>
                </a:ext>
              </a:extLst>
            </p:cNvPr>
            <p:cNvGrpSpPr/>
            <p:nvPr/>
          </p:nvGrpSpPr>
          <p:grpSpPr>
            <a:xfrm>
              <a:off x="6091945" y="2291271"/>
              <a:ext cx="821464" cy="995698"/>
              <a:chOff x="9666460" y="941309"/>
              <a:chExt cx="821464" cy="995698"/>
            </a:xfrm>
          </p:grpSpPr>
          <p:sp>
            <p:nvSpPr>
              <p:cNvPr id="307" name="Rectangle: Rounded Corners 306">
                <a:extLst>
                  <a:ext uri="{FF2B5EF4-FFF2-40B4-BE49-F238E27FC236}">
                    <a16:creationId xmlns:a16="http://schemas.microsoft.com/office/drawing/2014/main" id="{10FB583A-7C2C-0B35-8E4F-11E057F9F3CB}"/>
                  </a:ext>
                </a:extLst>
              </p:cNvPr>
              <p:cNvSpPr/>
              <p:nvPr/>
            </p:nvSpPr>
            <p:spPr>
              <a:xfrm>
                <a:off x="9762739" y="1285865"/>
                <a:ext cx="628907" cy="628907"/>
              </a:xfrm>
              <a:prstGeom prst="roundRect">
                <a:avLst>
                  <a:gd name="adj" fmla="val 8678"/>
                </a:avLst>
              </a:prstGeom>
              <a:solidFill>
                <a:schemeClr val="bg1"/>
              </a:solidFill>
              <a:ln w="28575">
                <a:solidFill>
                  <a:srgbClr val="3963DA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3963DA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308" name="TextBox 307">
                <a:extLst>
                  <a:ext uri="{FF2B5EF4-FFF2-40B4-BE49-F238E27FC236}">
                    <a16:creationId xmlns:a16="http://schemas.microsoft.com/office/drawing/2014/main" id="{3E030444-E647-9499-30F9-DD2832D442DB}"/>
                  </a:ext>
                </a:extLst>
              </p:cNvPr>
              <p:cNvSpPr txBox="1"/>
              <p:nvPr/>
            </p:nvSpPr>
            <p:spPr>
              <a:xfrm>
                <a:off x="9666460" y="1475342"/>
                <a:ext cx="821464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3963DA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W2-GTS Gateway</a:t>
                </a:r>
              </a:p>
            </p:txBody>
          </p:sp>
          <p:grpSp>
            <p:nvGrpSpPr>
              <p:cNvPr id="309" name="Group 308">
                <a:extLst>
                  <a:ext uri="{FF2B5EF4-FFF2-40B4-BE49-F238E27FC236}">
                    <a16:creationId xmlns:a16="http://schemas.microsoft.com/office/drawing/2014/main" id="{7E7D06E4-CABD-206B-848A-A1F9C27FDF43}"/>
                  </a:ext>
                </a:extLst>
              </p:cNvPr>
              <p:cNvGrpSpPr/>
              <p:nvPr/>
            </p:nvGrpSpPr>
            <p:grpSpPr>
              <a:xfrm>
                <a:off x="9815731" y="1019607"/>
                <a:ext cx="522922" cy="532516"/>
                <a:chOff x="9610100" y="3519705"/>
                <a:chExt cx="498392" cy="507536"/>
              </a:xfrm>
            </p:grpSpPr>
            <p:pic>
              <p:nvPicPr>
                <p:cNvPr id="311" name="Picture 310">
                  <a:extLst>
                    <a:ext uri="{FF2B5EF4-FFF2-40B4-BE49-F238E27FC236}">
                      <a16:creationId xmlns:a16="http://schemas.microsoft.com/office/drawing/2014/main" id="{ECEF33EE-AC5E-885C-4A38-1C07FD19A272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9610100" y="3519705"/>
                  <a:ext cx="498392" cy="507536"/>
                </a:xfrm>
                <a:prstGeom prst="rect">
                  <a:avLst/>
                </a:prstGeom>
              </p:spPr>
            </p:pic>
            <p:pic>
              <p:nvPicPr>
                <p:cNvPr id="312" name="Picture 311">
                  <a:extLst>
                    <a:ext uri="{FF2B5EF4-FFF2-40B4-BE49-F238E27FC236}">
                      <a16:creationId xmlns:a16="http://schemas.microsoft.com/office/drawing/2014/main" id="{43CFD8D4-A277-1539-123B-AD7ABD815CD1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9"/>
                <a:srcRect l="6381" t="6381" r="6381" b="6381"/>
                <a:stretch/>
              </p:blipFill>
              <p:spPr>
                <a:xfrm>
                  <a:off x="9680900" y="3595077"/>
                  <a:ext cx="356792" cy="356792"/>
                </a:xfrm>
                <a:prstGeom prst="ellipse">
                  <a:avLst/>
                </a:prstGeom>
                <a:solidFill>
                  <a:schemeClr val="bg1"/>
                </a:solidFill>
              </p:spPr>
            </p:pic>
          </p:grpSp>
          <p:pic>
            <p:nvPicPr>
              <p:cNvPr id="310" name="Picture 309">
                <a:extLst>
                  <a:ext uri="{FF2B5EF4-FFF2-40B4-BE49-F238E27FC236}">
                    <a16:creationId xmlns:a16="http://schemas.microsoft.com/office/drawing/2014/main" id="{7680B45E-8BBC-2093-D5CF-0CF14E8B125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/>
              <a:srcRect l="70600" t="4796" r="541" b="37615"/>
              <a:stretch/>
            </p:blipFill>
            <p:spPr>
              <a:xfrm>
                <a:off x="10136699" y="941309"/>
                <a:ext cx="255340" cy="266096"/>
              </a:xfrm>
              <a:prstGeom prst="ellipse">
                <a:avLst/>
              </a:prstGeom>
            </p:spPr>
          </p:pic>
        </p:grpSp>
        <p:grpSp>
          <p:nvGrpSpPr>
            <p:cNvPr id="313" name="Group 312">
              <a:extLst>
                <a:ext uri="{FF2B5EF4-FFF2-40B4-BE49-F238E27FC236}">
                  <a16:creationId xmlns:a16="http://schemas.microsoft.com/office/drawing/2014/main" id="{E5715C5D-61A4-62B5-6F4F-FDD41BAC8317}"/>
                </a:ext>
              </a:extLst>
            </p:cNvPr>
            <p:cNvGrpSpPr/>
            <p:nvPr/>
          </p:nvGrpSpPr>
          <p:grpSpPr>
            <a:xfrm>
              <a:off x="9181271" y="2300144"/>
              <a:ext cx="821464" cy="993715"/>
              <a:chOff x="10807402" y="1038680"/>
              <a:chExt cx="821464" cy="993715"/>
            </a:xfrm>
          </p:grpSpPr>
          <p:sp>
            <p:nvSpPr>
              <p:cNvPr id="314" name="Rectangle: Rounded Corners 313">
                <a:extLst>
                  <a:ext uri="{FF2B5EF4-FFF2-40B4-BE49-F238E27FC236}">
                    <a16:creationId xmlns:a16="http://schemas.microsoft.com/office/drawing/2014/main" id="{5DE03A10-0310-378A-F37F-4F0D55DB5F04}"/>
                  </a:ext>
                </a:extLst>
              </p:cNvPr>
              <p:cNvSpPr/>
              <p:nvPr/>
            </p:nvSpPr>
            <p:spPr>
              <a:xfrm>
                <a:off x="10903681" y="1381253"/>
                <a:ext cx="628907" cy="628907"/>
              </a:xfrm>
              <a:prstGeom prst="roundRect">
                <a:avLst>
                  <a:gd name="adj" fmla="val 8678"/>
                </a:avLst>
              </a:prstGeom>
              <a:solidFill>
                <a:schemeClr val="bg1"/>
              </a:solidFill>
              <a:ln w="28575">
                <a:solidFill>
                  <a:srgbClr val="3963DA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3963DA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315" name="TextBox 314">
                <a:extLst>
                  <a:ext uri="{FF2B5EF4-FFF2-40B4-BE49-F238E27FC236}">
                    <a16:creationId xmlns:a16="http://schemas.microsoft.com/office/drawing/2014/main" id="{41853E4B-79F3-7E3E-C40F-74218C0B026E}"/>
                  </a:ext>
                </a:extLst>
              </p:cNvPr>
              <p:cNvSpPr txBox="1"/>
              <p:nvPr/>
            </p:nvSpPr>
            <p:spPr>
              <a:xfrm>
                <a:off x="10807402" y="1570730"/>
                <a:ext cx="821464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3963DA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W2-GTS Gateway</a:t>
                </a:r>
              </a:p>
            </p:txBody>
          </p:sp>
          <p:grpSp>
            <p:nvGrpSpPr>
              <p:cNvPr id="316" name="Group 315">
                <a:extLst>
                  <a:ext uri="{FF2B5EF4-FFF2-40B4-BE49-F238E27FC236}">
                    <a16:creationId xmlns:a16="http://schemas.microsoft.com/office/drawing/2014/main" id="{3B237A77-C06E-C308-569B-B1554C110D07}"/>
                  </a:ext>
                </a:extLst>
              </p:cNvPr>
              <p:cNvGrpSpPr/>
              <p:nvPr/>
            </p:nvGrpSpPr>
            <p:grpSpPr>
              <a:xfrm>
                <a:off x="10956673" y="1114995"/>
                <a:ext cx="522922" cy="532516"/>
                <a:chOff x="9610100" y="3519705"/>
                <a:chExt cx="498392" cy="507536"/>
              </a:xfrm>
            </p:grpSpPr>
            <p:pic>
              <p:nvPicPr>
                <p:cNvPr id="318" name="Picture 317">
                  <a:extLst>
                    <a:ext uri="{FF2B5EF4-FFF2-40B4-BE49-F238E27FC236}">
                      <a16:creationId xmlns:a16="http://schemas.microsoft.com/office/drawing/2014/main" id="{C6C46B60-B871-5719-8BEF-C16944B3242C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9610100" y="3519705"/>
                  <a:ext cx="498392" cy="507536"/>
                </a:xfrm>
                <a:prstGeom prst="rect">
                  <a:avLst/>
                </a:prstGeom>
              </p:spPr>
            </p:pic>
            <p:pic>
              <p:nvPicPr>
                <p:cNvPr id="319" name="Picture 318">
                  <a:extLst>
                    <a:ext uri="{FF2B5EF4-FFF2-40B4-BE49-F238E27FC236}">
                      <a16:creationId xmlns:a16="http://schemas.microsoft.com/office/drawing/2014/main" id="{B4EE055C-2E4C-F179-8493-ABB2FEC595BA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9"/>
                <a:srcRect l="6381" t="6381" r="6381" b="6381"/>
                <a:stretch/>
              </p:blipFill>
              <p:spPr>
                <a:xfrm>
                  <a:off x="9680900" y="3595077"/>
                  <a:ext cx="356792" cy="356792"/>
                </a:xfrm>
                <a:prstGeom prst="ellipse">
                  <a:avLst/>
                </a:prstGeom>
                <a:solidFill>
                  <a:schemeClr val="bg1"/>
                </a:solidFill>
              </p:spPr>
            </p:pic>
          </p:grpSp>
          <p:pic>
            <p:nvPicPr>
              <p:cNvPr id="317" name="Picture 316">
                <a:extLst>
                  <a:ext uri="{FF2B5EF4-FFF2-40B4-BE49-F238E27FC236}">
                    <a16:creationId xmlns:a16="http://schemas.microsoft.com/office/drawing/2014/main" id="{3DCD492F-2671-BFEC-E9A8-DEA933AA7E5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/>
              <a:srcRect l="-953" t="6033" r="72094" b="41106"/>
              <a:stretch/>
            </p:blipFill>
            <p:spPr>
              <a:xfrm>
                <a:off x="11283093" y="1038680"/>
                <a:ext cx="255340" cy="244246"/>
              </a:xfrm>
              <a:prstGeom prst="ellipse">
                <a:avLst/>
              </a:prstGeom>
            </p:spPr>
          </p:pic>
        </p:grpSp>
      </p:grpSp>
      <p:sp>
        <p:nvSpPr>
          <p:cNvPr id="30" name="TextBox 29">
            <a:extLst>
              <a:ext uri="{FF2B5EF4-FFF2-40B4-BE49-F238E27FC236}">
                <a16:creationId xmlns:a16="http://schemas.microsoft.com/office/drawing/2014/main" id="{BD3310F5-B4C9-7629-98E9-2DF66100ABD8}"/>
              </a:ext>
            </a:extLst>
          </p:cNvPr>
          <p:cNvSpPr txBox="1"/>
          <p:nvPr/>
        </p:nvSpPr>
        <p:spPr>
          <a:xfrm>
            <a:off x="2059127" y="4567522"/>
            <a:ext cx="117919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1" i="0" u="none" strike="noStrike" kern="0" cap="none" spc="0" normalizeH="0" baseline="0" noProof="0" dirty="0">
                <a:ln>
                  <a:noFill/>
                </a:ln>
                <a:solidFill>
                  <a:srgbClr val="E8E8E8">
                    <a:lumMod val="75000"/>
                  </a:srgbClr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ISMD01TEST</a:t>
            </a:r>
            <a:endParaRPr kumimoji="0" lang="en-GB" sz="1600" b="1" i="0" u="none" strike="noStrike" kern="0" cap="none" spc="0" normalizeH="0" baseline="0" noProof="0" dirty="0">
              <a:ln>
                <a:noFill/>
              </a:ln>
              <a:solidFill>
                <a:srgbClr val="E8E8E8">
                  <a:lumMod val="75000"/>
                </a:srgbClr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+mn-cs"/>
            </a:endParaRPr>
          </a:p>
        </p:txBody>
      </p:sp>
      <p:grpSp>
        <p:nvGrpSpPr>
          <p:cNvPr id="268" name="Group 267">
            <a:extLst>
              <a:ext uri="{FF2B5EF4-FFF2-40B4-BE49-F238E27FC236}">
                <a16:creationId xmlns:a16="http://schemas.microsoft.com/office/drawing/2014/main" id="{A5F1280D-3204-C1B8-F950-A312B97E36E7}"/>
              </a:ext>
            </a:extLst>
          </p:cNvPr>
          <p:cNvGrpSpPr/>
          <p:nvPr/>
        </p:nvGrpSpPr>
        <p:grpSpPr>
          <a:xfrm>
            <a:off x="4281843" y="3568446"/>
            <a:ext cx="6980718" cy="2603109"/>
            <a:chOff x="4281843" y="3577971"/>
            <a:chExt cx="6980718" cy="2603109"/>
          </a:xfrm>
        </p:grpSpPr>
        <p:grpSp>
          <p:nvGrpSpPr>
            <p:cNvPr id="269" name="Group 268">
              <a:extLst>
                <a:ext uri="{FF2B5EF4-FFF2-40B4-BE49-F238E27FC236}">
                  <a16:creationId xmlns:a16="http://schemas.microsoft.com/office/drawing/2014/main" id="{00AC611E-3466-C2F9-74D7-63DEB936B3AB}"/>
                </a:ext>
              </a:extLst>
            </p:cNvPr>
            <p:cNvGrpSpPr/>
            <p:nvPr/>
          </p:nvGrpSpPr>
          <p:grpSpPr>
            <a:xfrm>
              <a:off x="4281843" y="4427055"/>
              <a:ext cx="628907" cy="628907"/>
              <a:chOff x="2867802" y="3950805"/>
              <a:chExt cx="628907" cy="628907"/>
            </a:xfrm>
          </p:grpSpPr>
          <p:sp>
            <p:nvSpPr>
              <p:cNvPr id="296" name="Oval 295">
                <a:extLst>
                  <a:ext uri="{FF2B5EF4-FFF2-40B4-BE49-F238E27FC236}">
                    <a16:creationId xmlns:a16="http://schemas.microsoft.com/office/drawing/2014/main" id="{C8AA46DB-B0F0-3BC8-11F5-DEAE8F7B0F0A}"/>
                  </a:ext>
                </a:extLst>
              </p:cNvPr>
              <p:cNvSpPr/>
              <p:nvPr/>
            </p:nvSpPr>
            <p:spPr>
              <a:xfrm>
                <a:off x="2867802" y="3950805"/>
                <a:ext cx="628907" cy="628907"/>
              </a:xfrm>
              <a:prstGeom prst="ellipse">
                <a:avLst/>
              </a:prstGeom>
              <a:solidFill>
                <a:schemeClr val="bg1"/>
              </a:solidFill>
              <a:ln w="28575"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297" name="TextBox 296">
                <a:extLst>
                  <a:ext uri="{FF2B5EF4-FFF2-40B4-BE49-F238E27FC236}">
                    <a16:creationId xmlns:a16="http://schemas.microsoft.com/office/drawing/2014/main" id="{A30FB6D5-6F7E-4188-9FB3-EF1A305E27DB}"/>
                  </a:ext>
                </a:extLst>
              </p:cNvPr>
              <p:cNvSpPr txBox="1"/>
              <p:nvPr/>
            </p:nvSpPr>
            <p:spPr>
              <a:xfrm>
                <a:off x="2949594" y="4126758"/>
                <a:ext cx="465322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2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white">
                        <a:lumMod val="85000"/>
                      </a:prstClr>
                    </a:solidFill>
                    <a:effectLst/>
                    <a:uLnTx/>
                    <a:uFillTx/>
                    <a:latin typeface="Aptos" panose="020B0004020202020204" pitchFamily="34" charset="0"/>
                    <a:ea typeface="+mn-ea"/>
                    <a:cs typeface="Arial" panose="020B0604020202020204" pitchFamily="34" charset="0"/>
                  </a:rPr>
                  <a:t>RTH</a:t>
                </a:r>
              </a:p>
            </p:txBody>
          </p:sp>
        </p:grpSp>
        <p:grpSp>
          <p:nvGrpSpPr>
            <p:cNvPr id="272" name="Group 271">
              <a:extLst>
                <a:ext uri="{FF2B5EF4-FFF2-40B4-BE49-F238E27FC236}">
                  <a16:creationId xmlns:a16="http://schemas.microsoft.com/office/drawing/2014/main" id="{EEDD93D1-16ED-7F6C-0A8C-5E1807EB159B}"/>
                </a:ext>
              </a:extLst>
            </p:cNvPr>
            <p:cNvGrpSpPr/>
            <p:nvPr/>
          </p:nvGrpSpPr>
          <p:grpSpPr>
            <a:xfrm>
              <a:off x="6188224" y="3577971"/>
              <a:ext cx="628907" cy="628907"/>
              <a:chOff x="2867802" y="3950805"/>
              <a:chExt cx="628907" cy="628907"/>
            </a:xfrm>
          </p:grpSpPr>
          <p:sp>
            <p:nvSpPr>
              <p:cNvPr id="294" name="Oval 293">
                <a:extLst>
                  <a:ext uri="{FF2B5EF4-FFF2-40B4-BE49-F238E27FC236}">
                    <a16:creationId xmlns:a16="http://schemas.microsoft.com/office/drawing/2014/main" id="{C450ECE4-CB1E-4547-B98D-FE1F0204A6A3}"/>
                  </a:ext>
                </a:extLst>
              </p:cNvPr>
              <p:cNvSpPr/>
              <p:nvPr/>
            </p:nvSpPr>
            <p:spPr>
              <a:xfrm>
                <a:off x="2867802" y="3950805"/>
                <a:ext cx="628907" cy="628907"/>
              </a:xfrm>
              <a:prstGeom prst="ellipse">
                <a:avLst/>
              </a:prstGeom>
              <a:solidFill>
                <a:schemeClr val="bg1"/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295" name="TextBox 294">
                <a:extLst>
                  <a:ext uri="{FF2B5EF4-FFF2-40B4-BE49-F238E27FC236}">
                    <a16:creationId xmlns:a16="http://schemas.microsoft.com/office/drawing/2014/main" id="{B4B0862D-0957-D5E8-BBBC-35F072B500E1}"/>
                  </a:ext>
                </a:extLst>
              </p:cNvPr>
              <p:cNvSpPr txBox="1"/>
              <p:nvPr/>
            </p:nvSpPr>
            <p:spPr>
              <a:xfrm>
                <a:off x="2949594" y="4068702"/>
                <a:ext cx="465322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2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ptos" panose="020B0004020202020204" pitchFamily="34" charset="0"/>
                    <a:ea typeface="+mn-ea"/>
                    <a:cs typeface="Arial" panose="020B0604020202020204" pitchFamily="34" charset="0"/>
                  </a:rPr>
                  <a:t>RTH</a:t>
                </a:r>
              </a:p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8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ptos" panose="020B0004020202020204" pitchFamily="34" charset="0"/>
                    <a:ea typeface="+mn-ea"/>
                    <a:cs typeface="Arial" panose="020B0604020202020204" pitchFamily="34" charset="0"/>
                  </a:rPr>
                  <a:t>Exeter</a:t>
                </a:r>
              </a:p>
            </p:txBody>
          </p:sp>
        </p:grpSp>
        <p:grpSp>
          <p:nvGrpSpPr>
            <p:cNvPr id="273" name="Group 272">
              <a:extLst>
                <a:ext uri="{FF2B5EF4-FFF2-40B4-BE49-F238E27FC236}">
                  <a16:creationId xmlns:a16="http://schemas.microsoft.com/office/drawing/2014/main" id="{A36F61F2-902A-749C-00F5-02A867A043A9}"/>
                </a:ext>
              </a:extLst>
            </p:cNvPr>
            <p:cNvGrpSpPr/>
            <p:nvPr/>
          </p:nvGrpSpPr>
          <p:grpSpPr>
            <a:xfrm>
              <a:off x="9293175" y="3577971"/>
              <a:ext cx="628907" cy="628907"/>
              <a:chOff x="2867802" y="3950805"/>
              <a:chExt cx="628907" cy="628907"/>
            </a:xfrm>
          </p:grpSpPr>
          <p:sp>
            <p:nvSpPr>
              <p:cNvPr id="292" name="Oval 291">
                <a:extLst>
                  <a:ext uri="{FF2B5EF4-FFF2-40B4-BE49-F238E27FC236}">
                    <a16:creationId xmlns:a16="http://schemas.microsoft.com/office/drawing/2014/main" id="{1990B647-108B-77D8-C3EC-B39A52B4201E}"/>
                  </a:ext>
                </a:extLst>
              </p:cNvPr>
              <p:cNvSpPr/>
              <p:nvPr/>
            </p:nvSpPr>
            <p:spPr>
              <a:xfrm>
                <a:off x="2867802" y="3950805"/>
                <a:ext cx="628907" cy="628907"/>
              </a:xfrm>
              <a:prstGeom prst="ellipse">
                <a:avLst/>
              </a:prstGeom>
              <a:solidFill>
                <a:schemeClr val="bg1"/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293" name="TextBox 292">
                <a:extLst>
                  <a:ext uri="{FF2B5EF4-FFF2-40B4-BE49-F238E27FC236}">
                    <a16:creationId xmlns:a16="http://schemas.microsoft.com/office/drawing/2014/main" id="{2EF14D45-8051-2FBC-4F37-CD3211FEA8B8}"/>
                  </a:ext>
                </a:extLst>
              </p:cNvPr>
              <p:cNvSpPr txBox="1"/>
              <p:nvPr/>
            </p:nvSpPr>
            <p:spPr>
              <a:xfrm>
                <a:off x="2932200" y="4068702"/>
                <a:ext cx="500110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2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ptos" panose="020B0004020202020204" pitchFamily="34" charset="0"/>
                    <a:ea typeface="+mn-ea"/>
                    <a:cs typeface="Arial" panose="020B0604020202020204" pitchFamily="34" charset="0"/>
                  </a:rPr>
                  <a:t>RTH</a:t>
                </a:r>
              </a:p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8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ptos" panose="020B0004020202020204" pitchFamily="34" charset="0"/>
                    <a:ea typeface="+mn-ea"/>
                    <a:cs typeface="Arial" panose="020B0604020202020204" pitchFamily="34" charset="0"/>
                  </a:rPr>
                  <a:t>Beijing</a:t>
                </a:r>
                <a:endParaRPr kumimoji="0" lang="en-GB" sz="7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0B0004020202020204" pitchFamily="34" charset="0"/>
                  <a:ea typeface="+mn-ea"/>
                  <a:cs typeface="Arial" panose="020B0604020202020204" pitchFamily="34" charset="0"/>
                </a:endParaRPr>
              </a:p>
            </p:txBody>
          </p:sp>
        </p:grpSp>
        <p:grpSp>
          <p:nvGrpSpPr>
            <p:cNvPr id="274" name="Group 273">
              <a:extLst>
                <a:ext uri="{FF2B5EF4-FFF2-40B4-BE49-F238E27FC236}">
                  <a16:creationId xmlns:a16="http://schemas.microsoft.com/office/drawing/2014/main" id="{9E25A20E-660F-C929-2760-BE2351BF4154}"/>
                </a:ext>
              </a:extLst>
            </p:cNvPr>
            <p:cNvGrpSpPr/>
            <p:nvPr/>
          </p:nvGrpSpPr>
          <p:grpSpPr>
            <a:xfrm>
              <a:off x="6521485" y="5413675"/>
              <a:ext cx="628907" cy="628907"/>
              <a:chOff x="2867802" y="3950805"/>
              <a:chExt cx="628907" cy="628907"/>
            </a:xfrm>
          </p:grpSpPr>
          <p:sp>
            <p:nvSpPr>
              <p:cNvPr id="290" name="Oval 289">
                <a:extLst>
                  <a:ext uri="{FF2B5EF4-FFF2-40B4-BE49-F238E27FC236}">
                    <a16:creationId xmlns:a16="http://schemas.microsoft.com/office/drawing/2014/main" id="{FE7844EE-C17C-3040-ECC2-4A946831F82E}"/>
                  </a:ext>
                </a:extLst>
              </p:cNvPr>
              <p:cNvSpPr/>
              <p:nvPr/>
            </p:nvSpPr>
            <p:spPr>
              <a:xfrm>
                <a:off x="2867802" y="3950805"/>
                <a:ext cx="628907" cy="628907"/>
              </a:xfrm>
              <a:prstGeom prst="ellipse">
                <a:avLst/>
              </a:prstGeom>
              <a:solidFill>
                <a:schemeClr val="bg1"/>
              </a:solidFill>
              <a:ln w="28575"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>
                      <a:lumMod val="65000"/>
                    </a:prstClr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291" name="TextBox 290">
                <a:extLst>
                  <a:ext uri="{FF2B5EF4-FFF2-40B4-BE49-F238E27FC236}">
                    <a16:creationId xmlns:a16="http://schemas.microsoft.com/office/drawing/2014/main" id="{C2F1DB80-0A0D-3FEC-6F33-54D70A8E8660}"/>
                  </a:ext>
                </a:extLst>
              </p:cNvPr>
              <p:cNvSpPr txBox="1"/>
              <p:nvPr/>
            </p:nvSpPr>
            <p:spPr>
              <a:xfrm>
                <a:off x="2949594" y="4126758"/>
                <a:ext cx="465322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2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white">
                        <a:lumMod val="85000"/>
                      </a:prstClr>
                    </a:solidFill>
                    <a:effectLst/>
                    <a:uLnTx/>
                    <a:uFillTx/>
                    <a:latin typeface="Aptos" panose="020B0004020202020204" pitchFamily="34" charset="0"/>
                    <a:ea typeface="+mn-ea"/>
                    <a:cs typeface="Arial" panose="020B0604020202020204" pitchFamily="34" charset="0"/>
                  </a:rPr>
                  <a:t>RTH</a:t>
                </a:r>
              </a:p>
            </p:txBody>
          </p:sp>
        </p:grpSp>
        <p:grpSp>
          <p:nvGrpSpPr>
            <p:cNvPr id="275" name="Group 274">
              <a:extLst>
                <a:ext uri="{FF2B5EF4-FFF2-40B4-BE49-F238E27FC236}">
                  <a16:creationId xmlns:a16="http://schemas.microsoft.com/office/drawing/2014/main" id="{9DCD1347-FF62-91F2-6DF9-6CBDF78BC0B5}"/>
                </a:ext>
              </a:extLst>
            </p:cNvPr>
            <p:cNvGrpSpPr/>
            <p:nvPr/>
          </p:nvGrpSpPr>
          <p:grpSpPr>
            <a:xfrm>
              <a:off x="8862418" y="5165872"/>
              <a:ext cx="628907" cy="628907"/>
              <a:chOff x="2867802" y="3950805"/>
              <a:chExt cx="628907" cy="628907"/>
            </a:xfrm>
          </p:grpSpPr>
          <p:sp>
            <p:nvSpPr>
              <p:cNvPr id="288" name="Oval 287">
                <a:extLst>
                  <a:ext uri="{FF2B5EF4-FFF2-40B4-BE49-F238E27FC236}">
                    <a16:creationId xmlns:a16="http://schemas.microsoft.com/office/drawing/2014/main" id="{5A7CC9C7-B056-9035-F9D4-5F2F918E6FC3}"/>
                  </a:ext>
                </a:extLst>
              </p:cNvPr>
              <p:cNvSpPr/>
              <p:nvPr/>
            </p:nvSpPr>
            <p:spPr>
              <a:xfrm>
                <a:off x="2867802" y="3950805"/>
                <a:ext cx="628907" cy="628907"/>
              </a:xfrm>
              <a:prstGeom prst="ellipse">
                <a:avLst/>
              </a:prstGeom>
              <a:solidFill>
                <a:schemeClr val="bg1"/>
              </a:solidFill>
              <a:ln w="28575"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>
                      <a:lumMod val="65000"/>
                    </a:prstClr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289" name="TextBox 288">
                <a:extLst>
                  <a:ext uri="{FF2B5EF4-FFF2-40B4-BE49-F238E27FC236}">
                    <a16:creationId xmlns:a16="http://schemas.microsoft.com/office/drawing/2014/main" id="{04D77F48-408F-056B-EA8C-240BF494EBE6}"/>
                  </a:ext>
                </a:extLst>
              </p:cNvPr>
              <p:cNvSpPr txBox="1"/>
              <p:nvPr/>
            </p:nvSpPr>
            <p:spPr>
              <a:xfrm>
                <a:off x="2949594" y="4126758"/>
                <a:ext cx="465322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2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white">
                        <a:lumMod val="85000"/>
                      </a:prstClr>
                    </a:solidFill>
                    <a:effectLst/>
                    <a:uLnTx/>
                    <a:uFillTx/>
                    <a:latin typeface="Aptos" panose="020B0004020202020204" pitchFamily="34" charset="0"/>
                    <a:ea typeface="+mn-ea"/>
                    <a:cs typeface="Arial" panose="020B0604020202020204" pitchFamily="34" charset="0"/>
                  </a:rPr>
                  <a:t>RTH</a:t>
                </a:r>
              </a:p>
            </p:txBody>
          </p:sp>
        </p:grpSp>
        <p:grpSp>
          <p:nvGrpSpPr>
            <p:cNvPr id="276" name="Group 275">
              <a:extLst>
                <a:ext uri="{FF2B5EF4-FFF2-40B4-BE49-F238E27FC236}">
                  <a16:creationId xmlns:a16="http://schemas.microsoft.com/office/drawing/2014/main" id="{F0F0805A-6D05-231A-1107-8D14A2BEB7CC}"/>
                </a:ext>
              </a:extLst>
            </p:cNvPr>
            <p:cNvGrpSpPr/>
            <p:nvPr/>
          </p:nvGrpSpPr>
          <p:grpSpPr>
            <a:xfrm>
              <a:off x="7543240" y="4536965"/>
              <a:ext cx="628907" cy="628907"/>
              <a:chOff x="2867802" y="3950805"/>
              <a:chExt cx="628907" cy="628907"/>
            </a:xfrm>
          </p:grpSpPr>
          <p:sp>
            <p:nvSpPr>
              <p:cNvPr id="286" name="Oval 285">
                <a:extLst>
                  <a:ext uri="{FF2B5EF4-FFF2-40B4-BE49-F238E27FC236}">
                    <a16:creationId xmlns:a16="http://schemas.microsoft.com/office/drawing/2014/main" id="{65413EA3-23C3-F0AF-7D88-4DF62B6860FF}"/>
                  </a:ext>
                </a:extLst>
              </p:cNvPr>
              <p:cNvSpPr/>
              <p:nvPr/>
            </p:nvSpPr>
            <p:spPr>
              <a:xfrm>
                <a:off x="2867802" y="3950805"/>
                <a:ext cx="628907" cy="628907"/>
              </a:xfrm>
              <a:prstGeom prst="ellipse">
                <a:avLst/>
              </a:prstGeom>
              <a:solidFill>
                <a:schemeClr val="bg1"/>
              </a:solidFill>
              <a:ln w="28575"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>
                      <a:lumMod val="65000"/>
                    </a:prstClr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287" name="TextBox 286">
                <a:extLst>
                  <a:ext uri="{FF2B5EF4-FFF2-40B4-BE49-F238E27FC236}">
                    <a16:creationId xmlns:a16="http://schemas.microsoft.com/office/drawing/2014/main" id="{7358AA0E-C2CB-3571-120D-9D767CAE24F0}"/>
                  </a:ext>
                </a:extLst>
              </p:cNvPr>
              <p:cNvSpPr txBox="1"/>
              <p:nvPr/>
            </p:nvSpPr>
            <p:spPr>
              <a:xfrm>
                <a:off x="2949594" y="4126758"/>
                <a:ext cx="465322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2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white">
                        <a:lumMod val="85000"/>
                      </a:prstClr>
                    </a:solidFill>
                    <a:effectLst/>
                    <a:uLnTx/>
                    <a:uFillTx/>
                    <a:latin typeface="Aptos" panose="020B0004020202020204" pitchFamily="34" charset="0"/>
                    <a:ea typeface="+mn-ea"/>
                    <a:cs typeface="Arial" panose="020B0604020202020204" pitchFamily="34" charset="0"/>
                  </a:rPr>
                  <a:t>RTH</a:t>
                </a:r>
              </a:p>
            </p:txBody>
          </p:sp>
        </p:grpSp>
        <p:grpSp>
          <p:nvGrpSpPr>
            <p:cNvPr id="283" name="Group 282">
              <a:extLst>
                <a:ext uri="{FF2B5EF4-FFF2-40B4-BE49-F238E27FC236}">
                  <a16:creationId xmlns:a16="http://schemas.microsoft.com/office/drawing/2014/main" id="{5B63F99B-C350-0A7D-24A9-95C0749CEB29}"/>
                </a:ext>
              </a:extLst>
            </p:cNvPr>
            <p:cNvGrpSpPr/>
            <p:nvPr/>
          </p:nvGrpSpPr>
          <p:grpSpPr>
            <a:xfrm>
              <a:off x="10510969" y="5552173"/>
              <a:ext cx="751592" cy="628907"/>
              <a:chOff x="10510969" y="5552173"/>
              <a:chExt cx="751592" cy="628907"/>
            </a:xfrm>
          </p:grpSpPr>
          <p:sp>
            <p:nvSpPr>
              <p:cNvPr id="284" name="Rectangle: Rounded Corners 283">
                <a:extLst>
                  <a:ext uri="{FF2B5EF4-FFF2-40B4-BE49-F238E27FC236}">
                    <a16:creationId xmlns:a16="http://schemas.microsoft.com/office/drawing/2014/main" id="{EA2415F9-1758-D331-517F-BCAC48B5172D}"/>
                  </a:ext>
                </a:extLst>
              </p:cNvPr>
              <p:cNvSpPr/>
              <p:nvPr/>
            </p:nvSpPr>
            <p:spPr>
              <a:xfrm>
                <a:off x="10572312" y="5552173"/>
                <a:ext cx="628907" cy="628907"/>
              </a:xfrm>
              <a:prstGeom prst="roundRect">
                <a:avLst>
                  <a:gd name="adj" fmla="val 8678"/>
                </a:avLst>
              </a:prstGeom>
              <a:solidFill>
                <a:schemeClr val="bg1"/>
              </a:solidFill>
              <a:ln w="28575"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285" name="TextBox 284">
                <a:extLst>
                  <a:ext uri="{FF2B5EF4-FFF2-40B4-BE49-F238E27FC236}">
                    <a16:creationId xmlns:a16="http://schemas.microsoft.com/office/drawing/2014/main" id="{6A398AB0-B68A-3E03-A545-8CE7620EAE98}"/>
                  </a:ext>
                </a:extLst>
              </p:cNvPr>
              <p:cNvSpPr txBox="1"/>
              <p:nvPr/>
            </p:nvSpPr>
            <p:spPr>
              <a:xfrm>
                <a:off x="10510969" y="5728127"/>
                <a:ext cx="751592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2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white">
                        <a:lumMod val="85000"/>
                      </a:prstClr>
                    </a:solidFill>
                    <a:effectLst/>
                    <a:uLnTx/>
                    <a:uFillTx/>
                    <a:latin typeface="Aptos" panose="020B0004020202020204" pitchFamily="34" charset="0"/>
                    <a:ea typeface="+mn-ea"/>
                    <a:cs typeface="Arial" panose="020B0604020202020204" pitchFamily="34" charset="0"/>
                  </a:rPr>
                  <a:t>WDQMS</a:t>
                </a:r>
              </a:p>
            </p:txBody>
          </p:sp>
        </p:grpSp>
      </p:grpSp>
      <p:cxnSp>
        <p:nvCxnSpPr>
          <p:cNvPr id="338" name="Straight Arrow Connector 337">
            <a:extLst>
              <a:ext uri="{FF2B5EF4-FFF2-40B4-BE49-F238E27FC236}">
                <a16:creationId xmlns:a16="http://schemas.microsoft.com/office/drawing/2014/main" id="{1059FBA1-3B35-250C-9BD4-92992FADA134}"/>
              </a:ext>
            </a:extLst>
          </p:cNvPr>
          <p:cNvCxnSpPr>
            <a:cxnSpLocks/>
          </p:cNvCxnSpPr>
          <p:nvPr/>
        </p:nvCxnSpPr>
        <p:spPr>
          <a:xfrm>
            <a:off x="6505853" y="3293859"/>
            <a:ext cx="0" cy="265613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9" name="Straight Arrow Connector 338">
            <a:extLst>
              <a:ext uri="{FF2B5EF4-FFF2-40B4-BE49-F238E27FC236}">
                <a16:creationId xmlns:a16="http://schemas.microsoft.com/office/drawing/2014/main" id="{3D7F3C3E-E45E-18B6-AA34-476686EAF84B}"/>
              </a:ext>
            </a:extLst>
          </p:cNvPr>
          <p:cNvCxnSpPr>
            <a:cxnSpLocks/>
          </p:cNvCxnSpPr>
          <p:nvPr/>
        </p:nvCxnSpPr>
        <p:spPr>
          <a:xfrm>
            <a:off x="9602289" y="3297767"/>
            <a:ext cx="0" cy="256088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7" name="Picture 26">
            <a:extLst>
              <a:ext uri="{FF2B5EF4-FFF2-40B4-BE49-F238E27FC236}">
                <a16:creationId xmlns:a16="http://schemas.microsoft.com/office/drawing/2014/main" id="{351B73BC-0186-7240-39E2-9D9A96DA4891}"/>
              </a:ext>
            </a:extLst>
          </p:cNvPr>
          <p:cNvPicPr>
            <a:picLocks noChangeAspect="1"/>
          </p:cNvPicPr>
          <p:nvPr/>
        </p:nvPicPr>
        <p:blipFill>
          <a:blip r:embed="rId11">
            <a:duotone>
              <a:schemeClr val="bg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4970899" y="1156406"/>
            <a:ext cx="823031" cy="963251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986650F3-72A3-7AA5-382B-2D9909289384}"/>
              </a:ext>
            </a:extLst>
          </p:cNvPr>
          <p:cNvPicPr>
            <a:picLocks noChangeAspect="1"/>
          </p:cNvPicPr>
          <p:nvPr/>
        </p:nvPicPr>
        <p:blipFill>
          <a:blip r:embed="rId12">
            <a:duotone>
              <a:schemeClr val="bg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7805081" y="577301"/>
            <a:ext cx="823031" cy="963251"/>
          </a:xfrm>
          <a:prstGeom prst="rect">
            <a:avLst/>
          </a:prstGeom>
        </p:spPr>
      </p:pic>
      <p:sp>
        <p:nvSpPr>
          <p:cNvPr id="322" name="TextBox 321">
            <a:extLst>
              <a:ext uri="{FF2B5EF4-FFF2-40B4-BE49-F238E27FC236}">
                <a16:creationId xmlns:a16="http://schemas.microsoft.com/office/drawing/2014/main" id="{2862633F-E495-802E-F8A4-69164D2B296D}"/>
              </a:ext>
            </a:extLst>
          </p:cNvPr>
          <p:cNvSpPr txBox="1"/>
          <p:nvPr/>
        </p:nvSpPr>
        <p:spPr>
          <a:xfrm>
            <a:off x="1558819" y="4959031"/>
            <a:ext cx="6904712" cy="1754326"/>
          </a:xfrm>
          <a:prstGeom prst="rect">
            <a:avLst/>
          </a:prstGeom>
          <a:solidFill>
            <a:srgbClr val="FFFFFF">
              <a:alpha val="69804"/>
            </a:srgbClr>
          </a:solidFill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A note on bulletin compilation</a:t>
            </a: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When the remaining reports arrive,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the gateway will issue a new bulletin as a RETARD (</a:t>
            </a:r>
            <a:r>
              <a:rPr kumimoji="0" lang="en-GB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RRx</a:t>
            </a: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Note that variations in the time at which each gateway receives the data-objects may lead to publication of different bulletins </a:t>
            </a:r>
          </a:p>
        </p:txBody>
      </p:sp>
      <p:grpSp>
        <p:nvGrpSpPr>
          <p:cNvPr id="343" name="Group 342">
            <a:extLst>
              <a:ext uri="{FF2B5EF4-FFF2-40B4-BE49-F238E27FC236}">
                <a16:creationId xmlns:a16="http://schemas.microsoft.com/office/drawing/2014/main" id="{A145D928-4DA0-0BCD-B27C-B605BD336926}"/>
              </a:ext>
            </a:extLst>
          </p:cNvPr>
          <p:cNvGrpSpPr/>
          <p:nvPr/>
        </p:nvGrpSpPr>
        <p:grpSpPr>
          <a:xfrm>
            <a:off x="6913409" y="2655949"/>
            <a:ext cx="4369837" cy="583376"/>
            <a:chOff x="6913409" y="2655949"/>
            <a:chExt cx="4369837" cy="583376"/>
          </a:xfrm>
        </p:grpSpPr>
        <p:grpSp>
          <p:nvGrpSpPr>
            <p:cNvPr id="38" name="Group 37">
              <a:extLst>
                <a:ext uri="{FF2B5EF4-FFF2-40B4-BE49-F238E27FC236}">
                  <a16:creationId xmlns:a16="http://schemas.microsoft.com/office/drawing/2014/main" id="{EA873FD0-8681-9036-B094-95C3C02360EF}"/>
                </a:ext>
              </a:extLst>
            </p:cNvPr>
            <p:cNvGrpSpPr/>
            <p:nvPr/>
          </p:nvGrpSpPr>
          <p:grpSpPr>
            <a:xfrm>
              <a:off x="6913409" y="2655949"/>
              <a:ext cx="1298724" cy="583376"/>
              <a:chOff x="6913409" y="2655949"/>
              <a:chExt cx="1298724" cy="583376"/>
            </a:xfrm>
          </p:grpSpPr>
          <p:pic>
            <p:nvPicPr>
              <p:cNvPr id="35" name="Picture 34">
                <a:extLst>
                  <a:ext uri="{FF2B5EF4-FFF2-40B4-BE49-F238E27FC236}">
                    <a16:creationId xmlns:a16="http://schemas.microsoft.com/office/drawing/2014/main" id="{9C77F1BB-D9D8-4F06-AA9F-69D1C05EBD9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3">
                <a:duotone>
                  <a:schemeClr val="bg2">
                    <a:shade val="45000"/>
                    <a:satMod val="135000"/>
                  </a:schemeClr>
                  <a:prstClr val="white"/>
                </a:duotone>
              </a:blip>
              <a:stretch>
                <a:fillRect/>
              </a:stretch>
            </p:blipFill>
            <p:spPr>
              <a:xfrm>
                <a:off x="7798391" y="2655949"/>
                <a:ext cx="413742" cy="583376"/>
              </a:xfrm>
              <a:prstGeom prst="rect">
                <a:avLst/>
              </a:prstGeom>
            </p:spPr>
          </p:pic>
          <p:pic>
            <p:nvPicPr>
              <p:cNvPr id="36" name="Picture 35">
                <a:extLst>
                  <a:ext uri="{FF2B5EF4-FFF2-40B4-BE49-F238E27FC236}">
                    <a16:creationId xmlns:a16="http://schemas.microsoft.com/office/drawing/2014/main" id="{CEA9BCC3-BF61-50BB-0A96-5F081E9FA6C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4">
                <a:duotone>
                  <a:schemeClr val="bg2">
                    <a:shade val="45000"/>
                    <a:satMod val="135000"/>
                  </a:schemeClr>
                  <a:prstClr val="white"/>
                </a:duotone>
              </a:blip>
              <a:stretch>
                <a:fillRect/>
              </a:stretch>
            </p:blipFill>
            <p:spPr>
              <a:xfrm>
                <a:off x="7355900" y="2655949"/>
                <a:ext cx="413742" cy="583376"/>
              </a:xfrm>
              <a:prstGeom prst="rect">
                <a:avLst/>
              </a:prstGeom>
            </p:spPr>
          </p:pic>
          <p:pic>
            <p:nvPicPr>
              <p:cNvPr id="37" name="Picture 36">
                <a:extLst>
                  <a:ext uri="{FF2B5EF4-FFF2-40B4-BE49-F238E27FC236}">
                    <a16:creationId xmlns:a16="http://schemas.microsoft.com/office/drawing/2014/main" id="{32B2314F-6BD2-0D5A-D7B9-75C40EC14E0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5">
                <a:duotone>
                  <a:schemeClr val="bg2">
                    <a:shade val="45000"/>
                    <a:satMod val="135000"/>
                  </a:schemeClr>
                  <a:prstClr val="white"/>
                </a:duotone>
              </a:blip>
              <a:stretch>
                <a:fillRect/>
              </a:stretch>
            </p:blipFill>
            <p:spPr>
              <a:xfrm>
                <a:off x="6913409" y="2655949"/>
                <a:ext cx="413742" cy="583376"/>
              </a:xfrm>
              <a:prstGeom prst="rect">
                <a:avLst/>
              </a:prstGeom>
            </p:spPr>
          </p:pic>
        </p:grpSp>
        <p:grpSp>
          <p:nvGrpSpPr>
            <p:cNvPr id="39" name="Group 38">
              <a:extLst>
                <a:ext uri="{FF2B5EF4-FFF2-40B4-BE49-F238E27FC236}">
                  <a16:creationId xmlns:a16="http://schemas.microsoft.com/office/drawing/2014/main" id="{18B240A5-E4BA-CB5E-1ECC-ECC41A14757B}"/>
                </a:ext>
              </a:extLst>
            </p:cNvPr>
            <p:cNvGrpSpPr/>
            <p:nvPr/>
          </p:nvGrpSpPr>
          <p:grpSpPr>
            <a:xfrm>
              <a:off x="9984522" y="2655949"/>
              <a:ext cx="1298724" cy="583376"/>
              <a:chOff x="6913409" y="2655949"/>
              <a:chExt cx="1298724" cy="583376"/>
            </a:xfrm>
          </p:grpSpPr>
          <p:pic>
            <p:nvPicPr>
              <p:cNvPr id="40" name="Picture 39">
                <a:extLst>
                  <a:ext uri="{FF2B5EF4-FFF2-40B4-BE49-F238E27FC236}">
                    <a16:creationId xmlns:a16="http://schemas.microsoft.com/office/drawing/2014/main" id="{F70B83F5-D512-98AC-4246-5A107A62B08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3">
                <a:duotone>
                  <a:schemeClr val="bg2">
                    <a:shade val="45000"/>
                    <a:satMod val="135000"/>
                  </a:schemeClr>
                  <a:prstClr val="white"/>
                </a:duotone>
              </a:blip>
              <a:stretch>
                <a:fillRect/>
              </a:stretch>
            </p:blipFill>
            <p:spPr>
              <a:xfrm>
                <a:off x="7798391" y="2655949"/>
                <a:ext cx="413742" cy="583376"/>
              </a:xfrm>
              <a:prstGeom prst="rect">
                <a:avLst/>
              </a:prstGeom>
            </p:spPr>
          </p:pic>
          <p:pic>
            <p:nvPicPr>
              <p:cNvPr id="41" name="Picture 40">
                <a:extLst>
                  <a:ext uri="{FF2B5EF4-FFF2-40B4-BE49-F238E27FC236}">
                    <a16:creationId xmlns:a16="http://schemas.microsoft.com/office/drawing/2014/main" id="{CE9392CE-E71E-EF6F-3C48-0A2B9A7CBE6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4">
                <a:duotone>
                  <a:schemeClr val="bg2">
                    <a:shade val="45000"/>
                    <a:satMod val="135000"/>
                  </a:schemeClr>
                  <a:prstClr val="white"/>
                </a:duotone>
              </a:blip>
              <a:stretch>
                <a:fillRect/>
              </a:stretch>
            </p:blipFill>
            <p:spPr>
              <a:xfrm>
                <a:off x="7355900" y="2655949"/>
                <a:ext cx="413742" cy="583376"/>
              </a:xfrm>
              <a:prstGeom prst="rect">
                <a:avLst/>
              </a:prstGeom>
            </p:spPr>
          </p:pic>
          <p:pic>
            <p:nvPicPr>
              <p:cNvPr id="42" name="Picture 41">
                <a:extLst>
                  <a:ext uri="{FF2B5EF4-FFF2-40B4-BE49-F238E27FC236}">
                    <a16:creationId xmlns:a16="http://schemas.microsoft.com/office/drawing/2014/main" id="{FC74F0B5-EB14-1025-792B-35EFA3F87C4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5">
                <a:duotone>
                  <a:schemeClr val="bg2">
                    <a:shade val="45000"/>
                    <a:satMod val="135000"/>
                  </a:schemeClr>
                  <a:prstClr val="white"/>
                </a:duotone>
              </a:blip>
              <a:stretch>
                <a:fillRect/>
              </a:stretch>
            </p:blipFill>
            <p:spPr>
              <a:xfrm>
                <a:off x="6913409" y="2655949"/>
                <a:ext cx="413742" cy="583376"/>
              </a:xfrm>
              <a:prstGeom prst="rect">
                <a:avLst/>
              </a:prstGeom>
            </p:spPr>
          </p:pic>
        </p:grpSp>
      </p:grpSp>
      <p:grpSp>
        <p:nvGrpSpPr>
          <p:cNvPr id="342" name="Group 341">
            <a:extLst>
              <a:ext uri="{FF2B5EF4-FFF2-40B4-BE49-F238E27FC236}">
                <a16:creationId xmlns:a16="http://schemas.microsoft.com/office/drawing/2014/main" id="{46D81E17-8429-B9A8-DE39-D14458CE94F2}"/>
              </a:ext>
            </a:extLst>
          </p:cNvPr>
          <p:cNvGrpSpPr/>
          <p:nvPr/>
        </p:nvGrpSpPr>
        <p:grpSpPr>
          <a:xfrm>
            <a:off x="6913978" y="3509391"/>
            <a:ext cx="4618861" cy="707733"/>
            <a:chOff x="6913978" y="3509391"/>
            <a:chExt cx="4618861" cy="707733"/>
          </a:xfrm>
        </p:grpSpPr>
        <p:grpSp>
          <p:nvGrpSpPr>
            <p:cNvPr id="202" name="Group 201">
              <a:extLst>
                <a:ext uri="{FF2B5EF4-FFF2-40B4-BE49-F238E27FC236}">
                  <a16:creationId xmlns:a16="http://schemas.microsoft.com/office/drawing/2014/main" id="{F8A3E3FF-C5C5-F2EF-4FBD-5D61F2612580}"/>
                </a:ext>
              </a:extLst>
            </p:cNvPr>
            <p:cNvGrpSpPr/>
            <p:nvPr/>
          </p:nvGrpSpPr>
          <p:grpSpPr>
            <a:xfrm>
              <a:off x="6913978" y="3509391"/>
              <a:ext cx="499772" cy="698208"/>
              <a:chOff x="2400894" y="4929298"/>
              <a:chExt cx="612283" cy="855395"/>
            </a:xfrm>
          </p:grpSpPr>
          <p:pic>
            <p:nvPicPr>
              <p:cNvPr id="203" name="Picture 202">
                <a:extLst>
                  <a:ext uri="{FF2B5EF4-FFF2-40B4-BE49-F238E27FC236}">
                    <a16:creationId xmlns:a16="http://schemas.microsoft.com/office/drawing/2014/main" id="{D8632C33-4166-CBD5-3C9A-701D13EB8C5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2400894" y="4929298"/>
                <a:ext cx="612283" cy="855395"/>
              </a:xfrm>
              <a:prstGeom prst="rect">
                <a:avLst/>
              </a:prstGeom>
            </p:spPr>
          </p:pic>
          <p:grpSp>
            <p:nvGrpSpPr>
              <p:cNvPr id="251" name="Group 250">
                <a:extLst>
                  <a:ext uri="{FF2B5EF4-FFF2-40B4-BE49-F238E27FC236}">
                    <a16:creationId xmlns:a16="http://schemas.microsoft.com/office/drawing/2014/main" id="{3B086E05-7B0D-9EE4-57DD-60BCFC15222F}"/>
                  </a:ext>
                </a:extLst>
              </p:cNvPr>
              <p:cNvGrpSpPr/>
              <p:nvPr/>
            </p:nvGrpSpPr>
            <p:grpSpPr>
              <a:xfrm>
                <a:off x="2494912" y="5097206"/>
                <a:ext cx="381019" cy="376523"/>
                <a:chOff x="2467194" y="5209255"/>
                <a:chExt cx="381019" cy="376523"/>
              </a:xfrm>
            </p:grpSpPr>
            <p:sp>
              <p:nvSpPr>
                <p:cNvPr id="256" name="Rectangle 255">
                  <a:extLst>
                    <a:ext uri="{FF2B5EF4-FFF2-40B4-BE49-F238E27FC236}">
                      <a16:creationId xmlns:a16="http://schemas.microsoft.com/office/drawing/2014/main" id="{340DB17E-7CCB-D9CF-0D7E-B82CD09324AB}"/>
                    </a:ext>
                  </a:extLst>
                </p:cNvPr>
                <p:cNvSpPr/>
                <p:nvPr/>
              </p:nvSpPr>
              <p:spPr>
                <a:xfrm>
                  <a:off x="2467194" y="5209255"/>
                  <a:ext cx="169804" cy="169804"/>
                </a:xfrm>
                <a:prstGeom prst="rect">
                  <a:avLst/>
                </a:prstGeom>
                <a:solidFill>
                  <a:schemeClr val="bg1"/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GB" sz="14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Aptos" panose="02110004020202020204"/>
                      <a:ea typeface="+mn-ea"/>
                      <a:cs typeface="+mn-cs"/>
                    </a:rPr>
                    <a:t>A</a:t>
                  </a:r>
                </a:p>
              </p:txBody>
            </p:sp>
            <p:sp>
              <p:nvSpPr>
                <p:cNvPr id="257" name="Rectangle 256">
                  <a:extLst>
                    <a:ext uri="{FF2B5EF4-FFF2-40B4-BE49-F238E27FC236}">
                      <a16:creationId xmlns:a16="http://schemas.microsoft.com/office/drawing/2014/main" id="{92A93254-CDDB-D477-2142-767C966690D0}"/>
                    </a:ext>
                  </a:extLst>
                </p:cNvPr>
                <p:cNvSpPr/>
                <p:nvPr/>
              </p:nvSpPr>
              <p:spPr>
                <a:xfrm>
                  <a:off x="2678409" y="5209255"/>
                  <a:ext cx="169804" cy="169804"/>
                </a:xfrm>
                <a:prstGeom prst="rect">
                  <a:avLst/>
                </a:prstGeom>
                <a:solidFill>
                  <a:schemeClr val="bg1"/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GB" sz="14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Aptos" panose="02110004020202020204"/>
                      <a:ea typeface="+mn-ea"/>
                      <a:cs typeface="+mn-cs"/>
                    </a:rPr>
                    <a:t>B</a:t>
                  </a:r>
                </a:p>
              </p:txBody>
            </p:sp>
            <p:sp>
              <p:nvSpPr>
                <p:cNvPr id="258" name="Rectangle 257">
                  <a:extLst>
                    <a:ext uri="{FF2B5EF4-FFF2-40B4-BE49-F238E27FC236}">
                      <a16:creationId xmlns:a16="http://schemas.microsoft.com/office/drawing/2014/main" id="{DD8B08B9-779C-0F37-353B-B9F532792C8B}"/>
                    </a:ext>
                  </a:extLst>
                </p:cNvPr>
                <p:cNvSpPr/>
                <p:nvPr/>
              </p:nvSpPr>
              <p:spPr>
                <a:xfrm>
                  <a:off x="2467194" y="5415974"/>
                  <a:ext cx="169804" cy="169804"/>
                </a:xfrm>
                <a:prstGeom prst="rect">
                  <a:avLst/>
                </a:prstGeom>
                <a:solidFill>
                  <a:schemeClr val="bg1"/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GB" sz="14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Aptos" panose="02110004020202020204"/>
                      <a:ea typeface="+mn-ea"/>
                      <a:cs typeface="+mn-cs"/>
                    </a:rPr>
                    <a:t>C</a:t>
                  </a:r>
                </a:p>
              </p:txBody>
            </p:sp>
          </p:grpSp>
        </p:grpSp>
        <p:grpSp>
          <p:nvGrpSpPr>
            <p:cNvPr id="260" name="Group 259">
              <a:extLst>
                <a:ext uri="{FF2B5EF4-FFF2-40B4-BE49-F238E27FC236}">
                  <a16:creationId xmlns:a16="http://schemas.microsoft.com/office/drawing/2014/main" id="{57C2264B-5A06-D79E-512E-2FAE61BC038F}"/>
                </a:ext>
              </a:extLst>
            </p:cNvPr>
            <p:cNvGrpSpPr/>
            <p:nvPr/>
          </p:nvGrpSpPr>
          <p:grpSpPr>
            <a:xfrm>
              <a:off x="10011938" y="3518916"/>
              <a:ext cx="499772" cy="698208"/>
              <a:chOff x="2400894" y="4929298"/>
              <a:chExt cx="612283" cy="855395"/>
            </a:xfrm>
          </p:grpSpPr>
          <p:pic>
            <p:nvPicPr>
              <p:cNvPr id="261" name="Picture 260">
                <a:extLst>
                  <a:ext uri="{FF2B5EF4-FFF2-40B4-BE49-F238E27FC236}">
                    <a16:creationId xmlns:a16="http://schemas.microsoft.com/office/drawing/2014/main" id="{07B8BD88-B7FC-CE6B-A792-F269F4BE64D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2400894" y="4929298"/>
                <a:ext cx="612283" cy="855395"/>
              </a:xfrm>
              <a:prstGeom prst="rect">
                <a:avLst/>
              </a:prstGeom>
            </p:spPr>
          </p:pic>
          <p:grpSp>
            <p:nvGrpSpPr>
              <p:cNvPr id="298" name="Group 297">
                <a:extLst>
                  <a:ext uri="{FF2B5EF4-FFF2-40B4-BE49-F238E27FC236}">
                    <a16:creationId xmlns:a16="http://schemas.microsoft.com/office/drawing/2014/main" id="{A937D4C3-45C5-C584-FA6C-D463F61FF503}"/>
                  </a:ext>
                </a:extLst>
              </p:cNvPr>
              <p:cNvGrpSpPr/>
              <p:nvPr/>
            </p:nvGrpSpPr>
            <p:grpSpPr>
              <a:xfrm>
                <a:off x="2494912" y="5097206"/>
                <a:ext cx="381019" cy="376523"/>
                <a:chOff x="2467194" y="5209255"/>
                <a:chExt cx="381019" cy="376523"/>
              </a:xfrm>
            </p:grpSpPr>
            <p:sp>
              <p:nvSpPr>
                <p:cNvPr id="299" name="Rectangle 298">
                  <a:extLst>
                    <a:ext uri="{FF2B5EF4-FFF2-40B4-BE49-F238E27FC236}">
                      <a16:creationId xmlns:a16="http://schemas.microsoft.com/office/drawing/2014/main" id="{D1CDD539-0FDB-6BD0-9417-C2205A1D0832}"/>
                    </a:ext>
                  </a:extLst>
                </p:cNvPr>
                <p:cNvSpPr/>
                <p:nvPr/>
              </p:nvSpPr>
              <p:spPr>
                <a:xfrm>
                  <a:off x="2467194" y="5209255"/>
                  <a:ext cx="169804" cy="169804"/>
                </a:xfrm>
                <a:prstGeom prst="rect">
                  <a:avLst/>
                </a:prstGeom>
                <a:solidFill>
                  <a:schemeClr val="bg1"/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GB" sz="14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Aptos" panose="02110004020202020204"/>
                      <a:ea typeface="+mn-ea"/>
                      <a:cs typeface="+mn-cs"/>
                    </a:rPr>
                    <a:t>A</a:t>
                  </a:r>
                </a:p>
              </p:txBody>
            </p:sp>
            <p:sp>
              <p:nvSpPr>
                <p:cNvPr id="300" name="Rectangle 299">
                  <a:extLst>
                    <a:ext uri="{FF2B5EF4-FFF2-40B4-BE49-F238E27FC236}">
                      <a16:creationId xmlns:a16="http://schemas.microsoft.com/office/drawing/2014/main" id="{992B4D82-72A6-C3B2-B8FA-C317D3C69CF2}"/>
                    </a:ext>
                  </a:extLst>
                </p:cNvPr>
                <p:cNvSpPr/>
                <p:nvPr/>
              </p:nvSpPr>
              <p:spPr>
                <a:xfrm>
                  <a:off x="2678409" y="5209255"/>
                  <a:ext cx="169804" cy="169804"/>
                </a:xfrm>
                <a:prstGeom prst="rect">
                  <a:avLst/>
                </a:prstGeom>
                <a:solidFill>
                  <a:schemeClr val="bg1"/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GB" sz="14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Aptos" panose="02110004020202020204"/>
                      <a:ea typeface="+mn-ea"/>
                      <a:cs typeface="+mn-cs"/>
                    </a:rPr>
                    <a:t>B</a:t>
                  </a:r>
                </a:p>
              </p:txBody>
            </p:sp>
            <p:sp>
              <p:nvSpPr>
                <p:cNvPr id="301" name="Rectangle 300">
                  <a:extLst>
                    <a:ext uri="{FF2B5EF4-FFF2-40B4-BE49-F238E27FC236}">
                      <a16:creationId xmlns:a16="http://schemas.microsoft.com/office/drawing/2014/main" id="{26D3969B-7954-0983-8457-D107CD66F1C1}"/>
                    </a:ext>
                  </a:extLst>
                </p:cNvPr>
                <p:cNvSpPr/>
                <p:nvPr/>
              </p:nvSpPr>
              <p:spPr>
                <a:xfrm>
                  <a:off x="2467194" y="5415974"/>
                  <a:ext cx="169804" cy="169804"/>
                </a:xfrm>
                <a:prstGeom prst="rect">
                  <a:avLst/>
                </a:prstGeom>
                <a:solidFill>
                  <a:schemeClr val="bg1"/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GB" sz="14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Aptos" panose="02110004020202020204"/>
                      <a:ea typeface="+mn-ea"/>
                      <a:cs typeface="+mn-cs"/>
                    </a:rPr>
                    <a:t>C</a:t>
                  </a:r>
                </a:p>
              </p:txBody>
            </p:sp>
          </p:grpSp>
        </p:grpSp>
        <p:sp>
          <p:nvSpPr>
            <p:cNvPr id="340" name="TextBox 339">
              <a:extLst>
                <a:ext uri="{FF2B5EF4-FFF2-40B4-BE49-F238E27FC236}">
                  <a16:creationId xmlns:a16="http://schemas.microsoft.com/office/drawing/2014/main" id="{B4C39A48-F5AB-73EF-775D-F38741718441}"/>
                </a:ext>
              </a:extLst>
            </p:cNvPr>
            <p:cNvSpPr txBox="1"/>
            <p:nvPr/>
          </p:nvSpPr>
          <p:spPr>
            <a:xfrm>
              <a:off x="7267866" y="3761002"/>
              <a:ext cx="117919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0B0004020202020204" pitchFamily="34" charset="0"/>
                  <a:ea typeface="+mn-ea"/>
                  <a:cs typeface="+mn-cs"/>
                </a:rPr>
                <a:t>ISMD01TEST</a:t>
              </a:r>
              <a:endParaRPr kumimoji="0" lang="en-GB" sz="16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1" name="TextBox 340">
              <a:extLst>
                <a:ext uri="{FF2B5EF4-FFF2-40B4-BE49-F238E27FC236}">
                  <a16:creationId xmlns:a16="http://schemas.microsoft.com/office/drawing/2014/main" id="{D1715C66-3F00-1FEE-AD65-5DD9CCF949C9}"/>
                </a:ext>
              </a:extLst>
            </p:cNvPr>
            <p:cNvSpPr txBox="1"/>
            <p:nvPr/>
          </p:nvSpPr>
          <p:spPr>
            <a:xfrm>
              <a:off x="10353646" y="3757663"/>
              <a:ext cx="117919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0B0004020202020204" pitchFamily="34" charset="0"/>
                  <a:ea typeface="+mn-ea"/>
                  <a:cs typeface="+mn-cs"/>
                </a:rPr>
                <a:t>ISMD01TEST</a:t>
              </a:r>
              <a:endParaRPr kumimoji="0" lang="en-GB" sz="16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endParaRPr>
            </a:p>
          </p:txBody>
        </p:sp>
      </p:grpSp>
      <p:pic>
        <p:nvPicPr>
          <p:cNvPr id="344" name="Picture 343">
            <a:extLst>
              <a:ext uri="{FF2B5EF4-FFF2-40B4-BE49-F238E27FC236}">
                <a16:creationId xmlns:a16="http://schemas.microsoft.com/office/drawing/2014/main" id="{A5CEF65B-47DB-5158-6BBB-544604AD000A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3274574" y="808440"/>
            <a:ext cx="612283" cy="855395"/>
          </a:xfrm>
          <a:prstGeom prst="rect">
            <a:avLst/>
          </a:prstGeom>
        </p:spPr>
      </p:pic>
      <p:grpSp>
        <p:nvGrpSpPr>
          <p:cNvPr id="49" name="Group 48">
            <a:extLst>
              <a:ext uri="{FF2B5EF4-FFF2-40B4-BE49-F238E27FC236}">
                <a16:creationId xmlns:a16="http://schemas.microsoft.com/office/drawing/2014/main" id="{ABD912B7-06DD-33C4-E71B-636FA237DA31}"/>
              </a:ext>
            </a:extLst>
          </p:cNvPr>
          <p:cNvGrpSpPr/>
          <p:nvPr/>
        </p:nvGrpSpPr>
        <p:grpSpPr>
          <a:xfrm>
            <a:off x="1430655" y="808440"/>
            <a:ext cx="612283" cy="855395"/>
            <a:chOff x="2425679" y="690821"/>
            <a:chExt cx="612283" cy="855395"/>
          </a:xfrm>
        </p:grpSpPr>
        <p:pic>
          <p:nvPicPr>
            <p:cNvPr id="43" name="Picture 42">
              <a:extLst>
                <a:ext uri="{FF2B5EF4-FFF2-40B4-BE49-F238E27FC236}">
                  <a16:creationId xmlns:a16="http://schemas.microsoft.com/office/drawing/2014/main" id="{500B83BC-4E3B-0B3F-478A-49E63CC7BA52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/>
            <a:stretch>
              <a:fillRect/>
            </a:stretch>
          </p:blipFill>
          <p:spPr>
            <a:xfrm>
              <a:off x="2425679" y="690821"/>
              <a:ext cx="612283" cy="855395"/>
            </a:xfrm>
            <a:prstGeom prst="rect">
              <a:avLst/>
            </a:prstGeom>
          </p:spPr>
        </p:pic>
        <p:sp>
          <p:nvSpPr>
            <p:cNvPr id="45" name="Rectangle 44">
              <a:extLst>
                <a:ext uri="{FF2B5EF4-FFF2-40B4-BE49-F238E27FC236}">
                  <a16:creationId xmlns:a16="http://schemas.microsoft.com/office/drawing/2014/main" id="{5D26FDF7-D8E6-2C91-5E75-9D1E0772CAE4}"/>
                </a:ext>
              </a:extLst>
            </p:cNvPr>
            <p:cNvSpPr/>
            <p:nvPr/>
          </p:nvSpPr>
          <p:spPr>
            <a:xfrm>
              <a:off x="2631993" y="1000455"/>
              <a:ext cx="169804" cy="169804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A</a:t>
              </a:r>
            </a:p>
          </p:txBody>
        </p:sp>
      </p:grpSp>
      <p:grpSp>
        <p:nvGrpSpPr>
          <p:cNvPr id="50" name="Group 49">
            <a:extLst>
              <a:ext uri="{FF2B5EF4-FFF2-40B4-BE49-F238E27FC236}">
                <a16:creationId xmlns:a16="http://schemas.microsoft.com/office/drawing/2014/main" id="{2F34950E-E8BF-FEF7-88E8-389751225E4A}"/>
              </a:ext>
            </a:extLst>
          </p:cNvPr>
          <p:cNvGrpSpPr/>
          <p:nvPr/>
        </p:nvGrpSpPr>
        <p:grpSpPr>
          <a:xfrm>
            <a:off x="2045295" y="808440"/>
            <a:ext cx="612283" cy="855395"/>
            <a:chOff x="2425679" y="690821"/>
            <a:chExt cx="612283" cy="855395"/>
          </a:xfrm>
        </p:grpSpPr>
        <p:pic>
          <p:nvPicPr>
            <p:cNvPr id="57" name="Picture 56">
              <a:extLst>
                <a:ext uri="{FF2B5EF4-FFF2-40B4-BE49-F238E27FC236}">
                  <a16:creationId xmlns:a16="http://schemas.microsoft.com/office/drawing/2014/main" id="{321B4B97-882F-0496-60E4-4E57315A02CF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/>
            <a:stretch>
              <a:fillRect/>
            </a:stretch>
          </p:blipFill>
          <p:spPr>
            <a:xfrm>
              <a:off x="2425679" y="690821"/>
              <a:ext cx="612283" cy="855395"/>
            </a:xfrm>
            <a:prstGeom prst="rect">
              <a:avLst/>
            </a:prstGeom>
          </p:spPr>
        </p:pic>
        <p:sp>
          <p:nvSpPr>
            <p:cNvPr id="59" name="Rectangle 58">
              <a:extLst>
                <a:ext uri="{FF2B5EF4-FFF2-40B4-BE49-F238E27FC236}">
                  <a16:creationId xmlns:a16="http://schemas.microsoft.com/office/drawing/2014/main" id="{C1B1C67B-3D6A-BB49-C35C-645E72553931}"/>
                </a:ext>
              </a:extLst>
            </p:cNvPr>
            <p:cNvSpPr/>
            <p:nvPr/>
          </p:nvSpPr>
          <p:spPr>
            <a:xfrm>
              <a:off x="2631993" y="1000455"/>
              <a:ext cx="169804" cy="169804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B</a:t>
              </a:r>
            </a:p>
          </p:txBody>
        </p:sp>
      </p:grpSp>
      <p:grpSp>
        <p:nvGrpSpPr>
          <p:cNvPr id="60" name="Group 59">
            <a:extLst>
              <a:ext uri="{FF2B5EF4-FFF2-40B4-BE49-F238E27FC236}">
                <a16:creationId xmlns:a16="http://schemas.microsoft.com/office/drawing/2014/main" id="{998EE2FD-0C66-4C85-D79B-183D6928583E}"/>
              </a:ext>
            </a:extLst>
          </p:cNvPr>
          <p:cNvGrpSpPr/>
          <p:nvPr/>
        </p:nvGrpSpPr>
        <p:grpSpPr>
          <a:xfrm>
            <a:off x="2659935" y="808440"/>
            <a:ext cx="612283" cy="855395"/>
            <a:chOff x="2425679" y="690821"/>
            <a:chExt cx="612283" cy="855395"/>
          </a:xfrm>
        </p:grpSpPr>
        <p:pic>
          <p:nvPicPr>
            <p:cNvPr id="63" name="Picture 62">
              <a:extLst>
                <a:ext uri="{FF2B5EF4-FFF2-40B4-BE49-F238E27FC236}">
                  <a16:creationId xmlns:a16="http://schemas.microsoft.com/office/drawing/2014/main" id="{091A9ADE-6CE6-4584-E0CC-9D9CF834E5EC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/>
            <a:stretch>
              <a:fillRect/>
            </a:stretch>
          </p:blipFill>
          <p:spPr>
            <a:xfrm>
              <a:off x="2425679" y="690821"/>
              <a:ext cx="612283" cy="855395"/>
            </a:xfrm>
            <a:prstGeom prst="rect">
              <a:avLst/>
            </a:prstGeom>
          </p:spPr>
        </p:pic>
        <p:sp>
          <p:nvSpPr>
            <p:cNvPr id="192" name="Rectangle 191">
              <a:extLst>
                <a:ext uri="{FF2B5EF4-FFF2-40B4-BE49-F238E27FC236}">
                  <a16:creationId xmlns:a16="http://schemas.microsoft.com/office/drawing/2014/main" id="{BBA61AEE-EF7D-CAD7-8284-3153CBECE802}"/>
                </a:ext>
              </a:extLst>
            </p:cNvPr>
            <p:cNvSpPr/>
            <p:nvPr/>
          </p:nvSpPr>
          <p:spPr>
            <a:xfrm>
              <a:off x="2631993" y="1000455"/>
              <a:ext cx="169804" cy="169804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C</a:t>
              </a:r>
            </a:p>
          </p:txBody>
        </p:sp>
      </p:grpSp>
      <p:sp>
        <p:nvSpPr>
          <p:cNvPr id="201" name="Rectangle 200">
            <a:extLst>
              <a:ext uri="{FF2B5EF4-FFF2-40B4-BE49-F238E27FC236}">
                <a16:creationId xmlns:a16="http://schemas.microsoft.com/office/drawing/2014/main" id="{74E0840E-46E3-E3D3-9353-00422AC0BDCF}"/>
              </a:ext>
            </a:extLst>
          </p:cNvPr>
          <p:cNvSpPr/>
          <p:nvPr/>
        </p:nvSpPr>
        <p:spPr>
          <a:xfrm>
            <a:off x="3480888" y="1118074"/>
            <a:ext cx="169804" cy="169804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D</a:t>
            </a:r>
          </a:p>
        </p:txBody>
      </p:sp>
      <p:grpSp>
        <p:nvGrpSpPr>
          <p:cNvPr id="347" name="Group 346">
            <a:extLst>
              <a:ext uri="{FF2B5EF4-FFF2-40B4-BE49-F238E27FC236}">
                <a16:creationId xmlns:a16="http://schemas.microsoft.com/office/drawing/2014/main" id="{2AF1E16D-5324-6602-FCC4-FBF41A74A614}"/>
              </a:ext>
            </a:extLst>
          </p:cNvPr>
          <p:cNvGrpSpPr/>
          <p:nvPr/>
        </p:nvGrpSpPr>
        <p:grpSpPr>
          <a:xfrm>
            <a:off x="8238988" y="2655770"/>
            <a:ext cx="3491594" cy="591441"/>
            <a:chOff x="8238988" y="2655770"/>
            <a:chExt cx="3491594" cy="591441"/>
          </a:xfrm>
        </p:grpSpPr>
        <p:pic>
          <p:nvPicPr>
            <p:cNvPr id="345" name="Picture 344">
              <a:extLst>
                <a:ext uri="{FF2B5EF4-FFF2-40B4-BE49-F238E27FC236}">
                  <a16:creationId xmlns:a16="http://schemas.microsoft.com/office/drawing/2014/main" id="{60589F1B-968D-3335-D9E4-590F4BEE3573}"/>
                </a:ext>
              </a:extLst>
            </p:cNvPr>
            <p:cNvPicPr>
              <a:picLocks noChangeAspect="1"/>
            </p:cNvPicPr>
            <p:nvPr/>
          </p:nvPicPr>
          <p:blipFill>
            <a:blip r:embed="rId17"/>
            <a:stretch>
              <a:fillRect/>
            </a:stretch>
          </p:blipFill>
          <p:spPr>
            <a:xfrm>
              <a:off x="8238988" y="2663835"/>
              <a:ext cx="417879" cy="583376"/>
            </a:xfrm>
            <a:prstGeom prst="rect">
              <a:avLst/>
            </a:prstGeom>
          </p:spPr>
        </p:pic>
        <p:pic>
          <p:nvPicPr>
            <p:cNvPr id="346" name="Picture 345">
              <a:extLst>
                <a:ext uri="{FF2B5EF4-FFF2-40B4-BE49-F238E27FC236}">
                  <a16:creationId xmlns:a16="http://schemas.microsoft.com/office/drawing/2014/main" id="{DD00ECB6-0668-F267-D04A-FCCCC9858FB6}"/>
                </a:ext>
              </a:extLst>
            </p:cNvPr>
            <p:cNvPicPr>
              <a:picLocks noChangeAspect="1"/>
            </p:cNvPicPr>
            <p:nvPr/>
          </p:nvPicPr>
          <p:blipFill>
            <a:blip r:embed="rId17"/>
            <a:stretch>
              <a:fillRect/>
            </a:stretch>
          </p:blipFill>
          <p:spPr>
            <a:xfrm>
              <a:off x="11312703" y="2655770"/>
              <a:ext cx="417879" cy="583376"/>
            </a:xfrm>
            <a:prstGeom prst="rect">
              <a:avLst/>
            </a:prstGeom>
          </p:spPr>
        </p:pic>
      </p:grpSp>
      <p:pic>
        <p:nvPicPr>
          <p:cNvPr id="4" name="Picture 3">
            <a:extLst>
              <a:ext uri="{FF2B5EF4-FFF2-40B4-BE49-F238E27FC236}">
                <a16:creationId xmlns:a16="http://schemas.microsoft.com/office/drawing/2014/main" id="{DF6E01E8-8831-9EA2-093A-23508DB21BB9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5805882" y="2177640"/>
            <a:ext cx="479544" cy="47674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2243795-722A-295D-1224-5CFDF8AAA75E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8902736" y="2177640"/>
            <a:ext cx="479544" cy="476748"/>
          </a:xfrm>
          <a:prstGeom prst="rect">
            <a:avLst/>
          </a:prstGeom>
        </p:spPr>
      </p:pic>
      <p:grpSp>
        <p:nvGrpSpPr>
          <p:cNvPr id="24" name="Group 23">
            <a:extLst>
              <a:ext uri="{FF2B5EF4-FFF2-40B4-BE49-F238E27FC236}">
                <a16:creationId xmlns:a16="http://schemas.microsoft.com/office/drawing/2014/main" id="{1C3EB2E4-31D8-3C27-1737-72B0EA483E83}"/>
              </a:ext>
            </a:extLst>
          </p:cNvPr>
          <p:cNvGrpSpPr/>
          <p:nvPr/>
        </p:nvGrpSpPr>
        <p:grpSpPr>
          <a:xfrm>
            <a:off x="6920826" y="4227677"/>
            <a:ext cx="4945632" cy="699544"/>
            <a:chOff x="6920826" y="4227677"/>
            <a:chExt cx="4945632" cy="699544"/>
          </a:xfrm>
        </p:grpSpPr>
        <p:grpSp>
          <p:nvGrpSpPr>
            <p:cNvPr id="303" name="Group 302">
              <a:extLst>
                <a:ext uri="{FF2B5EF4-FFF2-40B4-BE49-F238E27FC236}">
                  <a16:creationId xmlns:a16="http://schemas.microsoft.com/office/drawing/2014/main" id="{578E86F8-C7C1-2283-AE8A-CDFF457DB227}"/>
                </a:ext>
              </a:extLst>
            </p:cNvPr>
            <p:cNvGrpSpPr/>
            <p:nvPr/>
          </p:nvGrpSpPr>
          <p:grpSpPr>
            <a:xfrm>
              <a:off x="6920826" y="4227677"/>
              <a:ext cx="499772" cy="698208"/>
              <a:chOff x="2400894" y="4929298"/>
              <a:chExt cx="612283" cy="855395"/>
            </a:xfrm>
          </p:grpSpPr>
          <p:pic>
            <p:nvPicPr>
              <p:cNvPr id="305" name="Picture 304">
                <a:extLst>
                  <a:ext uri="{FF2B5EF4-FFF2-40B4-BE49-F238E27FC236}">
                    <a16:creationId xmlns:a16="http://schemas.microsoft.com/office/drawing/2014/main" id="{68609655-5346-A440-DBB4-B535AF56643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2400894" y="4929298"/>
                <a:ext cx="612283" cy="855395"/>
              </a:xfrm>
              <a:prstGeom prst="rect">
                <a:avLst/>
              </a:prstGeom>
            </p:spPr>
          </p:pic>
          <p:sp>
            <p:nvSpPr>
              <p:cNvPr id="337" name="Rectangle 336">
                <a:extLst>
                  <a:ext uri="{FF2B5EF4-FFF2-40B4-BE49-F238E27FC236}">
                    <a16:creationId xmlns:a16="http://schemas.microsoft.com/office/drawing/2014/main" id="{0AB8FB72-2545-0125-7F03-F54003167D44}"/>
                  </a:ext>
                </a:extLst>
              </p:cNvPr>
              <p:cNvSpPr/>
              <p:nvPr/>
            </p:nvSpPr>
            <p:spPr>
              <a:xfrm>
                <a:off x="2706128" y="5303925"/>
                <a:ext cx="169804" cy="169804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D</a:t>
                </a:r>
              </a:p>
            </p:txBody>
          </p:sp>
        </p:grpSp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E5715D68-7CFC-3F35-682C-7A7CC9EEA3AB}"/>
                </a:ext>
              </a:extLst>
            </p:cNvPr>
            <p:cNvGrpSpPr/>
            <p:nvPr/>
          </p:nvGrpSpPr>
          <p:grpSpPr>
            <a:xfrm>
              <a:off x="10019402" y="4229013"/>
              <a:ext cx="499772" cy="698208"/>
              <a:chOff x="2400894" y="4929298"/>
              <a:chExt cx="612283" cy="855395"/>
            </a:xfrm>
          </p:grpSpPr>
          <p:pic>
            <p:nvPicPr>
              <p:cNvPr id="20" name="Picture 19">
                <a:extLst>
                  <a:ext uri="{FF2B5EF4-FFF2-40B4-BE49-F238E27FC236}">
                    <a16:creationId xmlns:a16="http://schemas.microsoft.com/office/drawing/2014/main" id="{4BD230B4-B8E2-C77B-1119-8BD8F07D6C4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2400894" y="4929298"/>
                <a:ext cx="612283" cy="855395"/>
              </a:xfrm>
              <a:prstGeom prst="rect">
                <a:avLst/>
              </a:prstGeom>
            </p:spPr>
          </p:pic>
          <p:sp>
            <p:nvSpPr>
              <p:cNvPr id="21" name="Rectangle 20">
                <a:extLst>
                  <a:ext uri="{FF2B5EF4-FFF2-40B4-BE49-F238E27FC236}">
                    <a16:creationId xmlns:a16="http://schemas.microsoft.com/office/drawing/2014/main" id="{5601EE0E-B429-B540-DCAA-2C1BC92667A3}"/>
                  </a:ext>
                </a:extLst>
              </p:cNvPr>
              <p:cNvSpPr/>
              <p:nvPr/>
            </p:nvSpPr>
            <p:spPr>
              <a:xfrm>
                <a:off x="2706128" y="5303925"/>
                <a:ext cx="169804" cy="169804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D</a:t>
                </a:r>
              </a:p>
            </p:txBody>
          </p:sp>
        </p:grp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8EFDF8FF-C426-3CEA-9A4E-93CBCF848331}"/>
                </a:ext>
              </a:extLst>
            </p:cNvPr>
            <p:cNvSpPr txBox="1"/>
            <p:nvPr/>
          </p:nvSpPr>
          <p:spPr>
            <a:xfrm>
              <a:off x="7260246" y="4479470"/>
              <a:ext cx="152609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0B0004020202020204" pitchFamily="34" charset="0"/>
                  <a:ea typeface="+mn-ea"/>
                  <a:cs typeface="+mn-cs"/>
                </a:rPr>
                <a:t>ISMD01TEST RRA</a:t>
              </a:r>
              <a:endParaRPr kumimoji="0" lang="en-GB" sz="16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27553B0A-5508-0C1E-16DD-26D7D753FA96}"/>
                </a:ext>
              </a:extLst>
            </p:cNvPr>
            <p:cNvSpPr txBox="1"/>
            <p:nvPr/>
          </p:nvSpPr>
          <p:spPr>
            <a:xfrm>
              <a:off x="10340367" y="4479470"/>
              <a:ext cx="152609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0B0004020202020204" pitchFamily="34" charset="0"/>
                  <a:ea typeface="+mn-ea"/>
                  <a:cs typeface="+mn-cs"/>
                </a:rPr>
                <a:t>ISMD01TEST RRA</a:t>
              </a:r>
              <a:endParaRPr kumimoji="0" lang="en-GB" sz="16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endParaRPr>
            </a:p>
          </p:txBody>
        </p:sp>
      </p:grpSp>
      <p:pic>
        <p:nvPicPr>
          <p:cNvPr id="29" name="Picture 28">
            <a:extLst>
              <a:ext uri="{FF2B5EF4-FFF2-40B4-BE49-F238E27FC236}">
                <a16:creationId xmlns:a16="http://schemas.microsoft.com/office/drawing/2014/main" id="{644CF6CB-7BCB-3371-192D-40DECE346B87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1114500" y="6155100"/>
            <a:ext cx="518702" cy="4646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38557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BAC176-4964-06A1-BEF0-3A4FAE2AED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2" name="Picture 221">
            <a:extLst>
              <a:ext uri="{FF2B5EF4-FFF2-40B4-BE49-F238E27FC236}">
                <a16:creationId xmlns:a16="http://schemas.microsoft.com/office/drawing/2014/main" id="{34C74CED-039E-FB43-9500-F30C235E7D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418180"/>
            <a:ext cx="5197907" cy="1439820"/>
          </a:xfrm>
          <a:prstGeom prst="rect">
            <a:avLst/>
          </a:prstGeom>
        </p:spPr>
      </p:pic>
      <p:grpSp>
        <p:nvGrpSpPr>
          <p:cNvPr id="13" name="Group 12">
            <a:extLst>
              <a:ext uri="{FF2B5EF4-FFF2-40B4-BE49-F238E27FC236}">
                <a16:creationId xmlns:a16="http://schemas.microsoft.com/office/drawing/2014/main" id="{81A9C9D1-DA9A-8495-8F1E-78C867F27C7A}"/>
              </a:ext>
            </a:extLst>
          </p:cNvPr>
          <p:cNvGrpSpPr/>
          <p:nvPr/>
        </p:nvGrpSpPr>
        <p:grpSpPr>
          <a:xfrm>
            <a:off x="2588900" y="323658"/>
            <a:ext cx="8879200" cy="6210684"/>
            <a:chOff x="1942544" y="1301750"/>
            <a:chExt cx="6082512" cy="4254500"/>
          </a:xfrm>
        </p:grpSpPr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9A91BD19-4F00-3D46-7BFB-B3851CB95E2A}"/>
                </a:ext>
              </a:extLst>
            </p:cNvPr>
            <p:cNvGrpSpPr/>
            <p:nvPr/>
          </p:nvGrpSpPr>
          <p:grpSpPr>
            <a:xfrm>
              <a:off x="1942544" y="1301750"/>
              <a:ext cx="6082512" cy="4254500"/>
              <a:chOff x="1942544" y="1301750"/>
              <a:chExt cx="6082512" cy="4254500"/>
            </a:xfrm>
          </p:grpSpPr>
          <p:sp>
            <p:nvSpPr>
              <p:cNvPr id="7" name="Cloud 6">
                <a:extLst>
                  <a:ext uri="{FF2B5EF4-FFF2-40B4-BE49-F238E27FC236}">
                    <a16:creationId xmlns:a16="http://schemas.microsoft.com/office/drawing/2014/main" id="{883ADEE5-6B68-9B73-2EB4-8786D1A88C41}"/>
                  </a:ext>
                </a:extLst>
              </p:cNvPr>
              <p:cNvSpPr/>
              <p:nvPr/>
            </p:nvSpPr>
            <p:spPr>
              <a:xfrm rot="401311">
                <a:off x="1948500" y="1301750"/>
                <a:ext cx="6070600" cy="4254500"/>
              </a:xfrm>
              <a:prstGeom prst="cloud">
                <a:avLst/>
              </a:prstGeom>
              <a:solidFill>
                <a:schemeClr val="bg1"/>
              </a:solidFill>
              <a:ln w="38100">
                <a:solidFill>
                  <a:schemeClr val="bg1">
                    <a:lumMod val="75000"/>
                  </a:schemeClr>
                </a:solidFill>
                <a:prstDash val="sysDash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8" name="Cloud 7">
                <a:extLst>
                  <a:ext uri="{FF2B5EF4-FFF2-40B4-BE49-F238E27FC236}">
                    <a16:creationId xmlns:a16="http://schemas.microsoft.com/office/drawing/2014/main" id="{31E54F6E-91B6-8DB1-905D-CF1E65575B67}"/>
                  </a:ext>
                </a:extLst>
              </p:cNvPr>
              <p:cNvSpPr/>
              <p:nvPr/>
            </p:nvSpPr>
            <p:spPr>
              <a:xfrm rot="401311">
                <a:off x="1942544" y="1382575"/>
                <a:ext cx="6082512" cy="4118248"/>
              </a:xfrm>
              <a:prstGeom prst="cloud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</p:grp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8F632B3A-CE09-926C-020E-580C37598607}"/>
                </a:ext>
              </a:extLst>
            </p:cNvPr>
            <p:cNvCxnSpPr>
              <a:cxnSpLocks/>
            </p:cNvCxnSpPr>
            <p:nvPr/>
          </p:nvCxnSpPr>
          <p:spPr>
            <a:xfrm>
              <a:off x="2133600" y="3429000"/>
              <a:ext cx="5867400" cy="0"/>
            </a:xfrm>
            <a:prstGeom prst="line">
              <a:avLst/>
            </a:prstGeom>
            <a:solidFill>
              <a:schemeClr val="bg1"/>
            </a:solidFill>
            <a:ln w="38100">
              <a:solidFill>
                <a:schemeClr val="bg1">
                  <a:lumMod val="75000"/>
                </a:schemeClr>
              </a:solidFill>
              <a:prstDash val="sys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sp>
        <p:nvSpPr>
          <p:cNvPr id="14" name="TextBox 13">
            <a:extLst>
              <a:ext uri="{FF2B5EF4-FFF2-40B4-BE49-F238E27FC236}">
                <a16:creationId xmlns:a16="http://schemas.microsoft.com/office/drawing/2014/main" id="{545A3DB2-F970-E314-87ED-628E00B93B12}"/>
              </a:ext>
            </a:extLst>
          </p:cNvPr>
          <p:cNvSpPr txBox="1"/>
          <p:nvPr/>
        </p:nvSpPr>
        <p:spPr>
          <a:xfrm>
            <a:off x="6238875" y="314003"/>
            <a:ext cx="818636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WIS2</a:t>
            </a:r>
          </a:p>
        </p:txBody>
      </p:sp>
      <p:grpSp>
        <p:nvGrpSpPr>
          <p:cNvPr id="225" name="Group 224">
            <a:extLst>
              <a:ext uri="{FF2B5EF4-FFF2-40B4-BE49-F238E27FC236}">
                <a16:creationId xmlns:a16="http://schemas.microsoft.com/office/drawing/2014/main" id="{81ACC8C1-DFB7-BAA9-FDCD-C957809206F4}"/>
              </a:ext>
            </a:extLst>
          </p:cNvPr>
          <p:cNvGrpSpPr/>
          <p:nvPr/>
        </p:nvGrpSpPr>
        <p:grpSpPr>
          <a:xfrm>
            <a:off x="350689" y="4160355"/>
            <a:ext cx="466050" cy="669682"/>
            <a:chOff x="1159011" y="4934512"/>
            <a:chExt cx="466050" cy="669682"/>
          </a:xfrm>
        </p:grpSpPr>
        <p:sp>
          <p:nvSpPr>
            <p:cNvPr id="224" name="Rectangle: Rounded Corners 223">
              <a:extLst>
                <a:ext uri="{FF2B5EF4-FFF2-40B4-BE49-F238E27FC236}">
                  <a16:creationId xmlns:a16="http://schemas.microsoft.com/office/drawing/2014/main" id="{7BD8A3B9-806D-923F-079F-305FA06D97B0}"/>
                </a:ext>
              </a:extLst>
            </p:cNvPr>
            <p:cNvSpPr/>
            <p:nvPr/>
          </p:nvSpPr>
          <p:spPr>
            <a:xfrm>
              <a:off x="1159011" y="4934512"/>
              <a:ext cx="466050" cy="669682"/>
            </a:xfrm>
            <a:prstGeom prst="roundRect">
              <a:avLst>
                <a:gd name="adj" fmla="val 8535"/>
              </a:avLst>
            </a:prstGeom>
            <a:solidFill>
              <a:schemeClr val="bg1"/>
            </a:solidFill>
            <a:ln w="12700">
              <a:prstDash val="sys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218" name="Rectangle 217">
              <a:extLst>
                <a:ext uri="{FF2B5EF4-FFF2-40B4-BE49-F238E27FC236}">
                  <a16:creationId xmlns:a16="http://schemas.microsoft.com/office/drawing/2014/main" id="{40221CB7-9608-80DC-5B89-E2A992F01F58}"/>
                </a:ext>
              </a:extLst>
            </p:cNvPr>
            <p:cNvSpPr/>
            <p:nvPr/>
          </p:nvSpPr>
          <p:spPr>
            <a:xfrm>
              <a:off x="1307134" y="5356687"/>
              <a:ext cx="169804" cy="169804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A</a:t>
              </a:r>
            </a:p>
          </p:txBody>
        </p:sp>
        <p:pic>
          <p:nvPicPr>
            <p:cNvPr id="223" name="Picture 222" descr="A black and white symbol&#10;&#10;Description automatically generated">
              <a:extLst>
                <a:ext uri="{FF2B5EF4-FFF2-40B4-BE49-F238E27FC236}">
                  <a16:creationId xmlns:a16="http://schemas.microsoft.com/office/drawing/2014/main" id="{4270D409-2B31-9E97-2CEA-997BB991B609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216187" y="4970684"/>
              <a:ext cx="351698" cy="351696"/>
            </a:xfrm>
            <a:prstGeom prst="rect">
              <a:avLst/>
            </a:prstGeom>
          </p:spPr>
        </p:pic>
      </p:grpSp>
      <p:grpSp>
        <p:nvGrpSpPr>
          <p:cNvPr id="234" name="Group 233">
            <a:extLst>
              <a:ext uri="{FF2B5EF4-FFF2-40B4-BE49-F238E27FC236}">
                <a16:creationId xmlns:a16="http://schemas.microsoft.com/office/drawing/2014/main" id="{FAE8DC22-B4F0-38A9-8985-CB7E433FF617}"/>
              </a:ext>
            </a:extLst>
          </p:cNvPr>
          <p:cNvGrpSpPr/>
          <p:nvPr/>
        </p:nvGrpSpPr>
        <p:grpSpPr>
          <a:xfrm>
            <a:off x="858066" y="4163562"/>
            <a:ext cx="466050" cy="669682"/>
            <a:chOff x="1159011" y="4934512"/>
            <a:chExt cx="466050" cy="669682"/>
          </a:xfrm>
        </p:grpSpPr>
        <p:sp>
          <p:nvSpPr>
            <p:cNvPr id="235" name="Rectangle: Rounded Corners 234">
              <a:extLst>
                <a:ext uri="{FF2B5EF4-FFF2-40B4-BE49-F238E27FC236}">
                  <a16:creationId xmlns:a16="http://schemas.microsoft.com/office/drawing/2014/main" id="{46AFD817-186E-D292-5B09-DB9F343DD74A}"/>
                </a:ext>
              </a:extLst>
            </p:cNvPr>
            <p:cNvSpPr/>
            <p:nvPr/>
          </p:nvSpPr>
          <p:spPr>
            <a:xfrm>
              <a:off x="1159011" y="4934512"/>
              <a:ext cx="466050" cy="669682"/>
            </a:xfrm>
            <a:prstGeom prst="roundRect">
              <a:avLst>
                <a:gd name="adj" fmla="val 8535"/>
              </a:avLst>
            </a:prstGeom>
            <a:solidFill>
              <a:schemeClr val="bg1"/>
            </a:solidFill>
            <a:ln w="12700">
              <a:prstDash val="sys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236" name="Rectangle 235">
              <a:extLst>
                <a:ext uri="{FF2B5EF4-FFF2-40B4-BE49-F238E27FC236}">
                  <a16:creationId xmlns:a16="http://schemas.microsoft.com/office/drawing/2014/main" id="{157DEC87-727B-40AE-D109-C46ABF3ADED6}"/>
                </a:ext>
              </a:extLst>
            </p:cNvPr>
            <p:cNvSpPr/>
            <p:nvPr/>
          </p:nvSpPr>
          <p:spPr>
            <a:xfrm>
              <a:off x="1307134" y="5356687"/>
              <a:ext cx="169804" cy="169804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B</a:t>
              </a:r>
            </a:p>
          </p:txBody>
        </p:sp>
        <p:pic>
          <p:nvPicPr>
            <p:cNvPr id="237" name="Picture 236" descr="A black and white symbol&#10;&#10;Description automatically generated">
              <a:extLst>
                <a:ext uri="{FF2B5EF4-FFF2-40B4-BE49-F238E27FC236}">
                  <a16:creationId xmlns:a16="http://schemas.microsoft.com/office/drawing/2014/main" id="{91B36DDC-A894-6E5F-2B37-F189CC24FD69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216187" y="4970684"/>
              <a:ext cx="351698" cy="351696"/>
            </a:xfrm>
            <a:prstGeom prst="rect">
              <a:avLst/>
            </a:prstGeom>
          </p:spPr>
        </p:pic>
      </p:grpSp>
      <p:grpSp>
        <p:nvGrpSpPr>
          <p:cNvPr id="238" name="Group 237">
            <a:extLst>
              <a:ext uri="{FF2B5EF4-FFF2-40B4-BE49-F238E27FC236}">
                <a16:creationId xmlns:a16="http://schemas.microsoft.com/office/drawing/2014/main" id="{D2D45D2A-756F-8999-F372-ED0A50D3EC5E}"/>
              </a:ext>
            </a:extLst>
          </p:cNvPr>
          <p:cNvGrpSpPr/>
          <p:nvPr/>
        </p:nvGrpSpPr>
        <p:grpSpPr>
          <a:xfrm>
            <a:off x="856832" y="4869695"/>
            <a:ext cx="466050" cy="669682"/>
            <a:chOff x="1159011" y="4934512"/>
            <a:chExt cx="466050" cy="669682"/>
          </a:xfrm>
        </p:grpSpPr>
        <p:sp>
          <p:nvSpPr>
            <p:cNvPr id="239" name="Rectangle: Rounded Corners 238">
              <a:extLst>
                <a:ext uri="{FF2B5EF4-FFF2-40B4-BE49-F238E27FC236}">
                  <a16:creationId xmlns:a16="http://schemas.microsoft.com/office/drawing/2014/main" id="{6EB45DF4-A0E9-1ECC-B281-0CE3D25FC98F}"/>
                </a:ext>
              </a:extLst>
            </p:cNvPr>
            <p:cNvSpPr/>
            <p:nvPr/>
          </p:nvSpPr>
          <p:spPr>
            <a:xfrm>
              <a:off x="1159011" y="4934512"/>
              <a:ext cx="466050" cy="669682"/>
            </a:xfrm>
            <a:prstGeom prst="roundRect">
              <a:avLst>
                <a:gd name="adj" fmla="val 8535"/>
              </a:avLst>
            </a:prstGeom>
            <a:solidFill>
              <a:schemeClr val="bg1"/>
            </a:solidFill>
            <a:ln w="12700">
              <a:prstDash val="sys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240" name="Rectangle 239">
              <a:extLst>
                <a:ext uri="{FF2B5EF4-FFF2-40B4-BE49-F238E27FC236}">
                  <a16:creationId xmlns:a16="http://schemas.microsoft.com/office/drawing/2014/main" id="{C32FE5ED-A92D-6428-54BC-E4C151859A66}"/>
                </a:ext>
              </a:extLst>
            </p:cNvPr>
            <p:cNvSpPr/>
            <p:nvPr/>
          </p:nvSpPr>
          <p:spPr>
            <a:xfrm>
              <a:off x="1307134" y="5356687"/>
              <a:ext cx="169804" cy="169804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D</a:t>
              </a:r>
            </a:p>
          </p:txBody>
        </p:sp>
        <p:pic>
          <p:nvPicPr>
            <p:cNvPr id="241" name="Picture 240" descr="A black and white symbol&#10;&#10;Description automatically generated">
              <a:extLst>
                <a:ext uri="{FF2B5EF4-FFF2-40B4-BE49-F238E27FC236}">
                  <a16:creationId xmlns:a16="http://schemas.microsoft.com/office/drawing/2014/main" id="{F9D52716-7D4B-B4CC-9F55-FC8F912EF48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216187" y="4970684"/>
              <a:ext cx="351698" cy="351696"/>
            </a:xfrm>
            <a:prstGeom prst="rect">
              <a:avLst/>
            </a:prstGeom>
          </p:spPr>
        </p:pic>
      </p:grpSp>
      <p:grpSp>
        <p:nvGrpSpPr>
          <p:cNvPr id="242" name="Group 241">
            <a:extLst>
              <a:ext uri="{FF2B5EF4-FFF2-40B4-BE49-F238E27FC236}">
                <a16:creationId xmlns:a16="http://schemas.microsoft.com/office/drawing/2014/main" id="{97547F20-2D10-2FE4-621B-B04EA6843010}"/>
              </a:ext>
            </a:extLst>
          </p:cNvPr>
          <p:cNvGrpSpPr/>
          <p:nvPr/>
        </p:nvGrpSpPr>
        <p:grpSpPr>
          <a:xfrm>
            <a:off x="349454" y="4869695"/>
            <a:ext cx="466050" cy="669682"/>
            <a:chOff x="1159011" y="4934512"/>
            <a:chExt cx="466050" cy="669682"/>
          </a:xfrm>
        </p:grpSpPr>
        <p:sp>
          <p:nvSpPr>
            <p:cNvPr id="243" name="Rectangle: Rounded Corners 242">
              <a:extLst>
                <a:ext uri="{FF2B5EF4-FFF2-40B4-BE49-F238E27FC236}">
                  <a16:creationId xmlns:a16="http://schemas.microsoft.com/office/drawing/2014/main" id="{F914BB07-0AB6-0B16-A397-B6E76868E7F3}"/>
                </a:ext>
              </a:extLst>
            </p:cNvPr>
            <p:cNvSpPr/>
            <p:nvPr/>
          </p:nvSpPr>
          <p:spPr>
            <a:xfrm>
              <a:off x="1159011" y="4934512"/>
              <a:ext cx="466050" cy="669682"/>
            </a:xfrm>
            <a:prstGeom prst="roundRect">
              <a:avLst>
                <a:gd name="adj" fmla="val 8535"/>
              </a:avLst>
            </a:prstGeom>
            <a:solidFill>
              <a:schemeClr val="bg1"/>
            </a:solidFill>
            <a:ln w="12700">
              <a:prstDash val="sys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244" name="Rectangle 243">
              <a:extLst>
                <a:ext uri="{FF2B5EF4-FFF2-40B4-BE49-F238E27FC236}">
                  <a16:creationId xmlns:a16="http://schemas.microsoft.com/office/drawing/2014/main" id="{1633C8BC-65E0-3539-90B2-2208B0616D23}"/>
                </a:ext>
              </a:extLst>
            </p:cNvPr>
            <p:cNvSpPr/>
            <p:nvPr/>
          </p:nvSpPr>
          <p:spPr>
            <a:xfrm>
              <a:off x="1307134" y="5356687"/>
              <a:ext cx="169804" cy="169804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C</a:t>
              </a:r>
            </a:p>
          </p:txBody>
        </p:sp>
        <p:pic>
          <p:nvPicPr>
            <p:cNvPr id="245" name="Picture 244" descr="A black and white symbol&#10;&#10;Description automatically generated">
              <a:extLst>
                <a:ext uri="{FF2B5EF4-FFF2-40B4-BE49-F238E27FC236}">
                  <a16:creationId xmlns:a16="http://schemas.microsoft.com/office/drawing/2014/main" id="{2A9070EF-5EE5-4398-13F9-A6BF7CC9C4E2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216187" y="4970684"/>
              <a:ext cx="351698" cy="351696"/>
            </a:xfrm>
            <a:prstGeom prst="rect">
              <a:avLst/>
            </a:prstGeom>
          </p:spPr>
        </p:pic>
      </p:grpSp>
      <p:grpSp>
        <p:nvGrpSpPr>
          <p:cNvPr id="249" name="Group 248">
            <a:extLst>
              <a:ext uri="{FF2B5EF4-FFF2-40B4-BE49-F238E27FC236}">
                <a16:creationId xmlns:a16="http://schemas.microsoft.com/office/drawing/2014/main" id="{4632F7BE-A4FE-23FC-67E1-84CFB819B745}"/>
              </a:ext>
            </a:extLst>
          </p:cNvPr>
          <p:cNvGrpSpPr/>
          <p:nvPr/>
        </p:nvGrpSpPr>
        <p:grpSpPr>
          <a:xfrm>
            <a:off x="1633202" y="1621248"/>
            <a:ext cx="1960897" cy="3158269"/>
            <a:chOff x="1633202" y="1621248"/>
            <a:chExt cx="1960897" cy="3158269"/>
          </a:xfrm>
        </p:grpSpPr>
        <p:sp>
          <p:nvSpPr>
            <p:cNvPr id="247" name="Rectangle: Rounded Corners 246">
              <a:extLst>
                <a:ext uri="{FF2B5EF4-FFF2-40B4-BE49-F238E27FC236}">
                  <a16:creationId xmlns:a16="http://schemas.microsoft.com/office/drawing/2014/main" id="{0E3226A2-D88D-B9EA-A518-8D22F6FC170C}"/>
                </a:ext>
              </a:extLst>
            </p:cNvPr>
            <p:cNvSpPr/>
            <p:nvPr/>
          </p:nvSpPr>
          <p:spPr>
            <a:xfrm>
              <a:off x="1633202" y="1858519"/>
              <a:ext cx="1960897" cy="2920998"/>
            </a:xfrm>
            <a:prstGeom prst="roundRect">
              <a:avLst>
                <a:gd name="adj" fmla="val 3624"/>
              </a:avLst>
            </a:prstGeom>
            <a:solidFill>
              <a:schemeClr val="bg1">
                <a:lumMod val="95000"/>
                <a:alpha val="50196"/>
              </a:schemeClr>
            </a:solidFill>
            <a:ln w="12700">
              <a:solidFill>
                <a:schemeClr val="tx1">
                  <a:lumMod val="50000"/>
                  <a:lumOff val="50000"/>
                </a:schemeClr>
              </a:solidFill>
              <a:prstDash val="sysDot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248" name="TextBox 247">
              <a:extLst>
                <a:ext uri="{FF2B5EF4-FFF2-40B4-BE49-F238E27FC236}">
                  <a16:creationId xmlns:a16="http://schemas.microsoft.com/office/drawing/2014/main" id="{54E99291-BB28-5E87-5BE6-9F5B151B1EE5}"/>
                </a:ext>
              </a:extLst>
            </p:cNvPr>
            <p:cNvSpPr txBox="1"/>
            <p:nvPr/>
          </p:nvSpPr>
          <p:spPr>
            <a:xfrm>
              <a:off x="2059127" y="1621248"/>
              <a:ext cx="1179193" cy="2539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5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WIS Centre</a:t>
              </a:r>
              <a:endParaRPr kumimoji="0" lang="en-GB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246" name="Group 245">
            <a:extLst>
              <a:ext uri="{FF2B5EF4-FFF2-40B4-BE49-F238E27FC236}">
                <a16:creationId xmlns:a16="http://schemas.microsoft.com/office/drawing/2014/main" id="{9BC7AFAA-17CB-9FDE-D96E-2F9FD89DCB28}"/>
              </a:ext>
            </a:extLst>
          </p:cNvPr>
          <p:cNvGrpSpPr/>
          <p:nvPr/>
        </p:nvGrpSpPr>
        <p:grpSpPr>
          <a:xfrm>
            <a:off x="238558" y="2004858"/>
            <a:ext cx="2724621" cy="2574854"/>
            <a:chOff x="238558" y="2004858"/>
            <a:chExt cx="2724621" cy="2574854"/>
          </a:xfrm>
        </p:grpSpPr>
        <p:pic>
          <p:nvPicPr>
            <p:cNvPr id="52" name="Picture 51">
              <a:extLst>
                <a:ext uri="{FF2B5EF4-FFF2-40B4-BE49-F238E27FC236}">
                  <a16:creationId xmlns:a16="http://schemas.microsoft.com/office/drawing/2014/main" id="{6E92133B-5E5A-CACD-C3A0-F0B07309CE40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256121" y="3053461"/>
              <a:ext cx="1338982" cy="751078"/>
            </a:xfrm>
            <a:prstGeom prst="rect">
              <a:avLst/>
            </a:prstGeom>
          </p:spPr>
        </p:pic>
        <p:grpSp>
          <p:nvGrpSpPr>
            <p:cNvPr id="53" name="Group 52">
              <a:extLst>
                <a:ext uri="{FF2B5EF4-FFF2-40B4-BE49-F238E27FC236}">
                  <a16:creationId xmlns:a16="http://schemas.microsoft.com/office/drawing/2014/main" id="{8CE83E79-E72C-41EF-2D4D-F8A4C536C312}"/>
                </a:ext>
              </a:extLst>
            </p:cNvPr>
            <p:cNvGrpSpPr/>
            <p:nvPr/>
          </p:nvGrpSpPr>
          <p:grpSpPr>
            <a:xfrm>
              <a:off x="2334271" y="2004858"/>
              <a:ext cx="628907" cy="910662"/>
              <a:chOff x="6648193" y="889820"/>
              <a:chExt cx="628907" cy="910662"/>
            </a:xfrm>
          </p:grpSpPr>
          <p:sp>
            <p:nvSpPr>
              <p:cNvPr id="54" name="Rectangle: Rounded Corners 53">
                <a:extLst>
                  <a:ext uri="{FF2B5EF4-FFF2-40B4-BE49-F238E27FC236}">
                    <a16:creationId xmlns:a16="http://schemas.microsoft.com/office/drawing/2014/main" id="{1489D155-5E45-EA91-3090-4C43FC21961F}"/>
                  </a:ext>
                </a:extLst>
              </p:cNvPr>
              <p:cNvSpPr/>
              <p:nvPr/>
            </p:nvSpPr>
            <p:spPr>
              <a:xfrm>
                <a:off x="6648193" y="1171575"/>
                <a:ext cx="628907" cy="628907"/>
              </a:xfrm>
              <a:prstGeom prst="roundRect">
                <a:avLst>
                  <a:gd name="adj" fmla="val 8678"/>
                </a:avLst>
              </a:prstGeom>
              <a:solidFill>
                <a:schemeClr val="bg1"/>
              </a:solidFill>
              <a:ln w="28575">
                <a:solidFill>
                  <a:srgbClr val="3963DA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3963DA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3963DA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WIS2 Node</a:t>
                </a:r>
              </a:p>
            </p:txBody>
          </p:sp>
          <p:pic>
            <p:nvPicPr>
              <p:cNvPr id="55" name="Picture 54">
                <a:extLst>
                  <a:ext uri="{FF2B5EF4-FFF2-40B4-BE49-F238E27FC236}">
                    <a16:creationId xmlns:a16="http://schemas.microsoft.com/office/drawing/2014/main" id="{8E35D642-48B8-CE65-B16B-684A993C137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6701185" y="889820"/>
                <a:ext cx="522922" cy="532516"/>
              </a:xfrm>
              <a:prstGeom prst="rect">
                <a:avLst/>
              </a:prstGeom>
            </p:spPr>
          </p:pic>
        </p:grpSp>
        <p:sp>
          <p:nvSpPr>
            <p:cNvPr id="56" name="Rectangle: Rounded Corners 55">
              <a:extLst>
                <a:ext uri="{FF2B5EF4-FFF2-40B4-BE49-F238E27FC236}">
                  <a16:creationId xmlns:a16="http://schemas.microsoft.com/office/drawing/2014/main" id="{007C6DE6-6C64-2D65-1598-19F7D02AE2F7}"/>
                </a:ext>
              </a:extLst>
            </p:cNvPr>
            <p:cNvSpPr/>
            <p:nvPr/>
          </p:nvSpPr>
          <p:spPr>
            <a:xfrm>
              <a:off x="2334272" y="3950805"/>
              <a:ext cx="628907" cy="628907"/>
            </a:xfrm>
            <a:prstGeom prst="roundRect">
              <a:avLst>
                <a:gd name="adj" fmla="val 8678"/>
              </a:avLst>
            </a:prstGeom>
            <a:solidFill>
              <a:schemeClr val="bg1"/>
            </a:solidFill>
            <a:ln w="28575"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E8E8E8">
                      <a:lumMod val="75000"/>
                    </a:srgbClr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MSS</a:t>
              </a:r>
            </a:p>
          </p:txBody>
        </p:sp>
        <p:cxnSp>
          <p:nvCxnSpPr>
            <p:cNvPr id="58" name="Straight Arrow Connector 57">
              <a:extLst>
                <a:ext uri="{FF2B5EF4-FFF2-40B4-BE49-F238E27FC236}">
                  <a16:creationId xmlns:a16="http://schemas.microsoft.com/office/drawing/2014/main" id="{EAC5121A-ED7E-3E3C-D098-C5CAE7C8F025}"/>
                </a:ext>
              </a:extLst>
            </p:cNvPr>
            <p:cNvCxnSpPr/>
            <p:nvPr/>
          </p:nvCxnSpPr>
          <p:spPr>
            <a:xfrm flipV="1">
              <a:off x="1476375" y="2733675"/>
              <a:ext cx="751592" cy="419100"/>
            </a:xfrm>
            <a:prstGeom prst="straightConnector1">
              <a:avLst/>
            </a:prstGeom>
            <a:ln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Straight Arrow Connector 60">
              <a:extLst>
                <a:ext uri="{FF2B5EF4-FFF2-40B4-BE49-F238E27FC236}">
                  <a16:creationId xmlns:a16="http://schemas.microsoft.com/office/drawing/2014/main" id="{40358380-2ACE-5AB6-9E5A-AFD4B50150C5}"/>
                </a:ext>
              </a:extLst>
            </p:cNvPr>
            <p:cNvCxnSpPr>
              <a:cxnSpLocks/>
            </p:cNvCxnSpPr>
            <p:nvPr/>
          </p:nvCxnSpPr>
          <p:spPr>
            <a:xfrm>
              <a:off x="1476375" y="3741255"/>
              <a:ext cx="751592" cy="419100"/>
            </a:xfrm>
            <a:prstGeom prst="straightConnector1">
              <a:avLst/>
            </a:prstGeom>
            <a:ln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62" name="TextBox 61">
              <a:extLst>
                <a:ext uri="{FF2B5EF4-FFF2-40B4-BE49-F238E27FC236}">
                  <a16:creationId xmlns:a16="http://schemas.microsoft.com/office/drawing/2014/main" id="{541AC91C-D66A-5E63-F8AA-9FB2A36E872D}"/>
                </a:ext>
              </a:extLst>
            </p:cNvPr>
            <p:cNvSpPr txBox="1"/>
            <p:nvPr/>
          </p:nvSpPr>
          <p:spPr>
            <a:xfrm>
              <a:off x="238558" y="3676872"/>
              <a:ext cx="1179193" cy="43858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5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data management system</a:t>
              </a: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</a:t>
              </a:r>
            </a:p>
          </p:txBody>
        </p:sp>
      </p:grpSp>
      <p:sp>
        <p:nvSpPr>
          <p:cNvPr id="250" name="TextBox 249">
            <a:extLst>
              <a:ext uri="{FF2B5EF4-FFF2-40B4-BE49-F238E27FC236}">
                <a16:creationId xmlns:a16="http://schemas.microsoft.com/office/drawing/2014/main" id="{5618F42D-1DA8-19EA-9362-6325D01B2888}"/>
              </a:ext>
            </a:extLst>
          </p:cNvPr>
          <p:cNvSpPr txBox="1"/>
          <p:nvPr/>
        </p:nvSpPr>
        <p:spPr>
          <a:xfrm>
            <a:off x="6619182" y="6359331"/>
            <a:ext cx="818636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GTS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EEDF5DA-57FE-535F-AB45-FD686F7FC0A8}"/>
              </a:ext>
            </a:extLst>
          </p:cNvPr>
          <p:cNvSpPr txBox="1"/>
          <p:nvPr/>
        </p:nvSpPr>
        <p:spPr>
          <a:xfrm>
            <a:off x="2074853" y="3688682"/>
            <a:ext cx="117919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0" i="0" u="none" strike="noStrike" kern="0" cap="none" spc="0" normalizeH="0" baseline="0" noProof="0" dirty="0">
                <a:ln>
                  <a:noFill/>
                </a:ln>
                <a:solidFill>
                  <a:srgbClr val="E8E8E8">
                    <a:lumMod val="75000"/>
                  </a:srgbClr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CCCC = </a:t>
            </a:r>
            <a:r>
              <a:rPr kumimoji="0" lang="en-GB" sz="1200" b="1" i="0" u="none" strike="noStrike" kern="0" cap="none" spc="0" normalizeH="0" baseline="0" noProof="0" dirty="0">
                <a:ln>
                  <a:noFill/>
                </a:ln>
                <a:solidFill>
                  <a:srgbClr val="E8E8E8">
                    <a:lumMod val="75000"/>
                  </a:srgbClr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TEST</a:t>
            </a:r>
            <a:endParaRPr kumimoji="0" lang="en-GB" sz="1600" b="1" i="0" u="none" strike="noStrike" kern="0" cap="none" spc="0" normalizeH="0" baseline="0" noProof="0" dirty="0">
              <a:ln>
                <a:noFill/>
              </a:ln>
              <a:solidFill>
                <a:srgbClr val="E8E8E8">
                  <a:lumMod val="75000"/>
                </a:srgbClr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+mn-cs"/>
            </a:endParaRPr>
          </a:p>
        </p:txBody>
      </p:sp>
      <p:grpSp>
        <p:nvGrpSpPr>
          <p:cNvPr id="214" name="Group 213">
            <a:extLst>
              <a:ext uri="{FF2B5EF4-FFF2-40B4-BE49-F238E27FC236}">
                <a16:creationId xmlns:a16="http://schemas.microsoft.com/office/drawing/2014/main" id="{29C30C3C-E7D0-D871-7821-B1D29074FD36}"/>
              </a:ext>
            </a:extLst>
          </p:cNvPr>
          <p:cNvGrpSpPr/>
          <p:nvPr/>
        </p:nvGrpSpPr>
        <p:grpSpPr>
          <a:xfrm>
            <a:off x="2963924" y="2367446"/>
            <a:ext cx="716753" cy="326665"/>
            <a:chOff x="2963924" y="2367446"/>
            <a:chExt cx="716753" cy="326665"/>
          </a:xfrm>
        </p:grpSpPr>
        <p:grpSp>
          <p:nvGrpSpPr>
            <p:cNvPr id="210" name="Group 209">
              <a:extLst>
                <a:ext uri="{FF2B5EF4-FFF2-40B4-BE49-F238E27FC236}">
                  <a16:creationId xmlns:a16="http://schemas.microsoft.com/office/drawing/2014/main" id="{4F9038D3-2A05-AF2C-D907-364FA1F1A55C}"/>
                </a:ext>
              </a:extLst>
            </p:cNvPr>
            <p:cNvGrpSpPr/>
            <p:nvPr/>
          </p:nvGrpSpPr>
          <p:grpSpPr>
            <a:xfrm>
              <a:off x="2963924" y="2367446"/>
              <a:ext cx="534458" cy="127000"/>
              <a:chOff x="2963178" y="2725764"/>
              <a:chExt cx="534458" cy="127000"/>
            </a:xfrm>
          </p:grpSpPr>
          <p:cxnSp>
            <p:nvCxnSpPr>
              <p:cNvPr id="211" name="Straight Connector 210">
                <a:extLst>
                  <a:ext uri="{FF2B5EF4-FFF2-40B4-BE49-F238E27FC236}">
                    <a16:creationId xmlns:a16="http://schemas.microsoft.com/office/drawing/2014/main" id="{642FBB79-8E04-C2EF-010F-A9A0AAA6C5C7}"/>
                  </a:ext>
                </a:extLst>
              </p:cNvPr>
              <p:cNvCxnSpPr/>
              <p:nvPr/>
            </p:nvCxnSpPr>
            <p:spPr>
              <a:xfrm flipV="1">
                <a:off x="2963178" y="2789264"/>
                <a:ext cx="400050" cy="1"/>
              </a:xfrm>
              <a:prstGeom prst="line">
                <a:avLst/>
              </a:prstGeom>
              <a:noFill/>
              <a:ln w="19050" cap="flat" cmpd="sng" algn="ctr">
                <a:solidFill>
                  <a:schemeClr val="accent2">
                    <a:lumMod val="75000"/>
                  </a:schemeClr>
                </a:solidFill>
                <a:prstDash val="solid"/>
                <a:miter lim="800000"/>
              </a:ln>
              <a:effectLst/>
            </p:spPr>
          </p:cxnSp>
          <p:sp>
            <p:nvSpPr>
              <p:cNvPr id="212" name="Oval 211">
                <a:extLst>
                  <a:ext uri="{FF2B5EF4-FFF2-40B4-BE49-F238E27FC236}">
                    <a16:creationId xmlns:a16="http://schemas.microsoft.com/office/drawing/2014/main" id="{40439BFD-23A3-1050-1B4D-0FACBFDADF04}"/>
                  </a:ext>
                </a:extLst>
              </p:cNvPr>
              <p:cNvSpPr/>
              <p:nvPr/>
            </p:nvSpPr>
            <p:spPr>
              <a:xfrm>
                <a:off x="3370636" y="2725764"/>
                <a:ext cx="127000" cy="127000"/>
              </a:xfrm>
              <a:prstGeom prst="ellipse">
                <a:avLst/>
              </a:prstGeom>
              <a:solidFill>
                <a:sysClr val="window" lastClr="FFFFFF"/>
              </a:solidFill>
              <a:ln w="19050" cap="flat" cmpd="sng" algn="ctr">
                <a:solidFill>
                  <a:schemeClr val="accent2">
                    <a:lumMod val="75000"/>
                  </a:schemeClr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sp>
          <p:nvSpPr>
            <p:cNvPr id="213" name="TextBox 212">
              <a:extLst>
                <a:ext uri="{FF2B5EF4-FFF2-40B4-BE49-F238E27FC236}">
                  <a16:creationId xmlns:a16="http://schemas.microsoft.com/office/drawing/2014/main" id="{474279E6-2663-7D85-49DE-5E655765E320}"/>
                </a:ext>
              </a:extLst>
            </p:cNvPr>
            <p:cNvSpPr txBox="1"/>
            <p:nvPr/>
          </p:nvSpPr>
          <p:spPr>
            <a:xfrm>
              <a:off x="3194968" y="2440195"/>
              <a:ext cx="485709" cy="2539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50" b="0" i="0" u="none" strike="noStrike" kern="0" cap="none" spc="0" normalizeH="0" baseline="0" noProof="0" dirty="0">
                  <a:ln>
                    <a:noFill/>
                  </a:ln>
                  <a:solidFill>
                    <a:srgbClr val="E97132">
                      <a:lumMod val="75000"/>
                    </a:srgbClr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https</a:t>
              </a:r>
              <a:endParaRPr kumimoji="0" lang="en-GB" sz="1200" b="0" i="0" u="none" strike="noStrike" kern="0" cap="none" spc="0" normalizeH="0" baseline="0" noProof="0" dirty="0">
                <a:ln>
                  <a:noFill/>
                </a:ln>
                <a:solidFill>
                  <a:srgbClr val="E97132">
                    <a:lumMod val="75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228" name="Group 227">
            <a:extLst>
              <a:ext uri="{FF2B5EF4-FFF2-40B4-BE49-F238E27FC236}">
                <a16:creationId xmlns:a16="http://schemas.microsoft.com/office/drawing/2014/main" id="{030D840A-7281-C95C-7F8A-298DC96A19A2}"/>
              </a:ext>
            </a:extLst>
          </p:cNvPr>
          <p:cNvGrpSpPr/>
          <p:nvPr/>
        </p:nvGrpSpPr>
        <p:grpSpPr>
          <a:xfrm>
            <a:off x="2963178" y="2725764"/>
            <a:ext cx="786853" cy="316693"/>
            <a:chOff x="2963178" y="2725764"/>
            <a:chExt cx="786853" cy="316693"/>
          </a:xfrm>
        </p:grpSpPr>
        <p:grpSp>
          <p:nvGrpSpPr>
            <p:cNvPr id="220" name="Group 219">
              <a:extLst>
                <a:ext uri="{FF2B5EF4-FFF2-40B4-BE49-F238E27FC236}">
                  <a16:creationId xmlns:a16="http://schemas.microsoft.com/office/drawing/2014/main" id="{44DB90BB-1794-A929-AC4E-72771E84AFAA}"/>
                </a:ext>
              </a:extLst>
            </p:cNvPr>
            <p:cNvGrpSpPr/>
            <p:nvPr/>
          </p:nvGrpSpPr>
          <p:grpSpPr>
            <a:xfrm>
              <a:off x="2963178" y="2725764"/>
              <a:ext cx="534458" cy="127000"/>
              <a:chOff x="2963178" y="2725764"/>
              <a:chExt cx="534458" cy="127000"/>
            </a:xfrm>
          </p:grpSpPr>
          <p:cxnSp>
            <p:nvCxnSpPr>
              <p:cNvPr id="221" name="Straight Connector 220">
                <a:extLst>
                  <a:ext uri="{FF2B5EF4-FFF2-40B4-BE49-F238E27FC236}">
                    <a16:creationId xmlns:a16="http://schemas.microsoft.com/office/drawing/2014/main" id="{B4CB57FA-44CE-299A-BEAC-007AE380DA94}"/>
                  </a:ext>
                </a:extLst>
              </p:cNvPr>
              <p:cNvCxnSpPr/>
              <p:nvPr/>
            </p:nvCxnSpPr>
            <p:spPr>
              <a:xfrm flipV="1">
                <a:off x="2963178" y="2789264"/>
                <a:ext cx="400050" cy="1"/>
              </a:xfrm>
              <a:prstGeom prst="line">
                <a:avLst/>
              </a:prstGeom>
              <a:noFill/>
              <a:ln w="19050" cap="flat" cmpd="sng" algn="ctr">
                <a:solidFill>
                  <a:schemeClr val="accent6">
                    <a:lumMod val="75000"/>
                  </a:schemeClr>
                </a:solidFill>
                <a:prstDash val="solid"/>
                <a:miter lim="800000"/>
              </a:ln>
              <a:effectLst/>
            </p:spPr>
          </p:cxnSp>
          <p:sp>
            <p:nvSpPr>
              <p:cNvPr id="226" name="Oval 225">
                <a:extLst>
                  <a:ext uri="{FF2B5EF4-FFF2-40B4-BE49-F238E27FC236}">
                    <a16:creationId xmlns:a16="http://schemas.microsoft.com/office/drawing/2014/main" id="{719C4765-5207-C4CE-A32B-5DDED7AE0D02}"/>
                  </a:ext>
                </a:extLst>
              </p:cNvPr>
              <p:cNvSpPr/>
              <p:nvPr/>
            </p:nvSpPr>
            <p:spPr>
              <a:xfrm>
                <a:off x="3370636" y="2725764"/>
                <a:ext cx="127000" cy="127000"/>
              </a:xfrm>
              <a:prstGeom prst="ellipse">
                <a:avLst/>
              </a:prstGeom>
              <a:solidFill>
                <a:sysClr val="window" lastClr="FFFFFF"/>
              </a:solidFill>
              <a:ln w="19050" cap="flat" cmpd="sng" algn="ctr">
                <a:solidFill>
                  <a:schemeClr val="accent6">
                    <a:lumMod val="75000"/>
                  </a:schemeClr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sp>
          <p:nvSpPr>
            <p:cNvPr id="227" name="TextBox 226">
              <a:extLst>
                <a:ext uri="{FF2B5EF4-FFF2-40B4-BE49-F238E27FC236}">
                  <a16:creationId xmlns:a16="http://schemas.microsoft.com/office/drawing/2014/main" id="{712AA58E-004D-8B78-2B21-B895ACA3E998}"/>
                </a:ext>
              </a:extLst>
            </p:cNvPr>
            <p:cNvSpPr txBox="1"/>
            <p:nvPr/>
          </p:nvSpPr>
          <p:spPr>
            <a:xfrm>
              <a:off x="3118241" y="2788541"/>
              <a:ext cx="631790" cy="2539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50" b="0" i="0" u="none" strike="noStrike" kern="0" cap="none" spc="0" normalizeH="0" baseline="0" noProof="0" dirty="0" err="1">
                  <a:ln>
                    <a:noFill/>
                  </a:ln>
                  <a:solidFill>
                    <a:srgbClr val="4EA72E">
                      <a:lumMod val="75000"/>
                    </a:srgbClr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mqtts</a:t>
              </a:r>
              <a:endParaRPr kumimoji="0" lang="en-GB" sz="1200" b="0" i="0" u="none" strike="noStrike" kern="0" cap="none" spc="0" normalizeH="0" baseline="0" noProof="0" dirty="0">
                <a:ln>
                  <a:noFill/>
                </a:ln>
                <a:solidFill>
                  <a:srgbClr val="4EA72E">
                    <a:lumMod val="75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270" name="Freeform: Shape 269">
            <a:extLst>
              <a:ext uri="{FF2B5EF4-FFF2-40B4-BE49-F238E27FC236}">
                <a16:creationId xmlns:a16="http://schemas.microsoft.com/office/drawing/2014/main" id="{F93AB00D-DF7E-2991-E405-85E321C4B9CE}"/>
              </a:ext>
            </a:extLst>
          </p:cNvPr>
          <p:cNvSpPr/>
          <p:nvPr/>
        </p:nvSpPr>
        <p:spPr>
          <a:xfrm>
            <a:off x="8793957" y="858269"/>
            <a:ext cx="274934" cy="287724"/>
          </a:xfrm>
          <a:custGeom>
            <a:avLst/>
            <a:gdLst>
              <a:gd name="connsiteX0" fmla="*/ 0 w 267789"/>
              <a:gd name="connsiteY0" fmla="*/ 0 h 277586"/>
              <a:gd name="connsiteX1" fmla="*/ 267789 w 267789"/>
              <a:gd name="connsiteY1" fmla="*/ 277586 h 277586"/>
              <a:gd name="connsiteX2" fmla="*/ 267789 w 267789"/>
              <a:gd name="connsiteY2" fmla="*/ 117566 h 277586"/>
              <a:gd name="connsiteX3" fmla="*/ 146957 w 267789"/>
              <a:gd name="connsiteY3" fmla="*/ 6531 h 277586"/>
              <a:gd name="connsiteX4" fmla="*/ 0 w 267789"/>
              <a:gd name="connsiteY4" fmla="*/ 0 h 277586"/>
              <a:gd name="connsiteX0" fmla="*/ 0 w 267789"/>
              <a:gd name="connsiteY0" fmla="*/ 613 h 278199"/>
              <a:gd name="connsiteX1" fmla="*/ 267789 w 267789"/>
              <a:gd name="connsiteY1" fmla="*/ 278199 h 278199"/>
              <a:gd name="connsiteX2" fmla="*/ 267789 w 267789"/>
              <a:gd name="connsiteY2" fmla="*/ 118179 h 278199"/>
              <a:gd name="connsiteX3" fmla="*/ 156482 w 267789"/>
              <a:gd name="connsiteY3" fmla="*/ 0 h 278199"/>
              <a:gd name="connsiteX4" fmla="*/ 0 w 267789"/>
              <a:gd name="connsiteY4" fmla="*/ 613 h 278199"/>
              <a:gd name="connsiteX0" fmla="*/ 0 w 270171"/>
              <a:gd name="connsiteY0" fmla="*/ 5375 h 278199"/>
              <a:gd name="connsiteX1" fmla="*/ 270171 w 270171"/>
              <a:gd name="connsiteY1" fmla="*/ 278199 h 278199"/>
              <a:gd name="connsiteX2" fmla="*/ 270171 w 270171"/>
              <a:gd name="connsiteY2" fmla="*/ 118179 h 278199"/>
              <a:gd name="connsiteX3" fmla="*/ 158864 w 270171"/>
              <a:gd name="connsiteY3" fmla="*/ 0 h 278199"/>
              <a:gd name="connsiteX4" fmla="*/ 0 w 270171"/>
              <a:gd name="connsiteY4" fmla="*/ 5375 h 278199"/>
              <a:gd name="connsiteX0" fmla="*/ 0 w 270171"/>
              <a:gd name="connsiteY0" fmla="*/ 5375 h 266292"/>
              <a:gd name="connsiteX1" fmla="*/ 263028 w 270171"/>
              <a:gd name="connsiteY1" fmla="*/ 266292 h 266292"/>
              <a:gd name="connsiteX2" fmla="*/ 270171 w 270171"/>
              <a:gd name="connsiteY2" fmla="*/ 118179 h 266292"/>
              <a:gd name="connsiteX3" fmla="*/ 158864 w 270171"/>
              <a:gd name="connsiteY3" fmla="*/ 0 h 266292"/>
              <a:gd name="connsiteX4" fmla="*/ 0 w 270171"/>
              <a:gd name="connsiteY4" fmla="*/ 5375 h 266292"/>
              <a:gd name="connsiteX0" fmla="*/ 0 w 274934"/>
              <a:gd name="connsiteY0" fmla="*/ 5375 h 287724"/>
              <a:gd name="connsiteX1" fmla="*/ 274934 w 274934"/>
              <a:gd name="connsiteY1" fmla="*/ 287724 h 287724"/>
              <a:gd name="connsiteX2" fmla="*/ 270171 w 274934"/>
              <a:gd name="connsiteY2" fmla="*/ 118179 h 287724"/>
              <a:gd name="connsiteX3" fmla="*/ 158864 w 274934"/>
              <a:gd name="connsiteY3" fmla="*/ 0 h 287724"/>
              <a:gd name="connsiteX4" fmla="*/ 0 w 274934"/>
              <a:gd name="connsiteY4" fmla="*/ 5375 h 2877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4934" h="287724">
                <a:moveTo>
                  <a:pt x="0" y="5375"/>
                </a:moveTo>
                <a:lnTo>
                  <a:pt x="274934" y="287724"/>
                </a:lnTo>
                <a:lnTo>
                  <a:pt x="270171" y="118179"/>
                </a:lnTo>
                <a:lnTo>
                  <a:pt x="158864" y="0"/>
                </a:lnTo>
                <a:lnTo>
                  <a:pt x="0" y="5375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grpSp>
        <p:nvGrpSpPr>
          <p:cNvPr id="253" name="Group 252">
            <a:extLst>
              <a:ext uri="{FF2B5EF4-FFF2-40B4-BE49-F238E27FC236}">
                <a16:creationId xmlns:a16="http://schemas.microsoft.com/office/drawing/2014/main" id="{613F9EBC-2A89-9222-C6ED-B92F63460EB0}"/>
              </a:ext>
            </a:extLst>
          </p:cNvPr>
          <p:cNvGrpSpPr/>
          <p:nvPr/>
        </p:nvGrpSpPr>
        <p:grpSpPr>
          <a:xfrm>
            <a:off x="11164420" y="3622704"/>
            <a:ext cx="970364" cy="1164438"/>
            <a:chOff x="10835927" y="2405227"/>
            <a:chExt cx="970364" cy="1164438"/>
          </a:xfrm>
        </p:grpSpPr>
        <p:pic>
          <p:nvPicPr>
            <p:cNvPr id="254" name="Picture 253">
              <a:extLst>
                <a:ext uri="{FF2B5EF4-FFF2-40B4-BE49-F238E27FC236}">
                  <a16:creationId xmlns:a16="http://schemas.microsoft.com/office/drawing/2014/main" id="{208E936E-D7C2-AD41-6FE2-53BBA43DFCC6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duotone>
                <a:schemeClr val="bg2">
                  <a:shade val="45000"/>
                  <a:satMod val="135000"/>
                </a:schemeClr>
                <a:prstClr val="white"/>
              </a:duotone>
            </a:blip>
            <a:stretch>
              <a:fillRect/>
            </a:stretch>
          </p:blipFill>
          <p:spPr>
            <a:xfrm>
              <a:off x="10835927" y="2405227"/>
              <a:ext cx="970364" cy="1164438"/>
            </a:xfrm>
            <a:prstGeom prst="rect">
              <a:avLst/>
            </a:prstGeom>
          </p:spPr>
        </p:pic>
        <p:pic>
          <p:nvPicPr>
            <p:cNvPr id="255" name="Picture 254" descr="Space4Water Portal">
              <a:extLst>
                <a:ext uri="{FF2B5EF4-FFF2-40B4-BE49-F238E27FC236}">
                  <a16:creationId xmlns:a16="http://schemas.microsoft.com/office/drawing/2014/main" id="{D4CFDFD0-B2E9-5E73-E0F3-29464AAC61D8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8">
              <a:duotone>
                <a:schemeClr val="bg2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555" t="31422" r="63711" b="36133"/>
            <a:stretch/>
          </p:blipFill>
          <p:spPr bwMode="auto">
            <a:xfrm rot="21430420">
              <a:off x="11363402" y="3178637"/>
              <a:ext cx="143756" cy="15176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329" name="Group 328">
            <a:extLst>
              <a:ext uri="{FF2B5EF4-FFF2-40B4-BE49-F238E27FC236}">
                <a16:creationId xmlns:a16="http://schemas.microsoft.com/office/drawing/2014/main" id="{DF47948A-9DAA-3826-89A7-1E8A510F1032}"/>
              </a:ext>
            </a:extLst>
          </p:cNvPr>
          <p:cNvGrpSpPr/>
          <p:nvPr/>
        </p:nvGrpSpPr>
        <p:grpSpPr>
          <a:xfrm>
            <a:off x="6091945" y="2291271"/>
            <a:ext cx="3910790" cy="1002588"/>
            <a:chOff x="6091945" y="2291271"/>
            <a:chExt cx="3910790" cy="1002588"/>
          </a:xfrm>
        </p:grpSpPr>
        <p:grpSp>
          <p:nvGrpSpPr>
            <p:cNvPr id="306" name="Group 305">
              <a:extLst>
                <a:ext uri="{FF2B5EF4-FFF2-40B4-BE49-F238E27FC236}">
                  <a16:creationId xmlns:a16="http://schemas.microsoft.com/office/drawing/2014/main" id="{FC1DB77B-692F-A090-0104-0C735A4F12B4}"/>
                </a:ext>
              </a:extLst>
            </p:cNvPr>
            <p:cNvGrpSpPr/>
            <p:nvPr/>
          </p:nvGrpSpPr>
          <p:grpSpPr>
            <a:xfrm>
              <a:off x="6091945" y="2291271"/>
              <a:ext cx="821464" cy="995698"/>
              <a:chOff x="9666460" y="941309"/>
              <a:chExt cx="821464" cy="995698"/>
            </a:xfrm>
          </p:grpSpPr>
          <p:sp>
            <p:nvSpPr>
              <p:cNvPr id="307" name="Rectangle: Rounded Corners 306">
                <a:extLst>
                  <a:ext uri="{FF2B5EF4-FFF2-40B4-BE49-F238E27FC236}">
                    <a16:creationId xmlns:a16="http://schemas.microsoft.com/office/drawing/2014/main" id="{96F5F8C2-ABE6-297C-0417-08B3111C0AD0}"/>
                  </a:ext>
                </a:extLst>
              </p:cNvPr>
              <p:cNvSpPr/>
              <p:nvPr/>
            </p:nvSpPr>
            <p:spPr>
              <a:xfrm>
                <a:off x="9762739" y="1285865"/>
                <a:ext cx="628907" cy="628907"/>
              </a:xfrm>
              <a:prstGeom prst="roundRect">
                <a:avLst>
                  <a:gd name="adj" fmla="val 8678"/>
                </a:avLst>
              </a:prstGeom>
              <a:solidFill>
                <a:schemeClr val="bg1"/>
              </a:solidFill>
              <a:ln w="28575">
                <a:solidFill>
                  <a:srgbClr val="3963DA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3963DA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308" name="TextBox 307">
                <a:extLst>
                  <a:ext uri="{FF2B5EF4-FFF2-40B4-BE49-F238E27FC236}">
                    <a16:creationId xmlns:a16="http://schemas.microsoft.com/office/drawing/2014/main" id="{7769653D-F661-D744-7233-CAB54A4A99AB}"/>
                  </a:ext>
                </a:extLst>
              </p:cNvPr>
              <p:cNvSpPr txBox="1"/>
              <p:nvPr/>
            </p:nvSpPr>
            <p:spPr>
              <a:xfrm>
                <a:off x="9666460" y="1475342"/>
                <a:ext cx="821464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3963DA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W2-GTS Gateway</a:t>
                </a:r>
              </a:p>
            </p:txBody>
          </p:sp>
          <p:grpSp>
            <p:nvGrpSpPr>
              <p:cNvPr id="309" name="Group 308">
                <a:extLst>
                  <a:ext uri="{FF2B5EF4-FFF2-40B4-BE49-F238E27FC236}">
                    <a16:creationId xmlns:a16="http://schemas.microsoft.com/office/drawing/2014/main" id="{8F477229-5009-52FF-33B8-518B39678ED3}"/>
                  </a:ext>
                </a:extLst>
              </p:cNvPr>
              <p:cNvGrpSpPr/>
              <p:nvPr/>
            </p:nvGrpSpPr>
            <p:grpSpPr>
              <a:xfrm>
                <a:off x="9815731" y="1019607"/>
                <a:ext cx="522922" cy="532516"/>
                <a:chOff x="9610100" y="3519705"/>
                <a:chExt cx="498392" cy="507536"/>
              </a:xfrm>
            </p:grpSpPr>
            <p:pic>
              <p:nvPicPr>
                <p:cNvPr id="311" name="Picture 310">
                  <a:extLst>
                    <a:ext uri="{FF2B5EF4-FFF2-40B4-BE49-F238E27FC236}">
                      <a16:creationId xmlns:a16="http://schemas.microsoft.com/office/drawing/2014/main" id="{327CE7E2-126A-15D6-4C80-4FBFBA755A6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9610100" y="3519705"/>
                  <a:ext cx="498392" cy="507536"/>
                </a:xfrm>
                <a:prstGeom prst="rect">
                  <a:avLst/>
                </a:prstGeom>
              </p:spPr>
            </p:pic>
            <p:pic>
              <p:nvPicPr>
                <p:cNvPr id="312" name="Picture 311">
                  <a:extLst>
                    <a:ext uri="{FF2B5EF4-FFF2-40B4-BE49-F238E27FC236}">
                      <a16:creationId xmlns:a16="http://schemas.microsoft.com/office/drawing/2014/main" id="{7FC11F7B-DCF7-F237-B965-FE83EA7A9D5A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9"/>
                <a:srcRect l="6381" t="6381" r="6381" b="6381"/>
                <a:stretch/>
              </p:blipFill>
              <p:spPr>
                <a:xfrm>
                  <a:off x="9680900" y="3595077"/>
                  <a:ext cx="356792" cy="356792"/>
                </a:xfrm>
                <a:prstGeom prst="ellipse">
                  <a:avLst/>
                </a:prstGeom>
                <a:solidFill>
                  <a:schemeClr val="bg1"/>
                </a:solidFill>
              </p:spPr>
            </p:pic>
          </p:grpSp>
          <p:pic>
            <p:nvPicPr>
              <p:cNvPr id="310" name="Picture 309">
                <a:extLst>
                  <a:ext uri="{FF2B5EF4-FFF2-40B4-BE49-F238E27FC236}">
                    <a16:creationId xmlns:a16="http://schemas.microsoft.com/office/drawing/2014/main" id="{8E04E107-89CB-C718-8274-8BD79DA5FA5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/>
              <a:srcRect l="70600" t="4796" r="541" b="37615"/>
              <a:stretch/>
            </p:blipFill>
            <p:spPr>
              <a:xfrm>
                <a:off x="10136699" y="941309"/>
                <a:ext cx="255340" cy="266096"/>
              </a:xfrm>
              <a:prstGeom prst="ellipse">
                <a:avLst/>
              </a:prstGeom>
            </p:spPr>
          </p:pic>
        </p:grpSp>
        <p:grpSp>
          <p:nvGrpSpPr>
            <p:cNvPr id="313" name="Group 312">
              <a:extLst>
                <a:ext uri="{FF2B5EF4-FFF2-40B4-BE49-F238E27FC236}">
                  <a16:creationId xmlns:a16="http://schemas.microsoft.com/office/drawing/2014/main" id="{82465744-5AA3-CB7C-4304-0F3D976C7103}"/>
                </a:ext>
              </a:extLst>
            </p:cNvPr>
            <p:cNvGrpSpPr/>
            <p:nvPr/>
          </p:nvGrpSpPr>
          <p:grpSpPr>
            <a:xfrm>
              <a:off x="9181271" y="2300144"/>
              <a:ext cx="821464" cy="993715"/>
              <a:chOff x="10807402" y="1038680"/>
              <a:chExt cx="821464" cy="993715"/>
            </a:xfrm>
          </p:grpSpPr>
          <p:sp>
            <p:nvSpPr>
              <p:cNvPr id="314" name="Rectangle: Rounded Corners 313">
                <a:extLst>
                  <a:ext uri="{FF2B5EF4-FFF2-40B4-BE49-F238E27FC236}">
                    <a16:creationId xmlns:a16="http://schemas.microsoft.com/office/drawing/2014/main" id="{5F2B7CE2-5232-4BD4-8F68-FCB1298C43C7}"/>
                  </a:ext>
                </a:extLst>
              </p:cNvPr>
              <p:cNvSpPr/>
              <p:nvPr/>
            </p:nvSpPr>
            <p:spPr>
              <a:xfrm>
                <a:off x="10903681" y="1381253"/>
                <a:ext cx="628907" cy="628907"/>
              </a:xfrm>
              <a:prstGeom prst="roundRect">
                <a:avLst>
                  <a:gd name="adj" fmla="val 8678"/>
                </a:avLst>
              </a:prstGeom>
              <a:solidFill>
                <a:schemeClr val="bg1"/>
              </a:solidFill>
              <a:ln w="28575">
                <a:solidFill>
                  <a:srgbClr val="3963DA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3963DA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315" name="TextBox 314">
                <a:extLst>
                  <a:ext uri="{FF2B5EF4-FFF2-40B4-BE49-F238E27FC236}">
                    <a16:creationId xmlns:a16="http://schemas.microsoft.com/office/drawing/2014/main" id="{540109DC-3D82-28E8-5F9D-334E39D54CA5}"/>
                  </a:ext>
                </a:extLst>
              </p:cNvPr>
              <p:cNvSpPr txBox="1"/>
              <p:nvPr/>
            </p:nvSpPr>
            <p:spPr>
              <a:xfrm>
                <a:off x="10807402" y="1570730"/>
                <a:ext cx="821464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3963DA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W2-GTS Gateway</a:t>
                </a:r>
              </a:p>
            </p:txBody>
          </p:sp>
          <p:grpSp>
            <p:nvGrpSpPr>
              <p:cNvPr id="316" name="Group 315">
                <a:extLst>
                  <a:ext uri="{FF2B5EF4-FFF2-40B4-BE49-F238E27FC236}">
                    <a16:creationId xmlns:a16="http://schemas.microsoft.com/office/drawing/2014/main" id="{3E223745-8F1B-6A67-4F76-EF7018B8EE7D}"/>
                  </a:ext>
                </a:extLst>
              </p:cNvPr>
              <p:cNvGrpSpPr/>
              <p:nvPr/>
            </p:nvGrpSpPr>
            <p:grpSpPr>
              <a:xfrm>
                <a:off x="10956673" y="1114995"/>
                <a:ext cx="522922" cy="532516"/>
                <a:chOff x="9610100" y="3519705"/>
                <a:chExt cx="498392" cy="507536"/>
              </a:xfrm>
            </p:grpSpPr>
            <p:pic>
              <p:nvPicPr>
                <p:cNvPr id="318" name="Picture 317">
                  <a:extLst>
                    <a:ext uri="{FF2B5EF4-FFF2-40B4-BE49-F238E27FC236}">
                      <a16:creationId xmlns:a16="http://schemas.microsoft.com/office/drawing/2014/main" id="{560CB525-AB91-E762-C042-FA36E6FC6633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9610100" y="3519705"/>
                  <a:ext cx="498392" cy="507536"/>
                </a:xfrm>
                <a:prstGeom prst="rect">
                  <a:avLst/>
                </a:prstGeom>
              </p:spPr>
            </p:pic>
            <p:pic>
              <p:nvPicPr>
                <p:cNvPr id="319" name="Picture 318">
                  <a:extLst>
                    <a:ext uri="{FF2B5EF4-FFF2-40B4-BE49-F238E27FC236}">
                      <a16:creationId xmlns:a16="http://schemas.microsoft.com/office/drawing/2014/main" id="{D65D71DE-561E-687A-6B48-575FC082F136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9"/>
                <a:srcRect l="6381" t="6381" r="6381" b="6381"/>
                <a:stretch/>
              </p:blipFill>
              <p:spPr>
                <a:xfrm>
                  <a:off x="9680900" y="3595077"/>
                  <a:ext cx="356792" cy="356792"/>
                </a:xfrm>
                <a:prstGeom prst="ellipse">
                  <a:avLst/>
                </a:prstGeom>
                <a:solidFill>
                  <a:schemeClr val="bg1"/>
                </a:solidFill>
              </p:spPr>
            </p:pic>
          </p:grpSp>
          <p:pic>
            <p:nvPicPr>
              <p:cNvPr id="317" name="Picture 316">
                <a:extLst>
                  <a:ext uri="{FF2B5EF4-FFF2-40B4-BE49-F238E27FC236}">
                    <a16:creationId xmlns:a16="http://schemas.microsoft.com/office/drawing/2014/main" id="{5A7DE66C-2924-FBFD-5547-DD2CAF44E21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/>
              <a:srcRect l="-953" t="6033" r="72094" b="41106"/>
              <a:stretch/>
            </p:blipFill>
            <p:spPr>
              <a:xfrm>
                <a:off x="11283093" y="1038680"/>
                <a:ext cx="255340" cy="244246"/>
              </a:xfrm>
              <a:prstGeom prst="ellipse">
                <a:avLst/>
              </a:prstGeom>
            </p:spPr>
          </p:pic>
        </p:grpSp>
      </p:grpSp>
      <p:sp>
        <p:nvSpPr>
          <p:cNvPr id="30" name="TextBox 29">
            <a:extLst>
              <a:ext uri="{FF2B5EF4-FFF2-40B4-BE49-F238E27FC236}">
                <a16:creationId xmlns:a16="http://schemas.microsoft.com/office/drawing/2014/main" id="{56AA530C-2571-556C-5873-82DD5F491AC4}"/>
              </a:ext>
            </a:extLst>
          </p:cNvPr>
          <p:cNvSpPr txBox="1"/>
          <p:nvPr/>
        </p:nvSpPr>
        <p:spPr>
          <a:xfrm>
            <a:off x="2059127" y="4567522"/>
            <a:ext cx="117919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1" i="0" u="none" strike="noStrike" kern="0" cap="none" spc="0" normalizeH="0" baseline="0" noProof="0" dirty="0">
                <a:ln>
                  <a:noFill/>
                </a:ln>
                <a:solidFill>
                  <a:srgbClr val="E8E8E8">
                    <a:lumMod val="75000"/>
                  </a:srgbClr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ISMD01TEST</a:t>
            </a:r>
            <a:endParaRPr kumimoji="0" lang="en-GB" sz="1600" b="1" i="0" u="none" strike="noStrike" kern="0" cap="none" spc="0" normalizeH="0" baseline="0" noProof="0" dirty="0">
              <a:ln>
                <a:noFill/>
              </a:ln>
              <a:solidFill>
                <a:srgbClr val="E8E8E8">
                  <a:lumMod val="75000"/>
                </a:srgbClr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+mn-cs"/>
            </a:endParaRPr>
          </a:p>
        </p:txBody>
      </p:sp>
      <p:grpSp>
        <p:nvGrpSpPr>
          <p:cNvPr id="268" name="Group 267">
            <a:extLst>
              <a:ext uri="{FF2B5EF4-FFF2-40B4-BE49-F238E27FC236}">
                <a16:creationId xmlns:a16="http://schemas.microsoft.com/office/drawing/2014/main" id="{7B7AAA6B-FDC1-9111-BCE7-535D1C1E433B}"/>
              </a:ext>
            </a:extLst>
          </p:cNvPr>
          <p:cNvGrpSpPr/>
          <p:nvPr/>
        </p:nvGrpSpPr>
        <p:grpSpPr>
          <a:xfrm>
            <a:off x="4281843" y="3568446"/>
            <a:ext cx="6980718" cy="2603109"/>
            <a:chOff x="4281843" y="3577971"/>
            <a:chExt cx="6980718" cy="2603109"/>
          </a:xfrm>
        </p:grpSpPr>
        <p:grpSp>
          <p:nvGrpSpPr>
            <p:cNvPr id="269" name="Group 268">
              <a:extLst>
                <a:ext uri="{FF2B5EF4-FFF2-40B4-BE49-F238E27FC236}">
                  <a16:creationId xmlns:a16="http://schemas.microsoft.com/office/drawing/2014/main" id="{1205BFC9-BEB7-5DBD-1666-1C3F201B0D50}"/>
                </a:ext>
              </a:extLst>
            </p:cNvPr>
            <p:cNvGrpSpPr/>
            <p:nvPr/>
          </p:nvGrpSpPr>
          <p:grpSpPr>
            <a:xfrm>
              <a:off x="4281843" y="4427055"/>
              <a:ext cx="628907" cy="628907"/>
              <a:chOff x="2867802" y="3950805"/>
              <a:chExt cx="628907" cy="628907"/>
            </a:xfrm>
          </p:grpSpPr>
          <p:sp>
            <p:nvSpPr>
              <p:cNvPr id="296" name="Oval 295">
                <a:extLst>
                  <a:ext uri="{FF2B5EF4-FFF2-40B4-BE49-F238E27FC236}">
                    <a16:creationId xmlns:a16="http://schemas.microsoft.com/office/drawing/2014/main" id="{65AE2E44-B5DD-8BFC-335B-18C218507D40}"/>
                  </a:ext>
                </a:extLst>
              </p:cNvPr>
              <p:cNvSpPr/>
              <p:nvPr/>
            </p:nvSpPr>
            <p:spPr>
              <a:xfrm>
                <a:off x="2867802" y="3950805"/>
                <a:ext cx="628907" cy="628907"/>
              </a:xfrm>
              <a:prstGeom prst="ellipse">
                <a:avLst/>
              </a:prstGeom>
              <a:solidFill>
                <a:schemeClr val="bg1"/>
              </a:solidFill>
              <a:ln w="28575"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297" name="TextBox 296">
                <a:extLst>
                  <a:ext uri="{FF2B5EF4-FFF2-40B4-BE49-F238E27FC236}">
                    <a16:creationId xmlns:a16="http://schemas.microsoft.com/office/drawing/2014/main" id="{C99F01DB-AEC2-5064-7666-1A578E2B331A}"/>
                  </a:ext>
                </a:extLst>
              </p:cNvPr>
              <p:cNvSpPr txBox="1"/>
              <p:nvPr/>
            </p:nvSpPr>
            <p:spPr>
              <a:xfrm>
                <a:off x="2949594" y="4126758"/>
                <a:ext cx="465322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2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white">
                        <a:lumMod val="85000"/>
                      </a:prstClr>
                    </a:solidFill>
                    <a:effectLst/>
                    <a:uLnTx/>
                    <a:uFillTx/>
                    <a:latin typeface="Aptos" panose="020B0004020202020204" pitchFamily="34" charset="0"/>
                    <a:ea typeface="+mn-ea"/>
                    <a:cs typeface="Arial" panose="020B0604020202020204" pitchFamily="34" charset="0"/>
                  </a:rPr>
                  <a:t>RTH</a:t>
                </a:r>
              </a:p>
            </p:txBody>
          </p:sp>
        </p:grpSp>
        <p:grpSp>
          <p:nvGrpSpPr>
            <p:cNvPr id="272" name="Group 271">
              <a:extLst>
                <a:ext uri="{FF2B5EF4-FFF2-40B4-BE49-F238E27FC236}">
                  <a16:creationId xmlns:a16="http://schemas.microsoft.com/office/drawing/2014/main" id="{CE260CB2-5C00-D490-7324-46829AE5F684}"/>
                </a:ext>
              </a:extLst>
            </p:cNvPr>
            <p:cNvGrpSpPr/>
            <p:nvPr/>
          </p:nvGrpSpPr>
          <p:grpSpPr>
            <a:xfrm>
              <a:off x="6188224" y="3577971"/>
              <a:ext cx="628907" cy="628907"/>
              <a:chOff x="2867802" y="3950805"/>
              <a:chExt cx="628907" cy="628907"/>
            </a:xfrm>
          </p:grpSpPr>
          <p:sp>
            <p:nvSpPr>
              <p:cNvPr id="294" name="Oval 293">
                <a:extLst>
                  <a:ext uri="{FF2B5EF4-FFF2-40B4-BE49-F238E27FC236}">
                    <a16:creationId xmlns:a16="http://schemas.microsoft.com/office/drawing/2014/main" id="{A200616B-9DE8-F7E3-9E8D-6EED337F4344}"/>
                  </a:ext>
                </a:extLst>
              </p:cNvPr>
              <p:cNvSpPr/>
              <p:nvPr/>
            </p:nvSpPr>
            <p:spPr>
              <a:xfrm>
                <a:off x="2867802" y="3950805"/>
                <a:ext cx="628907" cy="628907"/>
              </a:xfrm>
              <a:prstGeom prst="ellipse">
                <a:avLst/>
              </a:prstGeom>
              <a:solidFill>
                <a:schemeClr val="bg1"/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295" name="TextBox 294">
                <a:extLst>
                  <a:ext uri="{FF2B5EF4-FFF2-40B4-BE49-F238E27FC236}">
                    <a16:creationId xmlns:a16="http://schemas.microsoft.com/office/drawing/2014/main" id="{33E77056-70E6-2A56-8238-E8F47896E09F}"/>
                  </a:ext>
                </a:extLst>
              </p:cNvPr>
              <p:cNvSpPr txBox="1"/>
              <p:nvPr/>
            </p:nvSpPr>
            <p:spPr>
              <a:xfrm>
                <a:off x="2949594" y="4068702"/>
                <a:ext cx="465322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2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ptos" panose="020B0004020202020204" pitchFamily="34" charset="0"/>
                    <a:ea typeface="+mn-ea"/>
                    <a:cs typeface="Arial" panose="020B0604020202020204" pitchFamily="34" charset="0"/>
                  </a:rPr>
                  <a:t>RTH</a:t>
                </a:r>
              </a:p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8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ptos" panose="020B0004020202020204" pitchFamily="34" charset="0"/>
                    <a:ea typeface="+mn-ea"/>
                    <a:cs typeface="Arial" panose="020B0604020202020204" pitchFamily="34" charset="0"/>
                  </a:rPr>
                  <a:t>Exeter</a:t>
                </a:r>
              </a:p>
            </p:txBody>
          </p:sp>
        </p:grpSp>
        <p:grpSp>
          <p:nvGrpSpPr>
            <p:cNvPr id="273" name="Group 272">
              <a:extLst>
                <a:ext uri="{FF2B5EF4-FFF2-40B4-BE49-F238E27FC236}">
                  <a16:creationId xmlns:a16="http://schemas.microsoft.com/office/drawing/2014/main" id="{D2612BD5-A139-288C-3E39-AECEFC57C4BA}"/>
                </a:ext>
              </a:extLst>
            </p:cNvPr>
            <p:cNvGrpSpPr/>
            <p:nvPr/>
          </p:nvGrpSpPr>
          <p:grpSpPr>
            <a:xfrm>
              <a:off x="9293175" y="3577971"/>
              <a:ext cx="628907" cy="628907"/>
              <a:chOff x="2867802" y="3950805"/>
              <a:chExt cx="628907" cy="628907"/>
            </a:xfrm>
          </p:grpSpPr>
          <p:sp>
            <p:nvSpPr>
              <p:cNvPr id="292" name="Oval 291">
                <a:extLst>
                  <a:ext uri="{FF2B5EF4-FFF2-40B4-BE49-F238E27FC236}">
                    <a16:creationId xmlns:a16="http://schemas.microsoft.com/office/drawing/2014/main" id="{B7A44E90-7594-A23C-74EF-06D112CC272B}"/>
                  </a:ext>
                </a:extLst>
              </p:cNvPr>
              <p:cNvSpPr/>
              <p:nvPr/>
            </p:nvSpPr>
            <p:spPr>
              <a:xfrm>
                <a:off x="2867802" y="3950805"/>
                <a:ext cx="628907" cy="628907"/>
              </a:xfrm>
              <a:prstGeom prst="ellipse">
                <a:avLst/>
              </a:prstGeom>
              <a:solidFill>
                <a:schemeClr val="bg1"/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293" name="TextBox 292">
                <a:extLst>
                  <a:ext uri="{FF2B5EF4-FFF2-40B4-BE49-F238E27FC236}">
                    <a16:creationId xmlns:a16="http://schemas.microsoft.com/office/drawing/2014/main" id="{6A937192-C919-222E-FF35-0BB596A4D170}"/>
                  </a:ext>
                </a:extLst>
              </p:cNvPr>
              <p:cNvSpPr txBox="1"/>
              <p:nvPr/>
            </p:nvSpPr>
            <p:spPr>
              <a:xfrm>
                <a:off x="2932200" y="4068702"/>
                <a:ext cx="500110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2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ptos" panose="020B0004020202020204" pitchFamily="34" charset="0"/>
                    <a:ea typeface="+mn-ea"/>
                    <a:cs typeface="Arial" panose="020B0604020202020204" pitchFamily="34" charset="0"/>
                  </a:rPr>
                  <a:t>RTH</a:t>
                </a:r>
              </a:p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8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ptos" panose="020B0004020202020204" pitchFamily="34" charset="0"/>
                    <a:ea typeface="+mn-ea"/>
                    <a:cs typeface="Arial" panose="020B0604020202020204" pitchFamily="34" charset="0"/>
                  </a:rPr>
                  <a:t>Beijing</a:t>
                </a:r>
                <a:endParaRPr kumimoji="0" lang="en-GB" sz="7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0B0004020202020204" pitchFamily="34" charset="0"/>
                  <a:ea typeface="+mn-ea"/>
                  <a:cs typeface="Arial" panose="020B0604020202020204" pitchFamily="34" charset="0"/>
                </a:endParaRPr>
              </a:p>
            </p:txBody>
          </p:sp>
        </p:grpSp>
        <p:grpSp>
          <p:nvGrpSpPr>
            <p:cNvPr id="274" name="Group 273">
              <a:extLst>
                <a:ext uri="{FF2B5EF4-FFF2-40B4-BE49-F238E27FC236}">
                  <a16:creationId xmlns:a16="http://schemas.microsoft.com/office/drawing/2014/main" id="{71C0DD9B-89D3-F727-A35F-54926D53B5D2}"/>
                </a:ext>
              </a:extLst>
            </p:cNvPr>
            <p:cNvGrpSpPr/>
            <p:nvPr/>
          </p:nvGrpSpPr>
          <p:grpSpPr>
            <a:xfrm>
              <a:off x="6521485" y="5413675"/>
              <a:ext cx="628907" cy="628907"/>
              <a:chOff x="2867802" y="3950805"/>
              <a:chExt cx="628907" cy="628907"/>
            </a:xfrm>
          </p:grpSpPr>
          <p:sp>
            <p:nvSpPr>
              <p:cNvPr id="290" name="Oval 289">
                <a:extLst>
                  <a:ext uri="{FF2B5EF4-FFF2-40B4-BE49-F238E27FC236}">
                    <a16:creationId xmlns:a16="http://schemas.microsoft.com/office/drawing/2014/main" id="{2DB2058A-4D72-F90F-A371-8A99232A961A}"/>
                  </a:ext>
                </a:extLst>
              </p:cNvPr>
              <p:cNvSpPr/>
              <p:nvPr/>
            </p:nvSpPr>
            <p:spPr>
              <a:xfrm>
                <a:off x="2867802" y="3950805"/>
                <a:ext cx="628907" cy="628907"/>
              </a:xfrm>
              <a:prstGeom prst="ellipse">
                <a:avLst/>
              </a:prstGeom>
              <a:solidFill>
                <a:schemeClr val="bg1"/>
              </a:solidFill>
              <a:ln w="28575"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>
                      <a:lumMod val="65000"/>
                    </a:prstClr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291" name="TextBox 290">
                <a:extLst>
                  <a:ext uri="{FF2B5EF4-FFF2-40B4-BE49-F238E27FC236}">
                    <a16:creationId xmlns:a16="http://schemas.microsoft.com/office/drawing/2014/main" id="{DBE035C3-7774-65A0-6E29-88D9AA3FC5EF}"/>
                  </a:ext>
                </a:extLst>
              </p:cNvPr>
              <p:cNvSpPr txBox="1"/>
              <p:nvPr/>
            </p:nvSpPr>
            <p:spPr>
              <a:xfrm>
                <a:off x="2949594" y="4126758"/>
                <a:ext cx="465322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2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white">
                        <a:lumMod val="85000"/>
                      </a:prstClr>
                    </a:solidFill>
                    <a:effectLst/>
                    <a:uLnTx/>
                    <a:uFillTx/>
                    <a:latin typeface="Aptos" panose="020B0004020202020204" pitchFamily="34" charset="0"/>
                    <a:ea typeface="+mn-ea"/>
                    <a:cs typeface="Arial" panose="020B0604020202020204" pitchFamily="34" charset="0"/>
                  </a:rPr>
                  <a:t>RTH</a:t>
                </a:r>
              </a:p>
            </p:txBody>
          </p:sp>
        </p:grpSp>
        <p:grpSp>
          <p:nvGrpSpPr>
            <p:cNvPr id="275" name="Group 274">
              <a:extLst>
                <a:ext uri="{FF2B5EF4-FFF2-40B4-BE49-F238E27FC236}">
                  <a16:creationId xmlns:a16="http://schemas.microsoft.com/office/drawing/2014/main" id="{DF08F8B5-BD3A-0270-3E44-354B5426E136}"/>
                </a:ext>
              </a:extLst>
            </p:cNvPr>
            <p:cNvGrpSpPr/>
            <p:nvPr/>
          </p:nvGrpSpPr>
          <p:grpSpPr>
            <a:xfrm>
              <a:off x="8862418" y="5165872"/>
              <a:ext cx="628907" cy="628907"/>
              <a:chOff x="2867802" y="3950805"/>
              <a:chExt cx="628907" cy="628907"/>
            </a:xfrm>
          </p:grpSpPr>
          <p:sp>
            <p:nvSpPr>
              <p:cNvPr id="288" name="Oval 287">
                <a:extLst>
                  <a:ext uri="{FF2B5EF4-FFF2-40B4-BE49-F238E27FC236}">
                    <a16:creationId xmlns:a16="http://schemas.microsoft.com/office/drawing/2014/main" id="{21FC2B47-C32D-9B41-45D6-C30294F58998}"/>
                  </a:ext>
                </a:extLst>
              </p:cNvPr>
              <p:cNvSpPr/>
              <p:nvPr/>
            </p:nvSpPr>
            <p:spPr>
              <a:xfrm>
                <a:off x="2867802" y="3950805"/>
                <a:ext cx="628907" cy="628907"/>
              </a:xfrm>
              <a:prstGeom prst="ellipse">
                <a:avLst/>
              </a:prstGeom>
              <a:solidFill>
                <a:schemeClr val="bg1"/>
              </a:solidFill>
              <a:ln w="28575"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>
                      <a:lumMod val="65000"/>
                    </a:prstClr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289" name="TextBox 288">
                <a:extLst>
                  <a:ext uri="{FF2B5EF4-FFF2-40B4-BE49-F238E27FC236}">
                    <a16:creationId xmlns:a16="http://schemas.microsoft.com/office/drawing/2014/main" id="{6FE5D9D7-2E1A-F4B5-52F3-3C57BB3B902E}"/>
                  </a:ext>
                </a:extLst>
              </p:cNvPr>
              <p:cNvSpPr txBox="1"/>
              <p:nvPr/>
            </p:nvSpPr>
            <p:spPr>
              <a:xfrm>
                <a:off x="2949594" y="4126758"/>
                <a:ext cx="465322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2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white">
                        <a:lumMod val="85000"/>
                      </a:prstClr>
                    </a:solidFill>
                    <a:effectLst/>
                    <a:uLnTx/>
                    <a:uFillTx/>
                    <a:latin typeface="Aptos" panose="020B0004020202020204" pitchFamily="34" charset="0"/>
                    <a:ea typeface="+mn-ea"/>
                    <a:cs typeface="Arial" panose="020B0604020202020204" pitchFamily="34" charset="0"/>
                  </a:rPr>
                  <a:t>RTH</a:t>
                </a:r>
              </a:p>
            </p:txBody>
          </p:sp>
        </p:grpSp>
        <p:grpSp>
          <p:nvGrpSpPr>
            <p:cNvPr id="276" name="Group 275">
              <a:extLst>
                <a:ext uri="{FF2B5EF4-FFF2-40B4-BE49-F238E27FC236}">
                  <a16:creationId xmlns:a16="http://schemas.microsoft.com/office/drawing/2014/main" id="{F423EFE2-9B68-FA95-B9AE-D93AC78F032A}"/>
                </a:ext>
              </a:extLst>
            </p:cNvPr>
            <p:cNvGrpSpPr/>
            <p:nvPr/>
          </p:nvGrpSpPr>
          <p:grpSpPr>
            <a:xfrm>
              <a:off x="7543240" y="4536965"/>
              <a:ext cx="628907" cy="628907"/>
              <a:chOff x="2867802" y="3950805"/>
              <a:chExt cx="628907" cy="628907"/>
            </a:xfrm>
          </p:grpSpPr>
          <p:sp>
            <p:nvSpPr>
              <p:cNvPr id="286" name="Oval 285">
                <a:extLst>
                  <a:ext uri="{FF2B5EF4-FFF2-40B4-BE49-F238E27FC236}">
                    <a16:creationId xmlns:a16="http://schemas.microsoft.com/office/drawing/2014/main" id="{BBD6FCA3-EA0F-8A78-F96A-0BC405A30FF9}"/>
                  </a:ext>
                </a:extLst>
              </p:cNvPr>
              <p:cNvSpPr/>
              <p:nvPr/>
            </p:nvSpPr>
            <p:spPr>
              <a:xfrm>
                <a:off x="2867802" y="3950805"/>
                <a:ext cx="628907" cy="628907"/>
              </a:xfrm>
              <a:prstGeom prst="ellipse">
                <a:avLst/>
              </a:prstGeom>
              <a:solidFill>
                <a:schemeClr val="bg1"/>
              </a:solidFill>
              <a:ln w="28575"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>
                      <a:lumMod val="65000"/>
                    </a:prstClr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287" name="TextBox 286">
                <a:extLst>
                  <a:ext uri="{FF2B5EF4-FFF2-40B4-BE49-F238E27FC236}">
                    <a16:creationId xmlns:a16="http://schemas.microsoft.com/office/drawing/2014/main" id="{B580872E-D813-7AB4-C0DE-4E5654502C7C}"/>
                  </a:ext>
                </a:extLst>
              </p:cNvPr>
              <p:cNvSpPr txBox="1"/>
              <p:nvPr/>
            </p:nvSpPr>
            <p:spPr>
              <a:xfrm>
                <a:off x="2949594" y="4126758"/>
                <a:ext cx="465322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2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white">
                        <a:lumMod val="85000"/>
                      </a:prstClr>
                    </a:solidFill>
                    <a:effectLst/>
                    <a:uLnTx/>
                    <a:uFillTx/>
                    <a:latin typeface="Aptos" panose="020B0004020202020204" pitchFamily="34" charset="0"/>
                    <a:ea typeface="+mn-ea"/>
                    <a:cs typeface="Arial" panose="020B0604020202020204" pitchFamily="34" charset="0"/>
                  </a:rPr>
                  <a:t>RTH</a:t>
                </a:r>
              </a:p>
            </p:txBody>
          </p:sp>
        </p:grpSp>
        <p:grpSp>
          <p:nvGrpSpPr>
            <p:cNvPr id="283" name="Group 282">
              <a:extLst>
                <a:ext uri="{FF2B5EF4-FFF2-40B4-BE49-F238E27FC236}">
                  <a16:creationId xmlns:a16="http://schemas.microsoft.com/office/drawing/2014/main" id="{A33E7AE3-66C7-378E-ADE4-10F258FC9B23}"/>
                </a:ext>
              </a:extLst>
            </p:cNvPr>
            <p:cNvGrpSpPr/>
            <p:nvPr/>
          </p:nvGrpSpPr>
          <p:grpSpPr>
            <a:xfrm>
              <a:off x="10510969" y="5552173"/>
              <a:ext cx="751592" cy="628907"/>
              <a:chOff x="10510969" y="5552173"/>
              <a:chExt cx="751592" cy="628907"/>
            </a:xfrm>
          </p:grpSpPr>
          <p:sp>
            <p:nvSpPr>
              <p:cNvPr id="284" name="Rectangle: Rounded Corners 283">
                <a:extLst>
                  <a:ext uri="{FF2B5EF4-FFF2-40B4-BE49-F238E27FC236}">
                    <a16:creationId xmlns:a16="http://schemas.microsoft.com/office/drawing/2014/main" id="{143254EF-99F5-3310-0084-DFF845D6FF45}"/>
                  </a:ext>
                </a:extLst>
              </p:cNvPr>
              <p:cNvSpPr/>
              <p:nvPr/>
            </p:nvSpPr>
            <p:spPr>
              <a:xfrm>
                <a:off x="10572312" y="5552173"/>
                <a:ext cx="628907" cy="628907"/>
              </a:xfrm>
              <a:prstGeom prst="roundRect">
                <a:avLst>
                  <a:gd name="adj" fmla="val 8678"/>
                </a:avLst>
              </a:prstGeom>
              <a:solidFill>
                <a:schemeClr val="bg1"/>
              </a:solidFill>
              <a:ln w="28575"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285" name="TextBox 284">
                <a:extLst>
                  <a:ext uri="{FF2B5EF4-FFF2-40B4-BE49-F238E27FC236}">
                    <a16:creationId xmlns:a16="http://schemas.microsoft.com/office/drawing/2014/main" id="{4F1CC818-AAE7-B568-99E8-3EFCB3D7C359}"/>
                  </a:ext>
                </a:extLst>
              </p:cNvPr>
              <p:cNvSpPr txBox="1"/>
              <p:nvPr/>
            </p:nvSpPr>
            <p:spPr>
              <a:xfrm>
                <a:off x="10510969" y="5728127"/>
                <a:ext cx="751592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2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white">
                        <a:lumMod val="85000"/>
                      </a:prstClr>
                    </a:solidFill>
                    <a:effectLst/>
                    <a:uLnTx/>
                    <a:uFillTx/>
                    <a:latin typeface="Aptos" panose="020B0004020202020204" pitchFamily="34" charset="0"/>
                    <a:ea typeface="+mn-ea"/>
                    <a:cs typeface="Arial" panose="020B0604020202020204" pitchFamily="34" charset="0"/>
                  </a:rPr>
                  <a:t>WDQMS</a:t>
                </a:r>
              </a:p>
            </p:txBody>
          </p:sp>
        </p:grpSp>
      </p:grpSp>
      <p:cxnSp>
        <p:nvCxnSpPr>
          <p:cNvPr id="338" name="Straight Arrow Connector 337">
            <a:extLst>
              <a:ext uri="{FF2B5EF4-FFF2-40B4-BE49-F238E27FC236}">
                <a16:creationId xmlns:a16="http://schemas.microsoft.com/office/drawing/2014/main" id="{641E339D-F70B-0FEC-48AD-899C6096E0E1}"/>
              </a:ext>
            </a:extLst>
          </p:cNvPr>
          <p:cNvCxnSpPr>
            <a:cxnSpLocks/>
          </p:cNvCxnSpPr>
          <p:nvPr/>
        </p:nvCxnSpPr>
        <p:spPr>
          <a:xfrm>
            <a:off x="6505853" y="3293859"/>
            <a:ext cx="0" cy="265613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9" name="Straight Arrow Connector 338">
            <a:extLst>
              <a:ext uri="{FF2B5EF4-FFF2-40B4-BE49-F238E27FC236}">
                <a16:creationId xmlns:a16="http://schemas.microsoft.com/office/drawing/2014/main" id="{7286AE8C-F2C8-3B07-84D3-357411F95DDD}"/>
              </a:ext>
            </a:extLst>
          </p:cNvPr>
          <p:cNvCxnSpPr>
            <a:cxnSpLocks/>
          </p:cNvCxnSpPr>
          <p:nvPr/>
        </p:nvCxnSpPr>
        <p:spPr>
          <a:xfrm>
            <a:off x="9602289" y="3297767"/>
            <a:ext cx="0" cy="256088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7" name="Picture 26">
            <a:extLst>
              <a:ext uri="{FF2B5EF4-FFF2-40B4-BE49-F238E27FC236}">
                <a16:creationId xmlns:a16="http://schemas.microsoft.com/office/drawing/2014/main" id="{8821B016-4DC2-B6C5-31BF-853BAE6C163F}"/>
              </a:ext>
            </a:extLst>
          </p:cNvPr>
          <p:cNvPicPr>
            <a:picLocks noChangeAspect="1"/>
          </p:cNvPicPr>
          <p:nvPr/>
        </p:nvPicPr>
        <p:blipFill>
          <a:blip r:embed="rId11">
            <a:duotone>
              <a:schemeClr val="bg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4970899" y="1156406"/>
            <a:ext cx="823031" cy="963251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1DACFA5A-E99B-2B1D-DA75-309F9A5407AB}"/>
              </a:ext>
            </a:extLst>
          </p:cNvPr>
          <p:cNvPicPr>
            <a:picLocks noChangeAspect="1"/>
          </p:cNvPicPr>
          <p:nvPr/>
        </p:nvPicPr>
        <p:blipFill>
          <a:blip r:embed="rId12">
            <a:duotone>
              <a:schemeClr val="bg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7805081" y="577301"/>
            <a:ext cx="823031" cy="963251"/>
          </a:xfrm>
          <a:prstGeom prst="rect">
            <a:avLst/>
          </a:prstGeom>
        </p:spPr>
      </p:pic>
      <p:sp>
        <p:nvSpPr>
          <p:cNvPr id="322" name="TextBox 321">
            <a:extLst>
              <a:ext uri="{FF2B5EF4-FFF2-40B4-BE49-F238E27FC236}">
                <a16:creationId xmlns:a16="http://schemas.microsoft.com/office/drawing/2014/main" id="{9E47D81D-3C70-1C83-94D2-BF5444BD5159}"/>
              </a:ext>
            </a:extLst>
          </p:cNvPr>
          <p:cNvSpPr txBox="1"/>
          <p:nvPr/>
        </p:nvSpPr>
        <p:spPr>
          <a:xfrm>
            <a:off x="1558818" y="4959031"/>
            <a:ext cx="5581223" cy="1754326"/>
          </a:xfrm>
          <a:prstGeom prst="rect">
            <a:avLst/>
          </a:prstGeom>
          <a:solidFill>
            <a:srgbClr val="FFFFFF">
              <a:alpha val="69804"/>
            </a:srgbClr>
          </a:solidFill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A note on corrections</a:t>
            </a: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If a data-object is changed, this is considered as a CORRECTION (</a:t>
            </a:r>
            <a:r>
              <a:rPr kumimoji="0" lang="en-GB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CCx</a:t>
            </a: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Here, the WNM for a given data-object will have a newer </a:t>
            </a:r>
            <a:r>
              <a:rPr kumimoji="0" lang="en-GB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pubtime</a:t>
            </a: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than previous messages and the link-relation to the data-object will indicate </a:t>
            </a: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update</a:t>
            </a:r>
          </a:p>
        </p:txBody>
      </p:sp>
      <p:grpSp>
        <p:nvGrpSpPr>
          <p:cNvPr id="343" name="Group 342">
            <a:extLst>
              <a:ext uri="{FF2B5EF4-FFF2-40B4-BE49-F238E27FC236}">
                <a16:creationId xmlns:a16="http://schemas.microsoft.com/office/drawing/2014/main" id="{D04A7269-A76F-D2F2-2F23-E7D6FECAEB4A}"/>
              </a:ext>
            </a:extLst>
          </p:cNvPr>
          <p:cNvGrpSpPr/>
          <p:nvPr/>
        </p:nvGrpSpPr>
        <p:grpSpPr>
          <a:xfrm>
            <a:off x="6913409" y="2655949"/>
            <a:ext cx="4369837" cy="583376"/>
            <a:chOff x="6913409" y="2655949"/>
            <a:chExt cx="4369837" cy="583376"/>
          </a:xfrm>
        </p:grpSpPr>
        <p:grpSp>
          <p:nvGrpSpPr>
            <p:cNvPr id="38" name="Group 37">
              <a:extLst>
                <a:ext uri="{FF2B5EF4-FFF2-40B4-BE49-F238E27FC236}">
                  <a16:creationId xmlns:a16="http://schemas.microsoft.com/office/drawing/2014/main" id="{79B0A006-B973-3EDC-8FC5-D15B4ADCDA4B}"/>
                </a:ext>
              </a:extLst>
            </p:cNvPr>
            <p:cNvGrpSpPr/>
            <p:nvPr/>
          </p:nvGrpSpPr>
          <p:grpSpPr>
            <a:xfrm>
              <a:off x="6913409" y="2655949"/>
              <a:ext cx="1298724" cy="583376"/>
              <a:chOff x="6913409" y="2655949"/>
              <a:chExt cx="1298724" cy="583376"/>
            </a:xfrm>
          </p:grpSpPr>
          <p:pic>
            <p:nvPicPr>
              <p:cNvPr id="35" name="Picture 34">
                <a:extLst>
                  <a:ext uri="{FF2B5EF4-FFF2-40B4-BE49-F238E27FC236}">
                    <a16:creationId xmlns:a16="http://schemas.microsoft.com/office/drawing/2014/main" id="{74BBB1B0-35DF-B05C-6195-C836B96656A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3">
                <a:duotone>
                  <a:schemeClr val="bg2">
                    <a:shade val="45000"/>
                    <a:satMod val="135000"/>
                  </a:schemeClr>
                  <a:prstClr val="white"/>
                </a:duotone>
              </a:blip>
              <a:stretch>
                <a:fillRect/>
              </a:stretch>
            </p:blipFill>
            <p:spPr>
              <a:xfrm>
                <a:off x="7798391" y="2655949"/>
                <a:ext cx="413742" cy="583376"/>
              </a:xfrm>
              <a:prstGeom prst="rect">
                <a:avLst/>
              </a:prstGeom>
            </p:spPr>
          </p:pic>
          <p:pic>
            <p:nvPicPr>
              <p:cNvPr id="36" name="Picture 35">
                <a:extLst>
                  <a:ext uri="{FF2B5EF4-FFF2-40B4-BE49-F238E27FC236}">
                    <a16:creationId xmlns:a16="http://schemas.microsoft.com/office/drawing/2014/main" id="{098A09E5-C944-28EA-4EE2-13C6724D12B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4">
                <a:duotone>
                  <a:schemeClr val="bg2">
                    <a:shade val="45000"/>
                    <a:satMod val="135000"/>
                  </a:schemeClr>
                  <a:prstClr val="white"/>
                </a:duotone>
              </a:blip>
              <a:stretch>
                <a:fillRect/>
              </a:stretch>
            </p:blipFill>
            <p:spPr>
              <a:xfrm>
                <a:off x="7355900" y="2655949"/>
                <a:ext cx="413742" cy="583376"/>
              </a:xfrm>
              <a:prstGeom prst="rect">
                <a:avLst/>
              </a:prstGeom>
            </p:spPr>
          </p:pic>
          <p:pic>
            <p:nvPicPr>
              <p:cNvPr id="37" name="Picture 36">
                <a:extLst>
                  <a:ext uri="{FF2B5EF4-FFF2-40B4-BE49-F238E27FC236}">
                    <a16:creationId xmlns:a16="http://schemas.microsoft.com/office/drawing/2014/main" id="{1A4F2B3C-2BF9-1188-34C0-10497BD55A6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5">
                <a:duotone>
                  <a:schemeClr val="bg2">
                    <a:shade val="45000"/>
                    <a:satMod val="135000"/>
                  </a:schemeClr>
                  <a:prstClr val="white"/>
                </a:duotone>
              </a:blip>
              <a:stretch>
                <a:fillRect/>
              </a:stretch>
            </p:blipFill>
            <p:spPr>
              <a:xfrm>
                <a:off x="6913409" y="2655949"/>
                <a:ext cx="413742" cy="583376"/>
              </a:xfrm>
              <a:prstGeom prst="rect">
                <a:avLst/>
              </a:prstGeom>
            </p:spPr>
          </p:pic>
        </p:grpSp>
        <p:grpSp>
          <p:nvGrpSpPr>
            <p:cNvPr id="39" name="Group 38">
              <a:extLst>
                <a:ext uri="{FF2B5EF4-FFF2-40B4-BE49-F238E27FC236}">
                  <a16:creationId xmlns:a16="http://schemas.microsoft.com/office/drawing/2014/main" id="{7B179383-DE6A-3D03-12A6-7EF449CD1320}"/>
                </a:ext>
              </a:extLst>
            </p:cNvPr>
            <p:cNvGrpSpPr/>
            <p:nvPr/>
          </p:nvGrpSpPr>
          <p:grpSpPr>
            <a:xfrm>
              <a:off x="9984522" y="2655949"/>
              <a:ext cx="1298724" cy="583376"/>
              <a:chOff x="6913409" y="2655949"/>
              <a:chExt cx="1298724" cy="583376"/>
            </a:xfrm>
          </p:grpSpPr>
          <p:pic>
            <p:nvPicPr>
              <p:cNvPr id="40" name="Picture 39">
                <a:extLst>
                  <a:ext uri="{FF2B5EF4-FFF2-40B4-BE49-F238E27FC236}">
                    <a16:creationId xmlns:a16="http://schemas.microsoft.com/office/drawing/2014/main" id="{1ADAF063-707C-CB96-BB1E-4C85C0A2FD4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3">
                <a:duotone>
                  <a:schemeClr val="bg2">
                    <a:shade val="45000"/>
                    <a:satMod val="135000"/>
                  </a:schemeClr>
                  <a:prstClr val="white"/>
                </a:duotone>
              </a:blip>
              <a:stretch>
                <a:fillRect/>
              </a:stretch>
            </p:blipFill>
            <p:spPr>
              <a:xfrm>
                <a:off x="7798391" y="2655949"/>
                <a:ext cx="413742" cy="583376"/>
              </a:xfrm>
              <a:prstGeom prst="rect">
                <a:avLst/>
              </a:prstGeom>
            </p:spPr>
          </p:pic>
          <p:pic>
            <p:nvPicPr>
              <p:cNvPr id="41" name="Picture 40">
                <a:extLst>
                  <a:ext uri="{FF2B5EF4-FFF2-40B4-BE49-F238E27FC236}">
                    <a16:creationId xmlns:a16="http://schemas.microsoft.com/office/drawing/2014/main" id="{1BAC0C99-AC57-13B3-E7B8-F2B24DD46D0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4">
                <a:duotone>
                  <a:schemeClr val="bg2">
                    <a:shade val="45000"/>
                    <a:satMod val="135000"/>
                  </a:schemeClr>
                  <a:prstClr val="white"/>
                </a:duotone>
              </a:blip>
              <a:stretch>
                <a:fillRect/>
              </a:stretch>
            </p:blipFill>
            <p:spPr>
              <a:xfrm>
                <a:off x="7355900" y="2655949"/>
                <a:ext cx="413742" cy="583376"/>
              </a:xfrm>
              <a:prstGeom prst="rect">
                <a:avLst/>
              </a:prstGeom>
            </p:spPr>
          </p:pic>
          <p:pic>
            <p:nvPicPr>
              <p:cNvPr id="42" name="Picture 41">
                <a:extLst>
                  <a:ext uri="{FF2B5EF4-FFF2-40B4-BE49-F238E27FC236}">
                    <a16:creationId xmlns:a16="http://schemas.microsoft.com/office/drawing/2014/main" id="{13AE1427-07C6-8D73-1726-61E3261D967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5">
                <a:duotone>
                  <a:schemeClr val="bg2">
                    <a:shade val="45000"/>
                    <a:satMod val="135000"/>
                  </a:schemeClr>
                  <a:prstClr val="white"/>
                </a:duotone>
              </a:blip>
              <a:stretch>
                <a:fillRect/>
              </a:stretch>
            </p:blipFill>
            <p:spPr>
              <a:xfrm>
                <a:off x="6913409" y="2655949"/>
                <a:ext cx="413742" cy="583376"/>
              </a:xfrm>
              <a:prstGeom prst="rect">
                <a:avLst/>
              </a:prstGeom>
            </p:spPr>
          </p:pic>
        </p:grpSp>
      </p:grpSp>
      <p:grpSp>
        <p:nvGrpSpPr>
          <p:cNvPr id="342" name="Group 341">
            <a:extLst>
              <a:ext uri="{FF2B5EF4-FFF2-40B4-BE49-F238E27FC236}">
                <a16:creationId xmlns:a16="http://schemas.microsoft.com/office/drawing/2014/main" id="{B01CF457-6F11-A22B-B196-38E1905DC5E5}"/>
              </a:ext>
            </a:extLst>
          </p:cNvPr>
          <p:cNvGrpSpPr/>
          <p:nvPr/>
        </p:nvGrpSpPr>
        <p:grpSpPr>
          <a:xfrm>
            <a:off x="6913978" y="3509391"/>
            <a:ext cx="4618861" cy="707733"/>
            <a:chOff x="6913978" y="3509391"/>
            <a:chExt cx="4618861" cy="707733"/>
          </a:xfrm>
        </p:grpSpPr>
        <p:grpSp>
          <p:nvGrpSpPr>
            <p:cNvPr id="202" name="Group 201">
              <a:extLst>
                <a:ext uri="{FF2B5EF4-FFF2-40B4-BE49-F238E27FC236}">
                  <a16:creationId xmlns:a16="http://schemas.microsoft.com/office/drawing/2014/main" id="{D4561460-ED33-645F-A41B-71903B001A55}"/>
                </a:ext>
              </a:extLst>
            </p:cNvPr>
            <p:cNvGrpSpPr/>
            <p:nvPr/>
          </p:nvGrpSpPr>
          <p:grpSpPr>
            <a:xfrm>
              <a:off x="6913978" y="3509391"/>
              <a:ext cx="499772" cy="698208"/>
              <a:chOff x="2400894" y="4929298"/>
              <a:chExt cx="612283" cy="855395"/>
            </a:xfrm>
          </p:grpSpPr>
          <p:pic>
            <p:nvPicPr>
              <p:cNvPr id="203" name="Picture 202">
                <a:extLst>
                  <a:ext uri="{FF2B5EF4-FFF2-40B4-BE49-F238E27FC236}">
                    <a16:creationId xmlns:a16="http://schemas.microsoft.com/office/drawing/2014/main" id="{7F206FFC-138A-BE8A-934D-859FFA958D6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2400894" y="4929298"/>
                <a:ext cx="612283" cy="855395"/>
              </a:xfrm>
              <a:prstGeom prst="rect">
                <a:avLst/>
              </a:prstGeom>
            </p:spPr>
          </p:pic>
          <p:grpSp>
            <p:nvGrpSpPr>
              <p:cNvPr id="251" name="Group 250">
                <a:extLst>
                  <a:ext uri="{FF2B5EF4-FFF2-40B4-BE49-F238E27FC236}">
                    <a16:creationId xmlns:a16="http://schemas.microsoft.com/office/drawing/2014/main" id="{FA3C73A7-39F1-DE32-9998-721EED22B500}"/>
                  </a:ext>
                </a:extLst>
              </p:cNvPr>
              <p:cNvGrpSpPr/>
              <p:nvPr/>
            </p:nvGrpSpPr>
            <p:grpSpPr>
              <a:xfrm>
                <a:off x="2494912" y="5097206"/>
                <a:ext cx="381019" cy="376523"/>
                <a:chOff x="2467194" y="5209255"/>
                <a:chExt cx="381019" cy="376523"/>
              </a:xfrm>
            </p:grpSpPr>
            <p:sp>
              <p:nvSpPr>
                <p:cNvPr id="256" name="Rectangle 255">
                  <a:extLst>
                    <a:ext uri="{FF2B5EF4-FFF2-40B4-BE49-F238E27FC236}">
                      <a16:creationId xmlns:a16="http://schemas.microsoft.com/office/drawing/2014/main" id="{B0195CD6-FCCE-B206-A013-E7F8D3EAE2CD}"/>
                    </a:ext>
                  </a:extLst>
                </p:cNvPr>
                <p:cNvSpPr/>
                <p:nvPr/>
              </p:nvSpPr>
              <p:spPr>
                <a:xfrm>
                  <a:off x="2467194" y="5209255"/>
                  <a:ext cx="169804" cy="169804"/>
                </a:xfrm>
                <a:prstGeom prst="rect">
                  <a:avLst/>
                </a:prstGeom>
                <a:solidFill>
                  <a:schemeClr val="bg1"/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GB" sz="14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Aptos" panose="02110004020202020204"/>
                      <a:ea typeface="+mn-ea"/>
                      <a:cs typeface="+mn-cs"/>
                    </a:rPr>
                    <a:t>A</a:t>
                  </a:r>
                </a:p>
              </p:txBody>
            </p:sp>
            <p:sp>
              <p:nvSpPr>
                <p:cNvPr id="257" name="Rectangle 256">
                  <a:extLst>
                    <a:ext uri="{FF2B5EF4-FFF2-40B4-BE49-F238E27FC236}">
                      <a16:creationId xmlns:a16="http://schemas.microsoft.com/office/drawing/2014/main" id="{1ED45BEF-B363-0BB5-37E0-0A08A56DDE2C}"/>
                    </a:ext>
                  </a:extLst>
                </p:cNvPr>
                <p:cNvSpPr/>
                <p:nvPr/>
              </p:nvSpPr>
              <p:spPr>
                <a:xfrm>
                  <a:off x="2678409" y="5209255"/>
                  <a:ext cx="169804" cy="169804"/>
                </a:xfrm>
                <a:prstGeom prst="rect">
                  <a:avLst/>
                </a:prstGeom>
                <a:solidFill>
                  <a:schemeClr val="bg1"/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GB" sz="14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Aptos" panose="02110004020202020204"/>
                      <a:ea typeface="+mn-ea"/>
                      <a:cs typeface="+mn-cs"/>
                    </a:rPr>
                    <a:t>B</a:t>
                  </a:r>
                </a:p>
              </p:txBody>
            </p:sp>
            <p:sp>
              <p:nvSpPr>
                <p:cNvPr id="258" name="Rectangle 257">
                  <a:extLst>
                    <a:ext uri="{FF2B5EF4-FFF2-40B4-BE49-F238E27FC236}">
                      <a16:creationId xmlns:a16="http://schemas.microsoft.com/office/drawing/2014/main" id="{A1C2AF7F-2DBC-B7CF-8341-98658D2BE805}"/>
                    </a:ext>
                  </a:extLst>
                </p:cNvPr>
                <p:cNvSpPr/>
                <p:nvPr/>
              </p:nvSpPr>
              <p:spPr>
                <a:xfrm>
                  <a:off x="2467194" y="5415974"/>
                  <a:ext cx="169804" cy="169804"/>
                </a:xfrm>
                <a:prstGeom prst="rect">
                  <a:avLst/>
                </a:prstGeom>
                <a:solidFill>
                  <a:schemeClr val="bg1"/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GB" sz="14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Aptos" panose="02110004020202020204"/>
                      <a:ea typeface="+mn-ea"/>
                      <a:cs typeface="+mn-cs"/>
                    </a:rPr>
                    <a:t>C</a:t>
                  </a:r>
                </a:p>
              </p:txBody>
            </p:sp>
          </p:grpSp>
        </p:grpSp>
        <p:grpSp>
          <p:nvGrpSpPr>
            <p:cNvPr id="260" name="Group 259">
              <a:extLst>
                <a:ext uri="{FF2B5EF4-FFF2-40B4-BE49-F238E27FC236}">
                  <a16:creationId xmlns:a16="http://schemas.microsoft.com/office/drawing/2014/main" id="{35F0B1F0-878F-E41F-F6B9-A40E012E8AB7}"/>
                </a:ext>
              </a:extLst>
            </p:cNvPr>
            <p:cNvGrpSpPr/>
            <p:nvPr/>
          </p:nvGrpSpPr>
          <p:grpSpPr>
            <a:xfrm>
              <a:off x="10011938" y="3518916"/>
              <a:ext cx="499772" cy="698208"/>
              <a:chOff x="2400894" y="4929298"/>
              <a:chExt cx="612283" cy="855395"/>
            </a:xfrm>
          </p:grpSpPr>
          <p:pic>
            <p:nvPicPr>
              <p:cNvPr id="261" name="Picture 260">
                <a:extLst>
                  <a:ext uri="{FF2B5EF4-FFF2-40B4-BE49-F238E27FC236}">
                    <a16:creationId xmlns:a16="http://schemas.microsoft.com/office/drawing/2014/main" id="{E8AFD2F2-D797-2395-56EE-9B98D766DE3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2400894" y="4929298"/>
                <a:ext cx="612283" cy="855395"/>
              </a:xfrm>
              <a:prstGeom prst="rect">
                <a:avLst/>
              </a:prstGeom>
            </p:spPr>
          </p:pic>
          <p:grpSp>
            <p:nvGrpSpPr>
              <p:cNvPr id="298" name="Group 297">
                <a:extLst>
                  <a:ext uri="{FF2B5EF4-FFF2-40B4-BE49-F238E27FC236}">
                    <a16:creationId xmlns:a16="http://schemas.microsoft.com/office/drawing/2014/main" id="{DCC9543A-A6A2-8777-5B44-8B31761EC898}"/>
                  </a:ext>
                </a:extLst>
              </p:cNvPr>
              <p:cNvGrpSpPr/>
              <p:nvPr/>
            </p:nvGrpSpPr>
            <p:grpSpPr>
              <a:xfrm>
                <a:off x="2494912" y="5097206"/>
                <a:ext cx="381019" cy="376523"/>
                <a:chOff x="2467194" y="5209255"/>
                <a:chExt cx="381019" cy="376523"/>
              </a:xfrm>
            </p:grpSpPr>
            <p:sp>
              <p:nvSpPr>
                <p:cNvPr id="299" name="Rectangle 298">
                  <a:extLst>
                    <a:ext uri="{FF2B5EF4-FFF2-40B4-BE49-F238E27FC236}">
                      <a16:creationId xmlns:a16="http://schemas.microsoft.com/office/drawing/2014/main" id="{289C7E62-8BAD-DDE5-3BC4-4E2408BED5D6}"/>
                    </a:ext>
                  </a:extLst>
                </p:cNvPr>
                <p:cNvSpPr/>
                <p:nvPr/>
              </p:nvSpPr>
              <p:spPr>
                <a:xfrm>
                  <a:off x="2467194" y="5209255"/>
                  <a:ext cx="169804" cy="169804"/>
                </a:xfrm>
                <a:prstGeom prst="rect">
                  <a:avLst/>
                </a:prstGeom>
                <a:solidFill>
                  <a:schemeClr val="bg1"/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GB" sz="14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Aptos" panose="02110004020202020204"/>
                      <a:ea typeface="+mn-ea"/>
                      <a:cs typeface="+mn-cs"/>
                    </a:rPr>
                    <a:t>A</a:t>
                  </a:r>
                </a:p>
              </p:txBody>
            </p:sp>
            <p:sp>
              <p:nvSpPr>
                <p:cNvPr id="300" name="Rectangle 299">
                  <a:extLst>
                    <a:ext uri="{FF2B5EF4-FFF2-40B4-BE49-F238E27FC236}">
                      <a16:creationId xmlns:a16="http://schemas.microsoft.com/office/drawing/2014/main" id="{65A4FE5D-9F86-8D64-9418-CA44D771A3B4}"/>
                    </a:ext>
                  </a:extLst>
                </p:cNvPr>
                <p:cNvSpPr/>
                <p:nvPr/>
              </p:nvSpPr>
              <p:spPr>
                <a:xfrm>
                  <a:off x="2678409" y="5209255"/>
                  <a:ext cx="169804" cy="169804"/>
                </a:xfrm>
                <a:prstGeom prst="rect">
                  <a:avLst/>
                </a:prstGeom>
                <a:solidFill>
                  <a:schemeClr val="bg1"/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GB" sz="14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Aptos" panose="02110004020202020204"/>
                      <a:ea typeface="+mn-ea"/>
                      <a:cs typeface="+mn-cs"/>
                    </a:rPr>
                    <a:t>B</a:t>
                  </a:r>
                </a:p>
              </p:txBody>
            </p:sp>
            <p:sp>
              <p:nvSpPr>
                <p:cNvPr id="301" name="Rectangle 300">
                  <a:extLst>
                    <a:ext uri="{FF2B5EF4-FFF2-40B4-BE49-F238E27FC236}">
                      <a16:creationId xmlns:a16="http://schemas.microsoft.com/office/drawing/2014/main" id="{DA42885E-7A29-4C05-F29D-867F3559C108}"/>
                    </a:ext>
                  </a:extLst>
                </p:cNvPr>
                <p:cNvSpPr/>
                <p:nvPr/>
              </p:nvSpPr>
              <p:spPr>
                <a:xfrm>
                  <a:off x="2467194" y="5415974"/>
                  <a:ext cx="169804" cy="169804"/>
                </a:xfrm>
                <a:prstGeom prst="rect">
                  <a:avLst/>
                </a:prstGeom>
                <a:solidFill>
                  <a:schemeClr val="bg1"/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GB" sz="14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Aptos" panose="02110004020202020204"/>
                      <a:ea typeface="+mn-ea"/>
                      <a:cs typeface="+mn-cs"/>
                    </a:rPr>
                    <a:t>C</a:t>
                  </a:r>
                </a:p>
              </p:txBody>
            </p:sp>
          </p:grpSp>
        </p:grpSp>
        <p:sp>
          <p:nvSpPr>
            <p:cNvPr id="340" name="TextBox 339">
              <a:extLst>
                <a:ext uri="{FF2B5EF4-FFF2-40B4-BE49-F238E27FC236}">
                  <a16:creationId xmlns:a16="http://schemas.microsoft.com/office/drawing/2014/main" id="{98213822-805C-0B40-D063-B60EBB6FC3B0}"/>
                </a:ext>
              </a:extLst>
            </p:cNvPr>
            <p:cNvSpPr txBox="1"/>
            <p:nvPr/>
          </p:nvSpPr>
          <p:spPr>
            <a:xfrm>
              <a:off x="7267866" y="3761002"/>
              <a:ext cx="117919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0B0004020202020204" pitchFamily="34" charset="0"/>
                  <a:ea typeface="+mn-ea"/>
                  <a:cs typeface="+mn-cs"/>
                </a:rPr>
                <a:t>ISMD01TEST</a:t>
              </a:r>
              <a:endParaRPr kumimoji="0" lang="en-GB" sz="16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1" name="TextBox 340">
              <a:extLst>
                <a:ext uri="{FF2B5EF4-FFF2-40B4-BE49-F238E27FC236}">
                  <a16:creationId xmlns:a16="http://schemas.microsoft.com/office/drawing/2014/main" id="{9F01928D-559D-1D33-D369-03FCE231E869}"/>
                </a:ext>
              </a:extLst>
            </p:cNvPr>
            <p:cNvSpPr txBox="1"/>
            <p:nvPr/>
          </p:nvSpPr>
          <p:spPr>
            <a:xfrm>
              <a:off x="10353646" y="3757663"/>
              <a:ext cx="117919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0B0004020202020204" pitchFamily="34" charset="0"/>
                  <a:ea typeface="+mn-ea"/>
                  <a:cs typeface="+mn-cs"/>
                </a:rPr>
                <a:t>ISMD01TEST</a:t>
              </a:r>
              <a:endParaRPr kumimoji="0" lang="en-GB" sz="16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endParaRPr>
            </a:p>
          </p:txBody>
        </p:sp>
      </p:grpSp>
      <p:pic>
        <p:nvPicPr>
          <p:cNvPr id="344" name="Picture 343">
            <a:extLst>
              <a:ext uri="{FF2B5EF4-FFF2-40B4-BE49-F238E27FC236}">
                <a16:creationId xmlns:a16="http://schemas.microsoft.com/office/drawing/2014/main" id="{EBB4D733-532B-8980-3DA9-28976AE5AA9D}"/>
              </a:ext>
            </a:extLst>
          </p:cNvPr>
          <p:cNvPicPr>
            <a:picLocks noChangeAspect="1"/>
          </p:cNvPicPr>
          <p:nvPr/>
        </p:nvPicPr>
        <p:blipFill>
          <a:blip r:embed="rId16">
            <a:duotone>
              <a:schemeClr val="bg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3274574" y="808440"/>
            <a:ext cx="612283" cy="855395"/>
          </a:xfrm>
          <a:prstGeom prst="rect">
            <a:avLst/>
          </a:prstGeom>
        </p:spPr>
      </p:pic>
      <p:grpSp>
        <p:nvGrpSpPr>
          <p:cNvPr id="49" name="Group 48">
            <a:extLst>
              <a:ext uri="{FF2B5EF4-FFF2-40B4-BE49-F238E27FC236}">
                <a16:creationId xmlns:a16="http://schemas.microsoft.com/office/drawing/2014/main" id="{6C78F77B-A201-E16E-2E9C-71DAE8A933AA}"/>
              </a:ext>
            </a:extLst>
          </p:cNvPr>
          <p:cNvGrpSpPr/>
          <p:nvPr/>
        </p:nvGrpSpPr>
        <p:grpSpPr>
          <a:xfrm>
            <a:off x="1430655" y="808440"/>
            <a:ext cx="612283" cy="855395"/>
            <a:chOff x="2425679" y="690821"/>
            <a:chExt cx="612283" cy="855395"/>
          </a:xfrm>
        </p:grpSpPr>
        <p:pic>
          <p:nvPicPr>
            <p:cNvPr id="43" name="Picture 42">
              <a:extLst>
                <a:ext uri="{FF2B5EF4-FFF2-40B4-BE49-F238E27FC236}">
                  <a16:creationId xmlns:a16="http://schemas.microsoft.com/office/drawing/2014/main" id="{60608DCF-3304-C957-28DF-7398C8568EAB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/>
            <a:stretch>
              <a:fillRect/>
            </a:stretch>
          </p:blipFill>
          <p:spPr>
            <a:xfrm>
              <a:off x="2425679" y="690821"/>
              <a:ext cx="612283" cy="855395"/>
            </a:xfrm>
            <a:prstGeom prst="rect">
              <a:avLst/>
            </a:prstGeom>
          </p:spPr>
        </p:pic>
        <p:sp>
          <p:nvSpPr>
            <p:cNvPr id="45" name="Rectangle 44">
              <a:extLst>
                <a:ext uri="{FF2B5EF4-FFF2-40B4-BE49-F238E27FC236}">
                  <a16:creationId xmlns:a16="http://schemas.microsoft.com/office/drawing/2014/main" id="{F677EEE0-FEFD-4B05-6E17-2F1F23DDE426}"/>
                </a:ext>
              </a:extLst>
            </p:cNvPr>
            <p:cNvSpPr/>
            <p:nvPr/>
          </p:nvSpPr>
          <p:spPr>
            <a:xfrm>
              <a:off x="2631993" y="1000455"/>
              <a:ext cx="169804" cy="169804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A</a:t>
              </a:r>
            </a:p>
          </p:txBody>
        </p:sp>
      </p:grpSp>
      <p:grpSp>
        <p:nvGrpSpPr>
          <p:cNvPr id="50" name="Group 49">
            <a:extLst>
              <a:ext uri="{FF2B5EF4-FFF2-40B4-BE49-F238E27FC236}">
                <a16:creationId xmlns:a16="http://schemas.microsoft.com/office/drawing/2014/main" id="{73F02F3E-DAE5-19EC-0A2C-0D296288503E}"/>
              </a:ext>
            </a:extLst>
          </p:cNvPr>
          <p:cNvGrpSpPr/>
          <p:nvPr/>
        </p:nvGrpSpPr>
        <p:grpSpPr>
          <a:xfrm>
            <a:off x="2045295" y="808440"/>
            <a:ext cx="612283" cy="855395"/>
            <a:chOff x="2425679" y="690821"/>
            <a:chExt cx="612283" cy="855395"/>
          </a:xfrm>
        </p:grpSpPr>
        <p:pic>
          <p:nvPicPr>
            <p:cNvPr id="57" name="Picture 56">
              <a:extLst>
                <a:ext uri="{FF2B5EF4-FFF2-40B4-BE49-F238E27FC236}">
                  <a16:creationId xmlns:a16="http://schemas.microsoft.com/office/drawing/2014/main" id="{621CA39E-F4F0-7E50-BE0B-6B8A5A89A3EE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>
              <a:duotone>
                <a:schemeClr val="bg2">
                  <a:shade val="45000"/>
                  <a:satMod val="135000"/>
                </a:schemeClr>
                <a:prstClr val="white"/>
              </a:duotone>
            </a:blip>
            <a:stretch>
              <a:fillRect/>
            </a:stretch>
          </p:blipFill>
          <p:spPr>
            <a:xfrm>
              <a:off x="2425679" y="690821"/>
              <a:ext cx="612283" cy="855395"/>
            </a:xfrm>
            <a:prstGeom prst="rect">
              <a:avLst/>
            </a:prstGeom>
          </p:spPr>
        </p:pic>
        <p:sp>
          <p:nvSpPr>
            <p:cNvPr id="59" name="Rectangle 58">
              <a:extLst>
                <a:ext uri="{FF2B5EF4-FFF2-40B4-BE49-F238E27FC236}">
                  <a16:creationId xmlns:a16="http://schemas.microsoft.com/office/drawing/2014/main" id="{081A6519-A445-208B-E491-5CC2D18E55E8}"/>
                </a:ext>
              </a:extLst>
            </p:cNvPr>
            <p:cNvSpPr/>
            <p:nvPr/>
          </p:nvSpPr>
          <p:spPr>
            <a:xfrm>
              <a:off x="2631993" y="1000455"/>
              <a:ext cx="169804" cy="169804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>
                      <a:lumMod val="85000"/>
                    </a:prstClr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B</a:t>
              </a:r>
            </a:p>
          </p:txBody>
        </p:sp>
      </p:grpSp>
      <p:grpSp>
        <p:nvGrpSpPr>
          <p:cNvPr id="60" name="Group 59">
            <a:extLst>
              <a:ext uri="{FF2B5EF4-FFF2-40B4-BE49-F238E27FC236}">
                <a16:creationId xmlns:a16="http://schemas.microsoft.com/office/drawing/2014/main" id="{42CF1B5B-9F16-E9E6-9C9E-518EAB261AF8}"/>
              </a:ext>
            </a:extLst>
          </p:cNvPr>
          <p:cNvGrpSpPr/>
          <p:nvPr/>
        </p:nvGrpSpPr>
        <p:grpSpPr>
          <a:xfrm>
            <a:off x="2659935" y="808440"/>
            <a:ext cx="612283" cy="855395"/>
            <a:chOff x="2425679" y="690821"/>
            <a:chExt cx="612283" cy="855395"/>
          </a:xfrm>
        </p:grpSpPr>
        <p:pic>
          <p:nvPicPr>
            <p:cNvPr id="63" name="Picture 62">
              <a:extLst>
                <a:ext uri="{FF2B5EF4-FFF2-40B4-BE49-F238E27FC236}">
                  <a16:creationId xmlns:a16="http://schemas.microsoft.com/office/drawing/2014/main" id="{AF8DD69E-BD87-764A-D515-EEA2DB540BBD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>
              <a:duotone>
                <a:schemeClr val="bg2">
                  <a:shade val="45000"/>
                  <a:satMod val="135000"/>
                </a:schemeClr>
                <a:prstClr val="white"/>
              </a:duotone>
            </a:blip>
            <a:stretch>
              <a:fillRect/>
            </a:stretch>
          </p:blipFill>
          <p:spPr>
            <a:xfrm>
              <a:off x="2425679" y="690821"/>
              <a:ext cx="612283" cy="855395"/>
            </a:xfrm>
            <a:prstGeom prst="rect">
              <a:avLst/>
            </a:prstGeom>
          </p:spPr>
        </p:pic>
        <p:sp>
          <p:nvSpPr>
            <p:cNvPr id="192" name="Rectangle 191">
              <a:extLst>
                <a:ext uri="{FF2B5EF4-FFF2-40B4-BE49-F238E27FC236}">
                  <a16:creationId xmlns:a16="http://schemas.microsoft.com/office/drawing/2014/main" id="{3E27C756-BFC0-8C81-5C59-069ABBCAFC4A}"/>
                </a:ext>
              </a:extLst>
            </p:cNvPr>
            <p:cNvSpPr/>
            <p:nvPr/>
          </p:nvSpPr>
          <p:spPr>
            <a:xfrm>
              <a:off x="2631993" y="1000455"/>
              <a:ext cx="169804" cy="169804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>
                      <a:lumMod val="85000"/>
                    </a:prstClr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C</a:t>
              </a:r>
            </a:p>
          </p:txBody>
        </p:sp>
      </p:grpSp>
      <p:sp>
        <p:nvSpPr>
          <p:cNvPr id="201" name="Rectangle 200">
            <a:extLst>
              <a:ext uri="{FF2B5EF4-FFF2-40B4-BE49-F238E27FC236}">
                <a16:creationId xmlns:a16="http://schemas.microsoft.com/office/drawing/2014/main" id="{4CB56706-8CB5-572F-1088-80505278D34C}"/>
              </a:ext>
            </a:extLst>
          </p:cNvPr>
          <p:cNvSpPr/>
          <p:nvPr/>
        </p:nvSpPr>
        <p:spPr>
          <a:xfrm>
            <a:off x="3480888" y="1118074"/>
            <a:ext cx="169804" cy="169804"/>
          </a:xfrm>
          <a:prstGeom prst="rect">
            <a:avLst/>
          </a:prstGeom>
          <a:solidFill>
            <a:schemeClr val="bg1"/>
          </a:solidFill>
          <a:ln w="12700"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85000"/>
                  </a:prstClr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D</a:t>
            </a:r>
          </a:p>
        </p:txBody>
      </p:sp>
      <p:grpSp>
        <p:nvGrpSpPr>
          <p:cNvPr id="347" name="Group 346">
            <a:extLst>
              <a:ext uri="{FF2B5EF4-FFF2-40B4-BE49-F238E27FC236}">
                <a16:creationId xmlns:a16="http://schemas.microsoft.com/office/drawing/2014/main" id="{4E8DA0FC-64AB-16F7-B47F-B180D0501A55}"/>
              </a:ext>
            </a:extLst>
          </p:cNvPr>
          <p:cNvGrpSpPr/>
          <p:nvPr/>
        </p:nvGrpSpPr>
        <p:grpSpPr>
          <a:xfrm>
            <a:off x="8238988" y="2655770"/>
            <a:ext cx="3491594" cy="591441"/>
            <a:chOff x="8238988" y="2655770"/>
            <a:chExt cx="3491594" cy="591441"/>
          </a:xfrm>
        </p:grpSpPr>
        <p:pic>
          <p:nvPicPr>
            <p:cNvPr id="345" name="Picture 344">
              <a:extLst>
                <a:ext uri="{FF2B5EF4-FFF2-40B4-BE49-F238E27FC236}">
                  <a16:creationId xmlns:a16="http://schemas.microsoft.com/office/drawing/2014/main" id="{3BC66FC5-79ED-5F2A-D3F2-28E7A2FAF5AF}"/>
                </a:ext>
              </a:extLst>
            </p:cNvPr>
            <p:cNvPicPr>
              <a:picLocks noChangeAspect="1"/>
            </p:cNvPicPr>
            <p:nvPr/>
          </p:nvPicPr>
          <p:blipFill>
            <a:blip r:embed="rId17">
              <a:duotone>
                <a:schemeClr val="bg2">
                  <a:shade val="45000"/>
                  <a:satMod val="135000"/>
                </a:schemeClr>
                <a:prstClr val="white"/>
              </a:duotone>
            </a:blip>
            <a:stretch>
              <a:fillRect/>
            </a:stretch>
          </p:blipFill>
          <p:spPr>
            <a:xfrm>
              <a:off x="8238988" y="2663835"/>
              <a:ext cx="417879" cy="583376"/>
            </a:xfrm>
            <a:prstGeom prst="rect">
              <a:avLst/>
            </a:prstGeom>
          </p:spPr>
        </p:pic>
        <p:pic>
          <p:nvPicPr>
            <p:cNvPr id="346" name="Picture 345">
              <a:extLst>
                <a:ext uri="{FF2B5EF4-FFF2-40B4-BE49-F238E27FC236}">
                  <a16:creationId xmlns:a16="http://schemas.microsoft.com/office/drawing/2014/main" id="{14ED3A0B-2D4A-8D0B-ED1A-F7723C3483E4}"/>
                </a:ext>
              </a:extLst>
            </p:cNvPr>
            <p:cNvPicPr>
              <a:picLocks noChangeAspect="1"/>
            </p:cNvPicPr>
            <p:nvPr/>
          </p:nvPicPr>
          <p:blipFill>
            <a:blip r:embed="rId17">
              <a:duotone>
                <a:schemeClr val="bg2">
                  <a:shade val="45000"/>
                  <a:satMod val="135000"/>
                </a:schemeClr>
                <a:prstClr val="white"/>
              </a:duotone>
            </a:blip>
            <a:stretch>
              <a:fillRect/>
            </a:stretch>
          </p:blipFill>
          <p:spPr>
            <a:xfrm>
              <a:off x="11312703" y="2655770"/>
              <a:ext cx="417879" cy="583376"/>
            </a:xfrm>
            <a:prstGeom prst="rect">
              <a:avLst/>
            </a:prstGeom>
          </p:spPr>
        </p:pic>
      </p:grpSp>
      <p:pic>
        <p:nvPicPr>
          <p:cNvPr id="4" name="Picture 3">
            <a:extLst>
              <a:ext uri="{FF2B5EF4-FFF2-40B4-BE49-F238E27FC236}">
                <a16:creationId xmlns:a16="http://schemas.microsoft.com/office/drawing/2014/main" id="{8726373E-4D8A-65F9-333A-DD7B6FA26106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5805882" y="2177640"/>
            <a:ext cx="479544" cy="47674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D4A36588-FA58-B5FA-7882-49D926F75569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8902736" y="2177640"/>
            <a:ext cx="479544" cy="476748"/>
          </a:xfrm>
          <a:prstGeom prst="rect">
            <a:avLst/>
          </a:prstGeom>
        </p:spPr>
      </p:pic>
      <p:grpSp>
        <p:nvGrpSpPr>
          <p:cNvPr id="24" name="Group 23">
            <a:extLst>
              <a:ext uri="{FF2B5EF4-FFF2-40B4-BE49-F238E27FC236}">
                <a16:creationId xmlns:a16="http://schemas.microsoft.com/office/drawing/2014/main" id="{DA3CCAA5-F07B-8D00-06A5-307F9586C3EF}"/>
              </a:ext>
            </a:extLst>
          </p:cNvPr>
          <p:cNvGrpSpPr/>
          <p:nvPr/>
        </p:nvGrpSpPr>
        <p:grpSpPr>
          <a:xfrm>
            <a:off x="6920826" y="4227677"/>
            <a:ext cx="4945632" cy="699544"/>
            <a:chOff x="6920826" y="4227677"/>
            <a:chExt cx="4945632" cy="699544"/>
          </a:xfrm>
        </p:grpSpPr>
        <p:grpSp>
          <p:nvGrpSpPr>
            <p:cNvPr id="303" name="Group 302">
              <a:extLst>
                <a:ext uri="{FF2B5EF4-FFF2-40B4-BE49-F238E27FC236}">
                  <a16:creationId xmlns:a16="http://schemas.microsoft.com/office/drawing/2014/main" id="{5BA786D3-9F51-04D0-53E8-DF57936A5ACB}"/>
                </a:ext>
              </a:extLst>
            </p:cNvPr>
            <p:cNvGrpSpPr/>
            <p:nvPr/>
          </p:nvGrpSpPr>
          <p:grpSpPr>
            <a:xfrm>
              <a:off x="6920826" y="4227677"/>
              <a:ext cx="499772" cy="698208"/>
              <a:chOff x="2400894" y="4929298"/>
              <a:chExt cx="612283" cy="855395"/>
            </a:xfrm>
          </p:grpSpPr>
          <p:pic>
            <p:nvPicPr>
              <p:cNvPr id="305" name="Picture 304">
                <a:extLst>
                  <a:ext uri="{FF2B5EF4-FFF2-40B4-BE49-F238E27FC236}">
                    <a16:creationId xmlns:a16="http://schemas.microsoft.com/office/drawing/2014/main" id="{35F86FDF-B3C0-7537-2AA9-E4927EBAEB3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2400894" y="4929298"/>
                <a:ext cx="612283" cy="855395"/>
              </a:xfrm>
              <a:prstGeom prst="rect">
                <a:avLst/>
              </a:prstGeom>
            </p:spPr>
          </p:pic>
          <p:sp>
            <p:nvSpPr>
              <p:cNvPr id="337" name="Rectangle 336">
                <a:extLst>
                  <a:ext uri="{FF2B5EF4-FFF2-40B4-BE49-F238E27FC236}">
                    <a16:creationId xmlns:a16="http://schemas.microsoft.com/office/drawing/2014/main" id="{B9F64C8B-B333-A911-2A98-6B124D845E35}"/>
                  </a:ext>
                </a:extLst>
              </p:cNvPr>
              <p:cNvSpPr/>
              <p:nvPr/>
            </p:nvSpPr>
            <p:spPr>
              <a:xfrm>
                <a:off x="2706128" y="5303925"/>
                <a:ext cx="169804" cy="169804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D</a:t>
                </a:r>
              </a:p>
            </p:txBody>
          </p:sp>
        </p:grpSp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98C51E66-9F6B-F8A9-A0BA-E5B7B4079C23}"/>
                </a:ext>
              </a:extLst>
            </p:cNvPr>
            <p:cNvGrpSpPr/>
            <p:nvPr/>
          </p:nvGrpSpPr>
          <p:grpSpPr>
            <a:xfrm>
              <a:off x="10019402" y="4229013"/>
              <a:ext cx="499772" cy="698208"/>
              <a:chOff x="2400894" y="4929298"/>
              <a:chExt cx="612283" cy="855395"/>
            </a:xfrm>
          </p:grpSpPr>
          <p:pic>
            <p:nvPicPr>
              <p:cNvPr id="20" name="Picture 19">
                <a:extLst>
                  <a:ext uri="{FF2B5EF4-FFF2-40B4-BE49-F238E27FC236}">
                    <a16:creationId xmlns:a16="http://schemas.microsoft.com/office/drawing/2014/main" id="{FD5D168D-E40F-EDB6-548B-1ADF03E28C4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2400894" y="4929298"/>
                <a:ext cx="612283" cy="855395"/>
              </a:xfrm>
              <a:prstGeom prst="rect">
                <a:avLst/>
              </a:prstGeom>
            </p:spPr>
          </p:pic>
          <p:sp>
            <p:nvSpPr>
              <p:cNvPr id="21" name="Rectangle 20">
                <a:extLst>
                  <a:ext uri="{FF2B5EF4-FFF2-40B4-BE49-F238E27FC236}">
                    <a16:creationId xmlns:a16="http://schemas.microsoft.com/office/drawing/2014/main" id="{641301AD-D5A0-6AD1-C0D1-AC59C694A0E4}"/>
                  </a:ext>
                </a:extLst>
              </p:cNvPr>
              <p:cNvSpPr/>
              <p:nvPr/>
            </p:nvSpPr>
            <p:spPr>
              <a:xfrm>
                <a:off x="2706128" y="5303925"/>
                <a:ext cx="169804" cy="169804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D</a:t>
                </a:r>
              </a:p>
            </p:txBody>
          </p:sp>
        </p:grp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A5AC6F23-2CD1-1A59-C3A3-B77A3BEF8A65}"/>
                </a:ext>
              </a:extLst>
            </p:cNvPr>
            <p:cNvSpPr txBox="1"/>
            <p:nvPr/>
          </p:nvSpPr>
          <p:spPr>
            <a:xfrm>
              <a:off x="7260246" y="4479470"/>
              <a:ext cx="152609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0B0004020202020204" pitchFamily="34" charset="0"/>
                  <a:ea typeface="+mn-ea"/>
                  <a:cs typeface="+mn-cs"/>
                </a:rPr>
                <a:t>ISMD01TEST RRA</a:t>
              </a:r>
              <a:endParaRPr kumimoji="0" lang="en-GB" sz="16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BAC1E8ED-0B5A-4E06-DD2A-A1868AB21EA7}"/>
                </a:ext>
              </a:extLst>
            </p:cNvPr>
            <p:cNvSpPr txBox="1"/>
            <p:nvPr/>
          </p:nvSpPr>
          <p:spPr>
            <a:xfrm>
              <a:off x="10340367" y="4479470"/>
              <a:ext cx="152609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0B0004020202020204" pitchFamily="34" charset="0"/>
                  <a:ea typeface="+mn-ea"/>
                  <a:cs typeface="+mn-cs"/>
                </a:rPr>
                <a:t>ISMD01TEST RRA</a:t>
              </a:r>
              <a:endParaRPr kumimoji="0" lang="en-GB" sz="16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endParaRPr>
            </a:p>
          </p:txBody>
        </p:sp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1CA56469-D43A-3FA9-25E3-2CCD49332F11}"/>
              </a:ext>
            </a:extLst>
          </p:cNvPr>
          <p:cNvGrpSpPr/>
          <p:nvPr/>
        </p:nvGrpSpPr>
        <p:grpSpPr>
          <a:xfrm>
            <a:off x="6917916" y="2657007"/>
            <a:ext cx="3479902" cy="585466"/>
            <a:chOff x="6917916" y="2657007"/>
            <a:chExt cx="3479902" cy="585466"/>
          </a:xfrm>
        </p:grpSpPr>
        <p:pic>
          <p:nvPicPr>
            <p:cNvPr id="25" name="Picture 24">
              <a:extLst>
                <a:ext uri="{FF2B5EF4-FFF2-40B4-BE49-F238E27FC236}">
                  <a16:creationId xmlns:a16="http://schemas.microsoft.com/office/drawing/2014/main" id="{D948D5DE-6C6D-FBDF-4114-7C30B57974EE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/>
            <a:stretch>
              <a:fillRect/>
            </a:stretch>
          </p:blipFill>
          <p:spPr>
            <a:xfrm>
              <a:off x="6917916" y="2657007"/>
              <a:ext cx="413742" cy="583376"/>
            </a:xfrm>
            <a:prstGeom prst="rect">
              <a:avLst/>
            </a:prstGeom>
          </p:spPr>
        </p:pic>
        <p:pic>
          <p:nvPicPr>
            <p:cNvPr id="26" name="Picture 25">
              <a:extLst>
                <a:ext uri="{FF2B5EF4-FFF2-40B4-BE49-F238E27FC236}">
                  <a16:creationId xmlns:a16="http://schemas.microsoft.com/office/drawing/2014/main" id="{436D7F03-6A2A-BB62-CFAC-0087CCE2488C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/>
            <a:stretch>
              <a:fillRect/>
            </a:stretch>
          </p:blipFill>
          <p:spPr>
            <a:xfrm>
              <a:off x="9984076" y="2659097"/>
              <a:ext cx="413742" cy="583376"/>
            </a:xfrm>
            <a:prstGeom prst="rect">
              <a:avLst/>
            </a:prstGeom>
          </p:spPr>
        </p:pic>
      </p:grpSp>
      <p:sp>
        <p:nvSpPr>
          <p:cNvPr id="12" name="TextBox 11">
            <a:extLst>
              <a:ext uri="{FF2B5EF4-FFF2-40B4-BE49-F238E27FC236}">
                <a16:creationId xmlns:a16="http://schemas.microsoft.com/office/drawing/2014/main" id="{7C9BD849-3083-6D83-3783-6141A18D9435}"/>
              </a:ext>
            </a:extLst>
          </p:cNvPr>
          <p:cNvSpPr txBox="1"/>
          <p:nvPr/>
        </p:nvSpPr>
        <p:spPr>
          <a:xfrm>
            <a:off x="7263487" y="5199150"/>
            <a:ext cx="152609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ISMD01TEST CCA</a:t>
            </a:r>
            <a:endParaRPr kumimoji="0" lang="en-GB" sz="16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+mn-cs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83EDE17-3FDF-AEE1-B88E-C95952964A85}"/>
              </a:ext>
            </a:extLst>
          </p:cNvPr>
          <p:cNvSpPr txBox="1"/>
          <p:nvPr/>
        </p:nvSpPr>
        <p:spPr>
          <a:xfrm>
            <a:off x="10343608" y="5199150"/>
            <a:ext cx="152609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ISMD01TEST CCA</a:t>
            </a:r>
            <a:endParaRPr kumimoji="0" lang="en-GB" sz="16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+mn-cs"/>
            </a:endParaRPr>
          </a:p>
        </p:txBody>
      </p:sp>
      <p:grpSp>
        <p:nvGrpSpPr>
          <p:cNvPr id="193" name="Group 192">
            <a:extLst>
              <a:ext uri="{FF2B5EF4-FFF2-40B4-BE49-F238E27FC236}">
                <a16:creationId xmlns:a16="http://schemas.microsoft.com/office/drawing/2014/main" id="{7105EEA8-60D9-A1B9-7560-948B11407519}"/>
              </a:ext>
            </a:extLst>
          </p:cNvPr>
          <p:cNvGrpSpPr/>
          <p:nvPr/>
        </p:nvGrpSpPr>
        <p:grpSpPr>
          <a:xfrm>
            <a:off x="6924699" y="4953074"/>
            <a:ext cx="499772" cy="698208"/>
            <a:chOff x="2400894" y="4929298"/>
            <a:chExt cx="612283" cy="855395"/>
          </a:xfrm>
        </p:grpSpPr>
        <p:pic>
          <p:nvPicPr>
            <p:cNvPr id="194" name="Picture 193">
              <a:extLst>
                <a:ext uri="{FF2B5EF4-FFF2-40B4-BE49-F238E27FC236}">
                  <a16:creationId xmlns:a16="http://schemas.microsoft.com/office/drawing/2014/main" id="{2F2FC059-DE72-ABC1-90D7-DFD6C7986570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/>
            <a:stretch>
              <a:fillRect/>
            </a:stretch>
          </p:blipFill>
          <p:spPr>
            <a:xfrm>
              <a:off x="2400894" y="4929298"/>
              <a:ext cx="612283" cy="855395"/>
            </a:xfrm>
            <a:prstGeom prst="rect">
              <a:avLst/>
            </a:prstGeom>
          </p:spPr>
        </p:pic>
        <p:sp>
          <p:nvSpPr>
            <p:cNvPr id="195" name="Rectangle 194">
              <a:extLst>
                <a:ext uri="{FF2B5EF4-FFF2-40B4-BE49-F238E27FC236}">
                  <a16:creationId xmlns:a16="http://schemas.microsoft.com/office/drawing/2014/main" id="{4ECBB29F-5F65-FDFF-2355-3FFAC89A3E6E}"/>
                </a:ext>
              </a:extLst>
            </p:cNvPr>
            <p:cNvSpPr/>
            <p:nvPr/>
          </p:nvSpPr>
          <p:spPr>
            <a:xfrm>
              <a:off x="2494913" y="5097206"/>
              <a:ext cx="169804" cy="169804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A</a:t>
              </a:r>
            </a:p>
          </p:txBody>
        </p:sp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id="{F8618116-5AAA-6BD0-43BB-2F673044C556}"/>
              </a:ext>
            </a:extLst>
          </p:cNvPr>
          <p:cNvGrpSpPr/>
          <p:nvPr/>
        </p:nvGrpSpPr>
        <p:grpSpPr>
          <a:xfrm>
            <a:off x="10021511" y="4952291"/>
            <a:ext cx="499772" cy="698208"/>
            <a:chOff x="2400894" y="4929298"/>
            <a:chExt cx="612283" cy="855395"/>
          </a:xfrm>
        </p:grpSpPr>
        <p:pic>
          <p:nvPicPr>
            <p:cNvPr id="34" name="Picture 33">
              <a:extLst>
                <a:ext uri="{FF2B5EF4-FFF2-40B4-BE49-F238E27FC236}">
                  <a16:creationId xmlns:a16="http://schemas.microsoft.com/office/drawing/2014/main" id="{3E9E2E60-70AE-8F36-D8DB-7E53FACADF46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/>
            <a:stretch>
              <a:fillRect/>
            </a:stretch>
          </p:blipFill>
          <p:spPr>
            <a:xfrm>
              <a:off x="2400894" y="4929298"/>
              <a:ext cx="612283" cy="855395"/>
            </a:xfrm>
            <a:prstGeom prst="rect">
              <a:avLst/>
            </a:prstGeom>
          </p:spPr>
        </p:pic>
        <p:sp>
          <p:nvSpPr>
            <p:cNvPr id="46" name="Rectangle 45">
              <a:extLst>
                <a:ext uri="{FF2B5EF4-FFF2-40B4-BE49-F238E27FC236}">
                  <a16:creationId xmlns:a16="http://schemas.microsoft.com/office/drawing/2014/main" id="{7DCFFAD5-5101-E1D5-2EBF-01F117B5D60D}"/>
                </a:ext>
              </a:extLst>
            </p:cNvPr>
            <p:cNvSpPr/>
            <p:nvPr/>
          </p:nvSpPr>
          <p:spPr>
            <a:xfrm>
              <a:off x="2494913" y="5097206"/>
              <a:ext cx="169804" cy="169804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A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4414690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D6A242-3DE5-D778-0FFA-4584FAEC45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9" name="Group 228">
            <a:extLst>
              <a:ext uri="{FF2B5EF4-FFF2-40B4-BE49-F238E27FC236}">
                <a16:creationId xmlns:a16="http://schemas.microsoft.com/office/drawing/2014/main" id="{BEDCEECD-5D3E-BDF7-5FA5-050A4A6BE3EB}"/>
              </a:ext>
            </a:extLst>
          </p:cNvPr>
          <p:cNvGrpSpPr/>
          <p:nvPr/>
        </p:nvGrpSpPr>
        <p:grpSpPr>
          <a:xfrm>
            <a:off x="1715333" y="622374"/>
            <a:ext cx="1850457" cy="672547"/>
            <a:chOff x="1715333" y="622374"/>
            <a:chExt cx="1850457" cy="672547"/>
          </a:xfrm>
        </p:grpSpPr>
        <p:cxnSp>
          <p:nvCxnSpPr>
            <p:cNvPr id="215" name="Straight Connector 214">
              <a:extLst>
                <a:ext uri="{FF2B5EF4-FFF2-40B4-BE49-F238E27FC236}">
                  <a16:creationId xmlns:a16="http://schemas.microsoft.com/office/drawing/2014/main" id="{7D4A6977-DCF9-81AE-C99D-9FE6654864C0}"/>
                </a:ext>
              </a:extLst>
            </p:cNvPr>
            <p:cNvCxnSpPr/>
            <p:nvPr/>
          </p:nvCxnSpPr>
          <p:spPr>
            <a:xfrm>
              <a:off x="1715333" y="622374"/>
              <a:ext cx="0" cy="661357"/>
            </a:xfrm>
            <a:prstGeom prst="line">
              <a:avLst/>
            </a:prstGeom>
            <a:ln w="12700">
              <a:solidFill>
                <a:schemeClr val="tx1"/>
              </a:solidFill>
              <a:prstDash val="sysDot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6" name="Straight Connector 215">
              <a:extLst>
                <a:ext uri="{FF2B5EF4-FFF2-40B4-BE49-F238E27FC236}">
                  <a16:creationId xmlns:a16="http://schemas.microsoft.com/office/drawing/2014/main" id="{A90C2227-1A3E-7140-7623-622541D56256}"/>
                </a:ext>
              </a:extLst>
            </p:cNvPr>
            <p:cNvCxnSpPr/>
            <p:nvPr/>
          </p:nvCxnSpPr>
          <p:spPr>
            <a:xfrm>
              <a:off x="2341276" y="622375"/>
              <a:ext cx="0" cy="661357"/>
            </a:xfrm>
            <a:prstGeom prst="line">
              <a:avLst/>
            </a:prstGeom>
            <a:ln w="12700">
              <a:solidFill>
                <a:schemeClr val="tx1"/>
              </a:solidFill>
              <a:prstDash val="sysDot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7" name="Straight Connector 216">
              <a:extLst>
                <a:ext uri="{FF2B5EF4-FFF2-40B4-BE49-F238E27FC236}">
                  <a16:creationId xmlns:a16="http://schemas.microsoft.com/office/drawing/2014/main" id="{BAC60299-BCB9-BE1D-634F-EC907617DF18}"/>
                </a:ext>
              </a:extLst>
            </p:cNvPr>
            <p:cNvCxnSpPr/>
            <p:nvPr/>
          </p:nvCxnSpPr>
          <p:spPr>
            <a:xfrm>
              <a:off x="2956921" y="633564"/>
              <a:ext cx="0" cy="661357"/>
            </a:xfrm>
            <a:prstGeom prst="line">
              <a:avLst/>
            </a:prstGeom>
            <a:ln w="12700">
              <a:solidFill>
                <a:schemeClr val="tx1"/>
              </a:solidFill>
              <a:prstDash val="sysDot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9" name="Straight Connector 218">
              <a:extLst>
                <a:ext uri="{FF2B5EF4-FFF2-40B4-BE49-F238E27FC236}">
                  <a16:creationId xmlns:a16="http://schemas.microsoft.com/office/drawing/2014/main" id="{E49DC59D-A344-FF37-F6BC-636A2D071245}"/>
                </a:ext>
              </a:extLst>
            </p:cNvPr>
            <p:cNvCxnSpPr/>
            <p:nvPr/>
          </p:nvCxnSpPr>
          <p:spPr>
            <a:xfrm>
              <a:off x="3565790" y="626521"/>
              <a:ext cx="0" cy="661357"/>
            </a:xfrm>
            <a:prstGeom prst="line">
              <a:avLst/>
            </a:prstGeom>
            <a:ln w="12700">
              <a:solidFill>
                <a:schemeClr val="tx1"/>
              </a:solidFill>
              <a:prstDash val="sysDot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222" name="Picture 221">
            <a:extLst>
              <a:ext uri="{FF2B5EF4-FFF2-40B4-BE49-F238E27FC236}">
                <a16:creationId xmlns:a16="http://schemas.microsoft.com/office/drawing/2014/main" id="{BDD88013-FAC7-9EAA-1440-060A99DA610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418180"/>
            <a:ext cx="5197907" cy="1439820"/>
          </a:xfrm>
          <a:prstGeom prst="rect">
            <a:avLst/>
          </a:prstGeom>
        </p:spPr>
      </p:pic>
      <p:grpSp>
        <p:nvGrpSpPr>
          <p:cNvPr id="13" name="Group 12">
            <a:extLst>
              <a:ext uri="{FF2B5EF4-FFF2-40B4-BE49-F238E27FC236}">
                <a16:creationId xmlns:a16="http://schemas.microsoft.com/office/drawing/2014/main" id="{E908EE50-037E-32BE-2B69-A6BF9D62833E}"/>
              </a:ext>
            </a:extLst>
          </p:cNvPr>
          <p:cNvGrpSpPr/>
          <p:nvPr/>
        </p:nvGrpSpPr>
        <p:grpSpPr>
          <a:xfrm>
            <a:off x="2588900" y="323658"/>
            <a:ext cx="8879200" cy="6210684"/>
            <a:chOff x="1942544" y="1301750"/>
            <a:chExt cx="6082512" cy="4254500"/>
          </a:xfrm>
        </p:grpSpPr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33C636CE-8DE7-34AE-4E97-4B08D74BA685}"/>
                </a:ext>
              </a:extLst>
            </p:cNvPr>
            <p:cNvGrpSpPr/>
            <p:nvPr/>
          </p:nvGrpSpPr>
          <p:grpSpPr>
            <a:xfrm>
              <a:off x="1942544" y="1301750"/>
              <a:ext cx="6082512" cy="4254500"/>
              <a:chOff x="1942544" y="1301750"/>
              <a:chExt cx="6082512" cy="4254500"/>
            </a:xfrm>
          </p:grpSpPr>
          <p:sp>
            <p:nvSpPr>
              <p:cNvPr id="7" name="Cloud 6">
                <a:extLst>
                  <a:ext uri="{FF2B5EF4-FFF2-40B4-BE49-F238E27FC236}">
                    <a16:creationId xmlns:a16="http://schemas.microsoft.com/office/drawing/2014/main" id="{2E6DBBA0-7329-BBE7-2D0E-01369A41A0A5}"/>
                  </a:ext>
                </a:extLst>
              </p:cNvPr>
              <p:cNvSpPr/>
              <p:nvPr/>
            </p:nvSpPr>
            <p:spPr>
              <a:xfrm rot="401311">
                <a:off x="1948500" y="1301750"/>
                <a:ext cx="6070600" cy="4254500"/>
              </a:xfrm>
              <a:prstGeom prst="cloud">
                <a:avLst/>
              </a:prstGeom>
              <a:solidFill>
                <a:schemeClr val="bg1"/>
              </a:solidFill>
              <a:ln w="38100">
                <a:solidFill>
                  <a:schemeClr val="bg1">
                    <a:lumMod val="75000"/>
                  </a:schemeClr>
                </a:solidFill>
                <a:prstDash val="sysDash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8" name="Cloud 7">
                <a:extLst>
                  <a:ext uri="{FF2B5EF4-FFF2-40B4-BE49-F238E27FC236}">
                    <a16:creationId xmlns:a16="http://schemas.microsoft.com/office/drawing/2014/main" id="{9E7704D7-F268-339B-EEC3-0319B05326D3}"/>
                  </a:ext>
                </a:extLst>
              </p:cNvPr>
              <p:cNvSpPr/>
              <p:nvPr/>
            </p:nvSpPr>
            <p:spPr>
              <a:xfrm rot="401311">
                <a:off x="1942544" y="1382575"/>
                <a:ext cx="6082512" cy="4118248"/>
              </a:xfrm>
              <a:prstGeom prst="cloud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</p:grp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092EB762-8482-9C26-FC5A-2C6D164CCBDC}"/>
                </a:ext>
              </a:extLst>
            </p:cNvPr>
            <p:cNvCxnSpPr>
              <a:cxnSpLocks/>
            </p:cNvCxnSpPr>
            <p:nvPr/>
          </p:nvCxnSpPr>
          <p:spPr>
            <a:xfrm>
              <a:off x="2133600" y="3429000"/>
              <a:ext cx="5867400" cy="0"/>
            </a:xfrm>
            <a:prstGeom prst="line">
              <a:avLst/>
            </a:prstGeom>
            <a:solidFill>
              <a:schemeClr val="bg1"/>
            </a:solidFill>
            <a:ln w="38100">
              <a:solidFill>
                <a:schemeClr val="bg1">
                  <a:lumMod val="75000"/>
                </a:schemeClr>
              </a:solidFill>
              <a:prstDash val="sys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sp>
        <p:nvSpPr>
          <p:cNvPr id="14" name="TextBox 13">
            <a:extLst>
              <a:ext uri="{FF2B5EF4-FFF2-40B4-BE49-F238E27FC236}">
                <a16:creationId xmlns:a16="http://schemas.microsoft.com/office/drawing/2014/main" id="{682147F5-33C4-ED11-D76E-716FE7C0AE7E}"/>
              </a:ext>
            </a:extLst>
          </p:cNvPr>
          <p:cNvSpPr txBox="1"/>
          <p:nvPr/>
        </p:nvSpPr>
        <p:spPr>
          <a:xfrm>
            <a:off x="6238875" y="314003"/>
            <a:ext cx="818636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WIS2</a:t>
            </a:r>
          </a:p>
        </p:txBody>
      </p:sp>
      <p:grpSp>
        <p:nvGrpSpPr>
          <p:cNvPr id="225" name="Group 224">
            <a:extLst>
              <a:ext uri="{FF2B5EF4-FFF2-40B4-BE49-F238E27FC236}">
                <a16:creationId xmlns:a16="http://schemas.microsoft.com/office/drawing/2014/main" id="{A47A001A-96CB-44B9-B96B-2C94D1D9E70E}"/>
              </a:ext>
            </a:extLst>
          </p:cNvPr>
          <p:cNvGrpSpPr/>
          <p:nvPr/>
        </p:nvGrpSpPr>
        <p:grpSpPr>
          <a:xfrm>
            <a:off x="350689" y="4160355"/>
            <a:ext cx="466050" cy="669682"/>
            <a:chOff x="1159011" y="4934512"/>
            <a:chExt cx="466050" cy="669682"/>
          </a:xfrm>
        </p:grpSpPr>
        <p:sp>
          <p:nvSpPr>
            <p:cNvPr id="224" name="Rectangle: Rounded Corners 223">
              <a:extLst>
                <a:ext uri="{FF2B5EF4-FFF2-40B4-BE49-F238E27FC236}">
                  <a16:creationId xmlns:a16="http://schemas.microsoft.com/office/drawing/2014/main" id="{6C99CA9B-F126-82A5-DB5E-A2D790C20F0D}"/>
                </a:ext>
              </a:extLst>
            </p:cNvPr>
            <p:cNvSpPr/>
            <p:nvPr/>
          </p:nvSpPr>
          <p:spPr>
            <a:xfrm>
              <a:off x="1159011" y="4934512"/>
              <a:ext cx="466050" cy="669682"/>
            </a:xfrm>
            <a:prstGeom prst="roundRect">
              <a:avLst>
                <a:gd name="adj" fmla="val 8535"/>
              </a:avLst>
            </a:prstGeom>
            <a:solidFill>
              <a:schemeClr val="bg1"/>
            </a:solidFill>
            <a:ln w="12700">
              <a:prstDash val="sys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218" name="Rectangle 217">
              <a:extLst>
                <a:ext uri="{FF2B5EF4-FFF2-40B4-BE49-F238E27FC236}">
                  <a16:creationId xmlns:a16="http://schemas.microsoft.com/office/drawing/2014/main" id="{AEA631B9-195C-691C-FD07-70529BF92FA6}"/>
                </a:ext>
              </a:extLst>
            </p:cNvPr>
            <p:cNvSpPr/>
            <p:nvPr/>
          </p:nvSpPr>
          <p:spPr>
            <a:xfrm>
              <a:off x="1307134" y="5356687"/>
              <a:ext cx="169804" cy="169804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A</a:t>
              </a:r>
            </a:p>
          </p:txBody>
        </p:sp>
        <p:pic>
          <p:nvPicPr>
            <p:cNvPr id="223" name="Picture 222" descr="A black and white symbol&#10;&#10;Description automatically generated">
              <a:extLst>
                <a:ext uri="{FF2B5EF4-FFF2-40B4-BE49-F238E27FC236}">
                  <a16:creationId xmlns:a16="http://schemas.microsoft.com/office/drawing/2014/main" id="{2CC6A09B-8C82-2C7B-0241-AA4E807E4CF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216187" y="4970684"/>
              <a:ext cx="351698" cy="351696"/>
            </a:xfrm>
            <a:prstGeom prst="rect">
              <a:avLst/>
            </a:prstGeom>
          </p:spPr>
        </p:pic>
      </p:grpSp>
      <p:grpSp>
        <p:nvGrpSpPr>
          <p:cNvPr id="234" name="Group 233">
            <a:extLst>
              <a:ext uri="{FF2B5EF4-FFF2-40B4-BE49-F238E27FC236}">
                <a16:creationId xmlns:a16="http://schemas.microsoft.com/office/drawing/2014/main" id="{120B4AE5-DFA5-9B86-68ED-00F6D489B527}"/>
              </a:ext>
            </a:extLst>
          </p:cNvPr>
          <p:cNvGrpSpPr/>
          <p:nvPr/>
        </p:nvGrpSpPr>
        <p:grpSpPr>
          <a:xfrm>
            <a:off x="858066" y="4163562"/>
            <a:ext cx="466050" cy="669682"/>
            <a:chOff x="1159011" y="4934512"/>
            <a:chExt cx="466050" cy="669682"/>
          </a:xfrm>
        </p:grpSpPr>
        <p:sp>
          <p:nvSpPr>
            <p:cNvPr id="235" name="Rectangle: Rounded Corners 234">
              <a:extLst>
                <a:ext uri="{FF2B5EF4-FFF2-40B4-BE49-F238E27FC236}">
                  <a16:creationId xmlns:a16="http://schemas.microsoft.com/office/drawing/2014/main" id="{F599DBF7-F610-7F01-EC6C-0BCD6E5225A6}"/>
                </a:ext>
              </a:extLst>
            </p:cNvPr>
            <p:cNvSpPr/>
            <p:nvPr/>
          </p:nvSpPr>
          <p:spPr>
            <a:xfrm>
              <a:off x="1159011" y="4934512"/>
              <a:ext cx="466050" cy="669682"/>
            </a:xfrm>
            <a:prstGeom prst="roundRect">
              <a:avLst>
                <a:gd name="adj" fmla="val 8535"/>
              </a:avLst>
            </a:prstGeom>
            <a:solidFill>
              <a:schemeClr val="bg1"/>
            </a:solidFill>
            <a:ln w="12700">
              <a:prstDash val="sys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236" name="Rectangle 235">
              <a:extLst>
                <a:ext uri="{FF2B5EF4-FFF2-40B4-BE49-F238E27FC236}">
                  <a16:creationId xmlns:a16="http://schemas.microsoft.com/office/drawing/2014/main" id="{03D85196-A16E-B610-9F1B-C495AF15F4E7}"/>
                </a:ext>
              </a:extLst>
            </p:cNvPr>
            <p:cNvSpPr/>
            <p:nvPr/>
          </p:nvSpPr>
          <p:spPr>
            <a:xfrm>
              <a:off x="1307134" y="5356687"/>
              <a:ext cx="169804" cy="169804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B</a:t>
              </a:r>
            </a:p>
          </p:txBody>
        </p:sp>
        <p:pic>
          <p:nvPicPr>
            <p:cNvPr id="237" name="Picture 236" descr="A black and white symbol&#10;&#10;Description automatically generated">
              <a:extLst>
                <a:ext uri="{FF2B5EF4-FFF2-40B4-BE49-F238E27FC236}">
                  <a16:creationId xmlns:a16="http://schemas.microsoft.com/office/drawing/2014/main" id="{90F9CEE5-E354-2661-BA15-8C3E53470CCF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216187" y="4970684"/>
              <a:ext cx="351698" cy="351696"/>
            </a:xfrm>
            <a:prstGeom prst="rect">
              <a:avLst/>
            </a:prstGeom>
          </p:spPr>
        </p:pic>
      </p:grpSp>
      <p:grpSp>
        <p:nvGrpSpPr>
          <p:cNvPr id="238" name="Group 237">
            <a:extLst>
              <a:ext uri="{FF2B5EF4-FFF2-40B4-BE49-F238E27FC236}">
                <a16:creationId xmlns:a16="http://schemas.microsoft.com/office/drawing/2014/main" id="{392E5E14-50A3-2ACD-B253-88B20938D859}"/>
              </a:ext>
            </a:extLst>
          </p:cNvPr>
          <p:cNvGrpSpPr/>
          <p:nvPr/>
        </p:nvGrpSpPr>
        <p:grpSpPr>
          <a:xfrm>
            <a:off x="856832" y="4869695"/>
            <a:ext cx="466050" cy="669682"/>
            <a:chOff x="1159011" y="4934512"/>
            <a:chExt cx="466050" cy="669682"/>
          </a:xfrm>
        </p:grpSpPr>
        <p:sp>
          <p:nvSpPr>
            <p:cNvPr id="239" name="Rectangle: Rounded Corners 238">
              <a:extLst>
                <a:ext uri="{FF2B5EF4-FFF2-40B4-BE49-F238E27FC236}">
                  <a16:creationId xmlns:a16="http://schemas.microsoft.com/office/drawing/2014/main" id="{CB2CEAC3-14C8-55AC-9DD9-8C8A4807F432}"/>
                </a:ext>
              </a:extLst>
            </p:cNvPr>
            <p:cNvSpPr/>
            <p:nvPr/>
          </p:nvSpPr>
          <p:spPr>
            <a:xfrm>
              <a:off x="1159011" y="4934512"/>
              <a:ext cx="466050" cy="669682"/>
            </a:xfrm>
            <a:prstGeom prst="roundRect">
              <a:avLst>
                <a:gd name="adj" fmla="val 8535"/>
              </a:avLst>
            </a:prstGeom>
            <a:solidFill>
              <a:schemeClr val="bg1"/>
            </a:solidFill>
            <a:ln w="12700">
              <a:prstDash val="sys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240" name="Rectangle 239">
              <a:extLst>
                <a:ext uri="{FF2B5EF4-FFF2-40B4-BE49-F238E27FC236}">
                  <a16:creationId xmlns:a16="http://schemas.microsoft.com/office/drawing/2014/main" id="{F4C81B35-55BD-96BA-E072-F057D38BCDA9}"/>
                </a:ext>
              </a:extLst>
            </p:cNvPr>
            <p:cNvSpPr/>
            <p:nvPr/>
          </p:nvSpPr>
          <p:spPr>
            <a:xfrm>
              <a:off x="1307134" y="5356687"/>
              <a:ext cx="169804" cy="169804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D</a:t>
              </a:r>
            </a:p>
          </p:txBody>
        </p:sp>
        <p:pic>
          <p:nvPicPr>
            <p:cNvPr id="241" name="Picture 240" descr="A black and white symbol&#10;&#10;Description automatically generated">
              <a:extLst>
                <a:ext uri="{FF2B5EF4-FFF2-40B4-BE49-F238E27FC236}">
                  <a16:creationId xmlns:a16="http://schemas.microsoft.com/office/drawing/2014/main" id="{8A15F83F-53FB-3660-2747-2F2112900586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216187" y="4970684"/>
              <a:ext cx="351698" cy="351696"/>
            </a:xfrm>
            <a:prstGeom prst="rect">
              <a:avLst/>
            </a:prstGeom>
          </p:spPr>
        </p:pic>
      </p:grpSp>
      <p:grpSp>
        <p:nvGrpSpPr>
          <p:cNvPr id="242" name="Group 241">
            <a:extLst>
              <a:ext uri="{FF2B5EF4-FFF2-40B4-BE49-F238E27FC236}">
                <a16:creationId xmlns:a16="http://schemas.microsoft.com/office/drawing/2014/main" id="{09C47A2F-0A77-5F53-F93C-F33AFC2F5D95}"/>
              </a:ext>
            </a:extLst>
          </p:cNvPr>
          <p:cNvGrpSpPr/>
          <p:nvPr/>
        </p:nvGrpSpPr>
        <p:grpSpPr>
          <a:xfrm>
            <a:off x="349454" y="4869695"/>
            <a:ext cx="466050" cy="669682"/>
            <a:chOff x="1159011" y="4934512"/>
            <a:chExt cx="466050" cy="669682"/>
          </a:xfrm>
        </p:grpSpPr>
        <p:sp>
          <p:nvSpPr>
            <p:cNvPr id="243" name="Rectangle: Rounded Corners 242">
              <a:extLst>
                <a:ext uri="{FF2B5EF4-FFF2-40B4-BE49-F238E27FC236}">
                  <a16:creationId xmlns:a16="http://schemas.microsoft.com/office/drawing/2014/main" id="{3236010D-CFAF-9EBE-AC76-27873348A408}"/>
                </a:ext>
              </a:extLst>
            </p:cNvPr>
            <p:cNvSpPr/>
            <p:nvPr/>
          </p:nvSpPr>
          <p:spPr>
            <a:xfrm>
              <a:off x="1159011" y="4934512"/>
              <a:ext cx="466050" cy="669682"/>
            </a:xfrm>
            <a:prstGeom prst="roundRect">
              <a:avLst>
                <a:gd name="adj" fmla="val 8535"/>
              </a:avLst>
            </a:prstGeom>
            <a:solidFill>
              <a:schemeClr val="bg1"/>
            </a:solidFill>
            <a:ln w="12700">
              <a:prstDash val="sys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244" name="Rectangle 243">
              <a:extLst>
                <a:ext uri="{FF2B5EF4-FFF2-40B4-BE49-F238E27FC236}">
                  <a16:creationId xmlns:a16="http://schemas.microsoft.com/office/drawing/2014/main" id="{FA6C419F-B1B2-3C21-3BE2-7560152F4CE5}"/>
                </a:ext>
              </a:extLst>
            </p:cNvPr>
            <p:cNvSpPr/>
            <p:nvPr/>
          </p:nvSpPr>
          <p:spPr>
            <a:xfrm>
              <a:off x="1307134" y="5356687"/>
              <a:ext cx="169804" cy="169804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C</a:t>
              </a:r>
            </a:p>
          </p:txBody>
        </p:sp>
        <p:pic>
          <p:nvPicPr>
            <p:cNvPr id="245" name="Picture 244" descr="A black and white symbol&#10;&#10;Description automatically generated">
              <a:extLst>
                <a:ext uri="{FF2B5EF4-FFF2-40B4-BE49-F238E27FC236}">
                  <a16:creationId xmlns:a16="http://schemas.microsoft.com/office/drawing/2014/main" id="{3C65C4BE-01E5-A9BC-0E96-43287C43231F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216187" y="4970684"/>
              <a:ext cx="351698" cy="351696"/>
            </a:xfrm>
            <a:prstGeom prst="rect">
              <a:avLst/>
            </a:prstGeom>
          </p:spPr>
        </p:pic>
      </p:grpSp>
      <p:grpSp>
        <p:nvGrpSpPr>
          <p:cNvPr id="249" name="Group 248">
            <a:extLst>
              <a:ext uri="{FF2B5EF4-FFF2-40B4-BE49-F238E27FC236}">
                <a16:creationId xmlns:a16="http://schemas.microsoft.com/office/drawing/2014/main" id="{198838CE-A3CC-8AA3-9E00-688BA4EB90AD}"/>
              </a:ext>
            </a:extLst>
          </p:cNvPr>
          <p:cNvGrpSpPr/>
          <p:nvPr/>
        </p:nvGrpSpPr>
        <p:grpSpPr>
          <a:xfrm>
            <a:off x="1633202" y="1621248"/>
            <a:ext cx="1960897" cy="3158269"/>
            <a:chOff x="1633202" y="1621248"/>
            <a:chExt cx="1960897" cy="3158269"/>
          </a:xfrm>
        </p:grpSpPr>
        <p:sp>
          <p:nvSpPr>
            <p:cNvPr id="247" name="Rectangle: Rounded Corners 246">
              <a:extLst>
                <a:ext uri="{FF2B5EF4-FFF2-40B4-BE49-F238E27FC236}">
                  <a16:creationId xmlns:a16="http://schemas.microsoft.com/office/drawing/2014/main" id="{1C8EE53E-1644-8755-BEF4-C58B3DAC7ED3}"/>
                </a:ext>
              </a:extLst>
            </p:cNvPr>
            <p:cNvSpPr/>
            <p:nvPr/>
          </p:nvSpPr>
          <p:spPr>
            <a:xfrm>
              <a:off x="1633202" y="1858519"/>
              <a:ext cx="1960897" cy="2920998"/>
            </a:xfrm>
            <a:prstGeom prst="roundRect">
              <a:avLst>
                <a:gd name="adj" fmla="val 3624"/>
              </a:avLst>
            </a:prstGeom>
            <a:solidFill>
              <a:schemeClr val="bg1">
                <a:lumMod val="95000"/>
                <a:alpha val="50196"/>
              </a:schemeClr>
            </a:solidFill>
            <a:ln w="12700">
              <a:solidFill>
                <a:schemeClr val="tx1">
                  <a:lumMod val="50000"/>
                  <a:lumOff val="50000"/>
                </a:schemeClr>
              </a:solidFill>
              <a:prstDash val="sysDot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248" name="TextBox 247">
              <a:extLst>
                <a:ext uri="{FF2B5EF4-FFF2-40B4-BE49-F238E27FC236}">
                  <a16:creationId xmlns:a16="http://schemas.microsoft.com/office/drawing/2014/main" id="{7048BEB5-A1C5-CAAA-D035-F7FB1429FA1E}"/>
                </a:ext>
              </a:extLst>
            </p:cNvPr>
            <p:cNvSpPr txBox="1"/>
            <p:nvPr/>
          </p:nvSpPr>
          <p:spPr>
            <a:xfrm>
              <a:off x="2059127" y="1621248"/>
              <a:ext cx="1179193" cy="2539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5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WIS Centre</a:t>
              </a:r>
              <a:endParaRPr kumimoji="0" lang="en-GB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246" name="Group 245">
            <a:extLst>
              <a:ext uri="{FF2B5EF4-FFF2-40B4-BE49-F238E27FC236}">
                <a16:creationId xmlns:a16="http://schemas.microsoft.com/office/drawing/2014/main" id="{CEAD878C-7AE5-1375-2321-AC7530ACFA56}"/>
              </a:ext>
            </a:extLst>
          </p:cNvPr>
          <p:cNvGrpSpPr/>
          <p:nvPr/>
        </p:nvGrpSpPr>
        <p:grpSpPr>
          <a:xfrm>
            <a:off x="238558" y="2004858"/>
            <a:ext cx="2724621" cy="2574854"/>
            <a:chOff x="238558" y="2004858"/>
            <a:chExt cx="2724621" cy="2574854"/>
          </a:xfrm>
        </p:grpSpPr>
        <p:pic>
          <p:nvPicPr>
            <p:cNvPr id="52" name="Picture 51">
              <a:extLst>
                <a:ext uri="{FF2B5EF4-FFF2-40B4-BE49-F238E27FC236}">
                  <a16:creationId xmlns:a16="http://schemas.microsoft.com/office/drawing/2014/main" id="{6441C5BC-444A-E54B-CC42-21D7A567FB4A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256121" y="3053461"/>
              <a:ext cx="1338982" cy="751078"/>
            </a:xfrm>
            <a:prstGeom prst="rect">
              <a:avLst/>
            </a:prstGeom>
          </p:spPr>
        </p:pic>
        <p:grpSp>
          <p:nvGrpSpPr>
            <p:cNvPr id="53" name="Group 52">
              <a:extLst>
                <a:ext uri="{FF2B5EF4-FFF2-40B4-BE49-F238E27FC236}">
                  <a16:creationId xmlns:a16="http://schemas.microsoft.com/office/drawing/2014/main" id="{3E8EDA42-6432-8DC8-9413-0F2899D1C058}"/>
                </a:ext>
              </a:extLst>
            </p:cNvPr>
            <p:cNvGrpSpPr/>
            <p:nvPr/>
          </p:nvGrpSpPr>
          <p:grpSpPr>
            <a:xfrm>
              <a:off x="2334271" y="2004858"/>
              <a:ext cx="628907" cy="910662"/>
              <a:chOff x="6648193" y="889820"/>
              <a:chExt cx="628907" cy="910662"/>
            </a:xfrm>
          </p:grpSpPr>
          <p:sp>
            <p:nvSpPr>
              <p:cNvPr id="54" name="Rectangle: Rounded Corners 53">
                <a:extLst>
                  <a:ext uri="{FF2B5EF4-FFF2-40B4-BE49-F238E27FC236}">
                    <a16:creationId xmlns:a16="http://schemas.microsoft.com/office/drawing/2014/main" id="{B1A0395D-E6A5-DD1C-945A-B0328578A711}"/>
                  </a:ext>
                </a:extLst>
              </p:cNvPr>
              <p:cNvSpPr/>
              <p:nvPr/>
            </p:nvSpPr>
            <p:spPr>
              <a:xfrm>
                <a:off x="6648193" y="1171575"/>
                <a:ext cx="628907" cy="628907"/>
              </a:xfrm>
              <a:prstGeom prst="roundRect">
                <a:avLst>
                  <a:gd name="adj" fmla="val 8678"/>
                </a:avLst>
              </a:prstGeom>
              <a:solidFill>
                <a:schemeClr val="bg1"/>
              </a:solidFill>
              <a:ln w="28575">
                <a:solidFill>
                  <a:srgbClr val="3963DA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3963DA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3963DA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WIS2 Node</a:t>
                </a:r>
              </a:p>
            </p:txBody>
          </p:sp>
          <p:pic>
            <p:nvPicPr>
              <p:cNvPr id="55" name="Picture 54">
                <a:extLst>
                  <a:ext uri="{FF2B5EF4-FFF2-40B4-BE49-F238E27FC236}">
                    <a16:creationId xmlns:a16="http://schemas.microsoft.com/office/drawing/2014/main" id="{DB22953E-F581-007B-C7CB-8C97576E849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6701185" y="889820"/>
                <a:ext cx="522922" cy="532516"/>
              </a:xfrm>
              <a:prstGeom prst="rect">
                <a:avLst/>
              </a:prstGeom>
            </p:spPr>
          </p:pic>
        </p:grpSp>
        <p:sp>
          <p:nvSpPr>
            <p:cNvPr id="56" name="Rectangle: Rounded Corners 55">
              <a:extLst>
                <a:ext uri="{FF2B5EF4-FFF2-40B4-BE49-F238E27FC236}">
                  <a16:creationId xmlns:a16="http://schemas.microsoft.com/office/drawing/2014/main" id="{C8EBAFA3-FAC5-566C-91CB-74698253C037}"/>
                </a:ext>
              </a:extLst>
            </p:cNvPr>
            <p:cNvSpPr/>
            <p:nvPr/>
          </p:nvSpPr>
          <p:spPr>
            <a:xfrm>
              <a:off x="2334272" y="3950805"/>
              <a:ext cx="628907" cy="628907"/>
            </a:xfrm>
            <a:prstGeom prst="roundRect">
              <a:avLst>
                <a:gd name="adj" fmla="val 8678"/>
              </a:avLst>
            </a:prstGeom>
            <a:solidFill>
              <a:schemeClr val="bg1"/>
            </a:solidFill>
            <a:ln w="28575"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E8E8E8">
                      <a:lumMod val="75000"/>
                    </a:srgbClr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MSS</a:t>
              </a:r>
            </a:p>
          </p:txBody>
        </p:sp>
        <p:cxnSp>
          <p:nvCxnSpPr>
            <p:cNvPr id="58" name="Straight Arrow Connector 57">
              <a:extLst>
                <a:ext uri="{FF2B5EF4-FFF2-40B4-BE49-F238E27FC236}">
                  <a16:creationId xmlns:a16="http://schemas.microsoft.com/office/drawing/2014/main" id="{9E4C7BCF-D068-AAC0-1986-D51C8CBB928F}"/>
                </a:ext>
              </a:extLst>
            </p:cNvPr>
            <p:cNvCxnSpPr/>
            <p:nvPr/>
          </p:nvCxnSpPr>
          <p:spPr>
            <a:xfrm flipV="1">
              <a:off x="1476375" y="2733675"/>
              <a:ext cx="751592" cy="419100"/>
            </a:xfrm>
            <a:prstGeom prst="straightConnector1">
              <a:avLst/>
            </a:prstGeom>
            <a:ln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Straight Arrow Connector 60">
              <a:extLst>
                <a:ext uri="{FF2B5EF4-FFF2-40B4-BE49-F238E27FC236}">
                  <a16:creationId xmlns:a16="http://schemas.microsoft.com/office/drawing/2014/main" id="{2AA674D2-ED27-0520-9403-5B4E58017FF5}"/>
                </a:ext>
              </a:extLst>
            </p:cNvPr>
            <p:cNvCxnSpPr>
              <a:cxnSpLocks/>
            </p:cNvCxnSpPr>
            <p:nvPr/>
          </p:nvCxnSpPr>
          <p:spPr>
            <a:xfrm>
              <a:off x="1476375" y="3741255"/>
              <a:ext cx="751592" cy="419100"/>
            </a:xfrm>
            <a:prstGeom prst="straightConnector1">
              <a:avLst/>
            </a:prstGeom>
            <a:ln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62" name="TextBox 61">
              <a:extLst>
                <a:ext uri="{FF2B5EF4-FFF2-40B4-BE49-F238E27FC236}">
                  <a16:creationId xmlns:a16="http://schemas.microsoft.com/office/drawing/2014/main" id="{118B6FFD-0FD5-35B4-678A-FC967BEDE818}"/>
                </a:ext>
              </a:extLst>
            </p:cNvPr>
            <p:cNvSpPr txBox="1"/>
            <p:nvPr/>
          </p:nvSpPr>
          <p:spPr>
            <a:xfrm>
              <a:off x="238558" y="3676872"/>
              <a:ext cx="1179193" cy="43858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5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data management system</a:t>
              </a: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</a:t>
              </a:r>
            </a:p>
          </p:txBody>
        </p:sp>
      </p:grpSp>
      <p:sp>
        <p:nvSpPr>
          <p:cNvPr id="250" name="TextBox 249">
            <a:extLst>
              <a:ext uri="{FF2B5EF4-FFF2-40B4-BE49-F238E27FC236}">
                <a16:creationId xmlns:a16="http://schemas.microsoft.com/office/drawing/2014/main" id="{F53F274B-73CF-AB71-807B-814D52087E3A}"/>
              </a:ext>
            </a:extLst>
          </p:cNvPr>
          <p:cNvSpPr txBox="1"/>
          <p:nvPr/>
        </p:nvSpPr>
        <p:spPr>
          <a:xfrm>
            <a:off x="6619182" y="6359331"/>
            <a:ext cx="818636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GTS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2E11505-2DB9-532C-38D9-CA2C944BE70C}"/>
              </a:ext>
            </a:extLst>
          </p:cNvPr>
          <p:cNvSpPr txBox="1"/>
          <p:nvPr/>
        </p:nvSpPr>
        <p:spPr>
          <a:xfrm>
            <a:off x="2074853" y="3688682"/>
            <a:ext cx="117919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0" i="0" u="none" strike="noStrike" kern="0" cap="none" spc="0" normalizeH="0" baseline="0" noProof="0" dirty="0">
                <a:ln>
                  <a:noFill/>
                </a:ln>
                <a:solidFill>
                  <a:srgbClr val="E8E8E8">
                    <a:lumMod val="75000"/>
                  </a:srgbClr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CCCC = </a:t>
            </a:r>
            <a:r>
              <a:rPr kumimoji="0" lang="en-GB" sz="1200" b="1" i="0" u="none" strike="noStrike" kern="0" cap="none" spc="0" normalizeH="0" baseline="0" noProof="0" dirty="0">
                <a:ln>
                  <a:noFill/>
                </a:ln>
                <a:solidFill>
                  <a:srgbClr val="E8E8E8">
                    <a:lumMod val="75000"/>
                  </a:srgbClr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TEST</a:t>
            </a:r>
            <a:endParaRPr kumimoji="0" lang="en-GB" sz="1600" b="1" i="0" u="none" strike="noStrike" kern="0" cap="none" spc="0" normalizeH="0" baseline="0" noProof="0" dirty="0">
              <a:ln>
                <a:noFill/>
              </a:ln>
              <a:solidFill>
                <a:srgbClr val="E8E8E8">
                  <a:lumMod val="75000"/>
                </a:srgbClr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+mn-cs"/>
            </a:endParaRPr>
          </a:p>
        </p:txBody>
      </p:sp>
      <p:grpSp>
        <p:nvGrpSpPr>
          <p:cNvPr id="209" name="Group 208">
            <a:extLst>
              <a:ext uri="{FF2B5EF4-FFF2-40B4-BE49-F238E27FC236}">
                <a16:creationId xmlns:a16="http://schemas.microsoft.com/office/drawing/2014/main" id="{CF9D6EE7-EFF3-9FF2-44ED-FABB93A52CC2}"/>
              </a:ext>
            </a:extLst>
          </p:cNvPr>
          <p:cNvGrpSpPr/>
          <p:nvPr/>
        </p:nvGrpSpPr>
        <p:grpSpPr>
          <a:xfrm>
            <a:off x="1430655" y="808440"/>
            <a:ext cx="2456202" cy="855395"/>
            <a:chOff x="1430655" y="770340"/>
            <a:chExt cx="2456202" cy="855395"/>
          </a:xfrm>
        </p:grpSpPr>
        <p:grpSp>
          <p:nvGrpSpPr>
            <p:cNvPr id="49" name="Group 48">
              <a:extLst>
                <a:ext uri="{FF2B5EF4-FFF2-40B4-BE49-F238E27FC236}">
                  <a16:creationId xmlns:a16="http://schemas.microsoft.com/office/drawing/2014/main" id="{5FA39EA6-BDF4-AC6B-97EA-542616226325}"/>
                </a:ext>
              </a:extLst>
            </p:cNvPr>
            <p:cNvGrpSpPr/>
            <p:nvPr/>
          </p:nvGrpSpPr>
          <p:grpSpPr>
            <a:xfrm>
              <a:off x="1430655" y="770340"/>
              <a:ext cx="612283" cy="855395"/>
              <a:chOff x="2425679" y="690821"/>
              <a:chExt cx="612283" cy="855395"/>
            </a:xfrm>
          </p:grpSpPr>
          <p:pic>
            <p:nvPicPr>
              <p:cNvPr id="43" name="Picture 42">
                <a:extLst>
                  <a:ext uri="{FF2B5EF4-FFF2-40B4-BE49-F238E27FC236}">
                    <a16:creationId xmlns:a16="http://schemas.microsoft.com/office/drawing/2014/main" id="{E49AE66A-7CCB-265A-A728-2D771B95F5D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2425679" y="690821"/>
                <a:ext cx="612283" cy="855395"/>
              </a:xfrm>
              <a:prstGeom prst="rect">
                <a:avLst/>
              </a:prstGeom>
            </p:spPr>
          </p:pic>
          <p:sp>
            <p:nvSpPr>
              <p:cNvPr id="45" name="Rectangle 44">
                <a:extLst>
                  <a:ext uri="{FF2B5EF4-FFF2-40B4-BE49-F238E27FC236}">
                    <a16:creationId xmlns:a16="http://schemas.microsoft.com/office/drawing/2014/main" id="{FDAA7399-C972-C797-CBB6-F9348EC64415}"/>
                  </a:ext>
                </a:extLst>
              </p:cNvPr>
              <p:cNvSpPr/>
              <p:nvPr/>
            </p:nvSpPr>
            <p:spPr>
              <a:xfrm>
                <a:off x="2631993" y="1000455"/>
                <a:ext cx="169804" cy="169804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A</a:t>
                </a:r>
              </a:p>
            </p:txBody>
          </p:sp>
        </p:grpSp>
        <p:grpSp>
          <p:nvGrpSpPr>
            <p:cNvPr id="50" name="Group 49">
              <a:extLst>
                <a:ext uri="{FF2B5EF4-FFF2-40B4-BE49-F238E27FC236}">
                  <a16:creationId xmlns:a16="http://schemas.microsoft.com/office/drawing/2014/main" id="{59C6F2F7-59A1-259F-9D98-DB4A4AE94B07}"/>
                </a:ext>
              </a:extLst>
            </p:cNvPr>
            <p:cNvGrpSpPr/>
            <p:nvPr/>
          </p:nvGrpSpPr>
          <p:grpSpPr>
            <a:xfrm>
              <a:off x="2045295" y="770340"/>
              <a:ext cx="612283" cy="855395"/>
              <a:chOff x="2425679" y="690821"/>
              <a:chExt cx="612283" cy="855395"/>
            </a:xfrm>
          </p:grpSpPr>
          <p:pic>
            <p:nvPicPr>
              <p:cNvPr id="57" name="Picture 56">
                <a:extLst>
                  <a:ext uri="{FF2B5EF4-FFF2-40B4-BE49-F238E27FC236}">
                    <a16:creationId xmlns:a16="http://schemas.microsoft.com/office/drawing/2014/main" id="{6B52AFCC-4F66-F44E-D7BA-B9DB75018D9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2425679" y="690821"/>
                <a:ext cx="612283" cy="855395"/>
              </a:xfrm>
              <a:prstGeom prst="rect">
                <a:avLst/>
              </a:prstGeom>
            </p:spPr>
          </p:pic>
          <p:sp>
            <p:nvSpPr>
              <p:cNvPr id="59" name="Rectangle 58">
                <a:extLst>
                  <a:ext uri="{FF2B5EF4-FFF2-40B4-BE49-F238E27FC236}">
                    <a16:creationId xmlns:a16="http://schemas.microsoft.com/office/drawing/2014/main" id="{5057D0BE-4293-5BBA-626C-6A1E3F700ED3}"/>
                  </a:ext>
                </a:extLst>
              </p:cNvPr>
              <p:cNvSpPr/>
              <p:nvPr/>
            </p:nvSpPr>
            <p:spPr>
              <a:xfrm>
                <a:off x="2631993" y="1000455"/>
                <a:ext cx="169804" cy="169804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B</a:t>
                </a:r>
              </a:p>
            </p:txBody>
          </p:sp>
        </p:grpSp>
        <p:grpSp>
          <p:nvGrpSpPr>
            <p:cNvPr id="60" name="Group 59">
              <a:extLst>
                <a:ext uri="{FF2B5EF4-FFF2-40B4-BE49-F238E27FC236}">
                  <a16:creationId xmlns:a16="http://schemas.microsoft.com/office/drawing/2014/main" id="{FEBC5A25-3001-AA6F-80BE-04D2CBB0BE1A}"/>
                </a:ext>
              </a:extLst>
            </p:cNvPr>
            <p:cNvGrpSpPr/>
            <p:nvPr/>
          </p:nvGrpSpPr>
          <p:grpSpPr>
            <a:xfrm>
              <a:off x="2659935" y="770340"/>
              <a:ext cx="612283" cy="855395"/>
              <a:chOff x="2425679" y="690821"/>
              <a:chExt cx="612283" cy="855395"/>
            </a:xfrm>
          </p:grpSpPr>
          <p:pic>
            <p:nvPicPr>
              <p:cNvPr id="63" name="Picture 62">
                <a:extLst>
                  <a:ext uri="{FF2B5EF4-FFF2-40B4-BE49-F238E27FC236}">
                    <a16:creationId xmlns:a16="http://schemas.microsoft.com/office/drawing/2014/main" id="{F1B64AFB-4772-D687-CC69-AD07C131ED8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2425679" y="690821"/>
                <a:ext cx="612283" cy="855395"/>
              </a:xfrm>
              <a:prstGeom prst="rect">
                <a:avLst/>
              </a:prstGeom>
            </p:spPr>
          </p:pic>
          <p:sp>
            <p:nvSpPr>
              <p:cNvPr id="192" name="Rectangle 191">
                <a:extLst>
                  <a:ext uri="{FF2B5EF4-FFF2-40B4-BE49-F238E27FC236}">
                    <a16:creationId xmlns:a16="http://schemas.microsoft.com/office/drawing/2014/main" id="{FE6A29A1-9170-D7EB-D658-AC783BA48FCF}"/>
                  </a:ext>
                </a:extLst>
              </p:cNvPr>
              <p:cNvSpPr/>
              <p:nvPr/>
            </p:nvSpPr>
            <p:spPr>
              <a:xfrm>
                <a:off x="2631993" y="1000455"/>
                <a:ext cx="169804" cy="169804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C</a:t>
                </a:r>
              </a:p>
            </p:txBody>
          </p:sp>
        </p:grpSp>
        <p:grpSp>
          <p:nvGrpSpPr>
            <p:cNvPr id="193" name="Group 192">
              <a:extLst>
                <a:ext uri="{FF2B5EF4-FFF2-40B4-BE49-F238E27FC236}">
                  <a16:creationId xmlns:a16="http://schemas.microsoft.com/office/drawing/2014/main" id="{A7546981-028B-F3C3-5544-A77228A28ABF}"/>
                </a:ext>
              </a:extLst>
            </p:cNvPr>
            <p:cNvGrpSpPr/>
            <p:nvPr/>
          </p:nvGrpSpPr>
          <p:grpSpPr>
            <a:xfrm>
              <a:off x="3274574" y="770340"/>
              <a:ext cx="612283" cy="855395"/>
              <a:chOff x="2425679" y="690821"/>
              <a:chExt cx="612283" cy="855395"/>
            </a:xfrm>
          </p:grpSpPr>
          <p:pic>
            <p:nvPicPr>
              <p:cNvPr id="194" name="Picture 193">
                <a:extLst>
                  <a:ext uri="{FF2B5EF4-FFF2-40B4-BE49-F238E27FC236}">
                    <a16:creationId xmlns:a16="http://schemas.microsoft.com/office/drawing/2014/main" id="{F56F6BB9-DB8E-1E59-8383-EFA9B210B7A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2425679" y="690821"/>
                <a:ext cx="612283" cy="855395"/>
              </a:xfrm>
              <a:prstGeom prst="rect">
                <a:avLst/>
              </a:prstGeom>
            </p:spPr>
          </p:pic>
          <p:sp>
            <p:nvSpPr>
              <p:cNvPr id="201" name="Rectangle 200">
                <a:extLst>
                  <a:ext uri="{FF2B5EF4-FFF2-40B4-BE49-F238E27FC236}">
                    <a16:creationId xmlns:a16="http://schemas.microsoft.com/office/drawing/2014/main" id="{CEC919C2-8EA1-6AD6-DA90-51B64502DA23}"/>
                  </a:ext>
                </a:extLst>
              </p:cNvPr>
              <p:cNvSpPr/>
              <p:nvPr/>
            </p:nvSpPr>
            <p:spPr>
              <a:xfrm>
                <a:off x="2631993" y="1000455"/>
                <a:ext cx="169804" cy="169804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D</a:t>
                </a:r>
              </a:p>
            </p:txBody>
          </p:sp>
        </p:grpSp>
      </p:grpSp>
      <p:grpSp>
        <p:nvGrpSpPr>
          <p:cNvPr id="214" name="Group 213">
            <a:extLst>
              <a:ext uri="{FF2B5EF4-FFF2-40B4-BE49-F238E27FC236}">
                <a16:creationId xmlns:a16="http://schemas.microsoft.com/office/drawing/2014/main" id="{279A6440-72E7-5AFD-24D1-4F7E19C49666}"/>
              </a:ext>
            </a:extLst>
          </p:cNvPr>
          <p:cNvGrpSpPr/>
          <p:nvPr/>
        </p:nvGrpSpPr>
        <p:grpSpPr>
          <a:xfrm>
            <a:off x="2963924" y="2367446"/>
            <a:ext cx="716753" cy="326665"/>
            <a:chOff x="2963924" y="2367446"/>
            <a:chExt cx="716753" cy="326665"/>
          </a:xfrm>
        </p:grpSpPr>
        <p:grpSp>
          <p:nvGrpSpPr>
            <p:cNvPr id="210" name="Group 209">
              <a:extLst>
                <a:ext uri="{FF2B5EF4-FFF2-40B4-BE49-F238E27FC236}">
                  <a16:creationId xmlns:a16="http://schemas.microsoft.com/office/drawing/2014/main" id="{B50EBD89-FC21-BF3A-AD75-A10418F1A59A}"/>
                </a:ext>
              </a:extLst>
            </p:cNvPr>
            <p:cNvGrpSpPr/>
            <p:nvPr/>
          </p:nvGrpSpPr>
          <p:grpSpPr>
            <a:xfrm>
              <a:off x="2963924" y="2367446"/>
              <a:ext cx="534458" cy="127000"/>
              <a:chOff x="2963178" y="2725764"/>
              <a:chExt cx="534458" cy="127000"/>
            </a:xfrm>
          </p:grpSpPr>
          <p:cxnSp>
            <p:nvCxnSpPr>
              <p:cNvPr id="211" name="Straight Connector 210">
                <a:extLst>
                  <a:ext uri="{FF2B5EF4-FFF2-40B4-BE49-F238E27FC236}">
                    <a16:creationId xmlns:a16="http://schemas.microsoft.com/office/drawing/2014/main" id="{4C775FB9-CAFC-D72A-7496-2B643B9F24A3}"/>
                  </a:ext>
                </a:extLst>
              </p:cNvPr>
              <p:cNvCxnSpPr/>
              <p:nvPr/>
            </p:nvCxnSpPr>
            <p:spPr>
              <a:xfrm flipV="1">
                <a:off x="2963178" y="2789264"/>
                <a:ext cx="400050" cy="1"/>
              </a:xfrm>
              <a:prstGeom prst="line">
                <a:avLst/>
              </a:prstGeom>
              <a:noFill/>
              <a:ln w="19050" cap="flat" cmpd="sng" algn="ctr">
                <a:solidFill>
                  <a:schemeClr val="accent2">
                    <a:lumMod val="75000"/>
                  </a:schemeClr>
                </a:solidFill>
                <a:prstDash val="solid"/>
                <a:miter lim="800000"/>
              </a:ln>
              <a:effectLst/>
            </p:spPr>
          </p:cxnSp>
          <p:sp>
            <p:nvSpPr>
              <p:cNvPr id="212" name="Oval 211">
                <a:extLst>
                  <a:ext uri="{FF2B5EF4-FFF2-40B4-BE49-F238E27FC236}">
                    <a16:creationId xmlns:a16="http://schemas.microsoft.com/office/drawing/2014/main" id="{41546EAB-6209-0522-99CD-B510FC6C59DC}"/>
                  </a:ext>
                </a:extLst>
              </p:cNvPr>
              <p:cNvSpPr/>
              <p:nvPr/>
            </p:nvSpPr>
            <p:spPr>
              <a:xfrm>
                <a:off x="3370636" y="2725764"/>
                <a:ext cx="127000" cy="127000"/>
              </a:xfrm>
              <a:prstGeom prst="ellipse">
                <a:avLst/>
              </a:prstGeom>
              <a:solidFill>
                <a:sysClr val="window" lastClr="FFFFFF"/>
              </a:solidFill>
              <a:ln w="19050" cap="flat" cmpd="sng" algn="ctr">
                <a:solidFill>
                  <a:schemeClr val="accent2">
                    <a:lumMod val="75000"/>
                  </a:schemeClr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sp>
          <p:nvSpPr>
            <p:cNvPr id="213" name="TextBox 212">
              <a:extLst>
                <a:ext uri="{FF2B5EF4-FFF2-40B4-BE49-F238E27FC236}">
                  <a16:creationId xmlns:a16="http://schemas.microsoft.com/office/drawing/2014/main" id="{D7992F43-D443-821B-2C6E-C476C521AE5A}"/>
                </a:ext>
              </a:extLst>
            </p:cNvPr>
            <p:cNvSpPr txBox="1"/>
            <p:nvPr/>
          </p:nvSpPr>
          <p:spPr>
            <a:xfrm>
              <a:off x="3194968" y="2440195"/>
              <a:ext cx="485709" cy="2539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50" b="0" i="0" u="none" strike="noStrike" kern="0" cap="none" spc="0" normalizeH="0" baseline="0" noProof="0" dirty="0">
                  <a:ln>
                    <a:noFill/>
                  </a:ln>
                  <a:solidFill>
                    <a:srgbClr val="E97132">
                      <a:lumMod val="75000"/>
                    </a:srgbClr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https</a:t>
              </a:r>
              <a:endParaRPr kumimoji="0" lang="en-GB" sz="1200" b="0" i="0" u="none" strike="noStrike" kern="0" cap="none" spc="0" normalizeH="0" baseline="0" noProof="0" dirty="0">
                <a:ln>
                  <a:noFill/>
                </a:ln>
                <a:solidFill>
                  <a:srgbClr val="E97132">
                    <a:lumMod val="75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pic>
        <p:nvPicPr>
          <p:cNvPr id="47" name="Picture 46">
            <a:extLst>
              <a:ext uri="{FF2B5EF4-FFF2-40B4-BE49-F238E27FC236}">
                <a16:creationId xmlns:a16="http://schemas.microsoft.com/office/drawing/2014/main" id="{84F67A9F-8CD0-23B6-E83F-9D3E2859E4F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504409" y="107790"/>
            <a:ext cx="444034" cy="620341"/>
          </a:xfrm>
          <a:prstGeom prst="rect">
            <a:avLst/>
          </a:prstGeom>
        </p:spPr>
      </p:pic>
      <p:pic>
        <p:nvPicPr>
          <p:cNvPr id="205" name="Picture 204">
            <a:extLst>
              <a:ext uri="{FF2B5EF4-FFF2-40B4-BE49-F238E27FC236}">
                <a16:creationId xmlns:a16="http://schemas.microsoft.com/office/drawing/2014/main" id="{A62679DC-473D-C099-3A35-9F7100E04338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122688" y="107539"/>
            <a:ext cx="444034" cy="620341"/>
          </a:xfrm>
          <a:prstGeom prst="rect">
            <a:avLst/>
          </a:prstGeom>
        </p:spPr>
      </p:pic>
      <p:pic>
        <p:nvPicPr>
          <p:cNvPr id="206" name="Picture 205">
            <a:extLst>
              <a:ext uri="{FF2B5EF4-FFF2-40B4-BE49-F238E27FC236}">
                <a16:creationId xmlns:a16="http://schemas.microsoft.com/office/drawing/2014/main" id="{6C4A5057-6D57-88CE-8A75-49CFF39973AB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738968" y="107539"/>
            <a:ext cx="444034" cy="620341"/>
          </a:xfrm>
          <a:prstGeom prst="rect">
            <a:avLst/>
          </a:prstGeom>
        </p:spPr>
      </p:pic>
      <p:pic>
        <p:nvPicPr>
          <p:cNvPr id="207" name="Picture 206">
            <a:extLst>
              <a:ext uri="{FF2B5EF4-FFF2-40B4-BE49-F238E27FC236}">
                <a16:creationId xmlns:a16="http://schemas.microsoft.com/office/drawing/2014/main" id="{4D4B85FB-2D1F-C902-2D4E-8AB84939A2FF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353933" y="108876"/>
            <a:ext cx="444034" cy="620341"/>
          </a:xfrm>
          <a:prstGeom prst="rect">
            <a:avLst/>
          </a:prstGeom>
        </p:spPr>
      </p:pic>
      <p:grpSp>
        <p:nvGrpSpPr>
          <p:cNvPr id="228" name="Group 227">
            <a:extLst>
              <a:ext uri="{FF2B5EF4-FFF2-40B4-BE49-F238E27FC236}">
                <a16:creationId xmlns:a16="http://schemas.microsoft.com/office/drawing/2014/main" id="{A77871CF-229A-726E-10F8-7E84211151A1}"/>
              </a:ext>
            </a:extLst>
          </p:cNvPr>
          <p:cNvGrpSpPr/>
          <p:nvPr/>
        </p:nvGrpSpPr>
        <p:grpSpPr>
          <a:xfrm>
            <a:off x="2963178" y="2725764"/>
            <a:ext cx="786853" cy="316693"/>
            <a:chOff x="2963178" y="2725764"/>
            <a:chExt cx="786853" cy="316693"/>
          </a:xfrm>
        </p:grpSpPr>
        <p:grpSp>
          <p:nvGrpSpPr>
            <p:cNvPr id="220" name="Group 219">
              <a:extLst>
                <a:ext uri="{FF2B5EF4-FFF2-40B4-BE49-F238E27FC236}">
                  <a16:creationId xmlns:a16="http://schemas.microsoft.com/office/drawing/2014/main" id="{16748ED7-D34B-CCDE-3604-E67971807E2D}"/>
                </a:ext>
              </a:extLst>
            </p:cNvPr>
            <p:cNvGrpSpPr/>
            <p:nvPr/>
          </p:nvGrpSpPr>
          <p:grpSpPr>
            <a:xfrm>
              <a:off x="2963178" y="2725764"/>
              <a:ext cx="534458" cy="127000"/>
              <a:chOff x="2963178" y="2725764"/>
              <a:chExt cx="534458" cy="127000"/>
            </a:xfrm>
          </p:grpSpPr>
          <p:cxnSp>
            <p:nvCxnSpPr>
              <p:cNvPr id="221" name="Straight Connector 220">
                <a:extLst>
                  <a:ext uri="{FF2B5EF4-FFF2-40B4-BE49-F238E27FC236}">
                    <a16:creationId xmlns:a16="http://schemas.microsoft.com/office/drawing/2014/main" id="{E4F467BB-01FB-D0E6-4FC8-F45F3C9D4D34}"/>
                  </a:ext>
                </a:extLst>
              </p:cNvPr>
              <p:cNvCxnSpPr/>
              <p:nvPr/>
            </p:nvCxnSpPr>
            <p:spPr>
              <a:xfrm flipV="1">
                <a:off x="2963178" y="2789264"/>
                <a:ext cx="400050" cy="1"/>
              </a:xfrm>
              <a:prstGeom prst="line">
                <a:avLst/>
              </a:prstGeom>
              <a:noFill/>
              <a:ln w="19050" cap="flat" cmpd="sng" algn="ctr">
                <a:solidFill>
                  <a:schemeClr val="accent6">
                    <a:lumMod val="75000"/>
                  </a:schemeClr>
                </a:solidFill>
                <a:prstDash val="solid"/>
                <a:miter lim="800000"/>
              </a:ln>
              <a:effectLst/>
            </p:spPr>
          </p:cxnSp>
          <p:sp>
            <p:nvSpPr>
              <p:cNvPr id="226" name="Oval 225">
                <a:extLst>
                  <a:ext uri="{FF2B5EF4-FFF2-40B4-BE49-F238E27FC236}">
                    <a16:creationId xmlns:a16="http://schemas.microsoft.com/office/drawing/2014/main" id="{CD86C1BD-EFF8-6178-A358-AD40F28BCB9C}"/>
                  </a:ext>
                </a:extLst>
              </p:cNvPr>
              <p:cNvSpPr/>
              <p:nvPr/>
            </p:nvSpPr>
            <p:spPr>
              <a:xfrm>
                <a:off x="3370636" y="2725764"/>
                <a:ext cx="127000" cy="127000"/>
              </a:xfrm>
              <a:prstGeom prst="ellipse">
                <a:avLst/>
              </a:prstGeom>
              <a:solidFill>
                <a:sysClr val="window" lastClr="FFFFFF"/>
              </a:solidFill>
              <a:ln w="19050" cap="flat" cmpd="sng" algn="ctr">
                <a:solidFill>
                  <a:schemeClr val="accent6">
                    <a:lumMod val="75000"/>
                  </a:schemeClr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sp>
          <p:nvSpPr>
            <p:cNvPr id="227" name="TextBox 226">
              <a:extLst>
                <a:ext uri="{FF2B5EF4-FFF2-40B4-BE49-F238E27FC236}">
                  <a16:creationId xmlns:a16="http://schemas.microsoft.com/office/drawing/2014/main" id="{A6850F0A-22EE-3A4A-7ECA-BB99042746EF}"/>
                </a:ext>
              </a:extLst>
            </p:cNvPr>
            <p:cNvSpPr txBox="1"/>
            <p:nvPr/>
          </p:nvSpPr>
          <p:spPr>
            <a:xfrm>
              <a:off x="3118241" y="2788541"/>
              <a:ext cx="631790" cy="2539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50" b="0" i="0" u="none" strike="noStrike" kern="0" cap="none" spc="0" normalizeH="0" baseline="0" noProof="0" dirty="0" err="1">
                  <a:ln>
                    <a:noFill/>
                  </a:ln>
                  <a:solidFill>
                    <a:srgbClr val="4EA72E">
                      <a:lumMod val="75000"/>
                    </a:srgbClr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mqtts</a:t>
              </a:r>
              <a:endParaRPr kumimoji="0" lang="en-GB" sz="1200" b="0" i="0" u="none" strike="noStrike" kern="0" cap="none" spc="0" normalizeH="0" baseline="0" noProof="0" dirty="0">
                <a:ln>
                  <a:noFill/>
                </a:ln>
                <a:solidFill>
                  <a:srgbClr val="4EA72E">
                    <a:lumMod val="75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46" name="Group 45">
            <a:extLst>
              <a:ext uri="{FF2B5EF4-FFF2-40B4-BE49-F238E27FC236}">
                <a16:creationId xmlns:a16="http://schemas.microsoft.com/office/drawing/2014/main" id="{3B79297E-6071-A048-6DD7-0F1EB0E00BCB}"/>
              </a:ext>
            </a:extLst>
          </p:cNvPr>
          <p:cNvGrpSpPr/>
          <p:nvPr/>
        </p:nvGrpSpPr>
        <p:grpSpPr>
          <a:xfrm>
            <a:off x="7809040" y="580845"/>
            <a:ext cx="821464" cy="919480"/>
            <a:chOff x="7894810" y="1381253"/>
            <a:chExt cx="821464" cy="919480"/>
          </a:xfrm>
        </p:grpSpPr>
        <p:sp>
          <p:nvSpPr>
            <p:cNvPr id="48" name="Rectangle: Rounded Corners 47">
              <a:extLst>
                <a:ext uri="{FF2B5EF4-FFF2-40B4-BE49-F238E27FC236}">
                  <a16:creationId xmlns:a16="http://schemas.microsoft.com/office/drawing/2014/main" id="{2DC6F309-2EC0-5F0C-78E5-259ACC5D48BC}"/>
                </a:ext>
              </a:extLst>
            </p:cNvPr>
            <p:cNvSpPr/>
            <p:nvPr/>
          </p:nvSpPr>
          <p:spPr>
            <a:xfrm>
              <a:off x="7991089" y="1649591"/>
              <a:ext cx="628907" cy="628907"/>
            </a:xfrm>
            <a:prstGeom prst="roundRect">
              <a:avLst>
                <a:gd name="adj" fmla="val 8678"/>
              </a:avLst>
            </a:prstGeom>
            <a:solidFill>
              <a:schemeClr val="bg1"/>
            </a:solidFill>
            <a:ln w="28575">
              <a:solidFill>
                <a:srgbClr val="3963DA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srgbClr val="3963DA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9BB4BBC8-27CF-C753-B2A7-D5DC2576F532}"/>
                </a:ext>
              </a:extLst>
            </p:cNvPr>
            <p:cNvSpPr txBox="1"/>
            <p:nvPr/>
          </p:nvSpPr>
          <p:spPr>
            <a:xfrm>
              <a:off x="7894810" y="1839068"/>
              <a:ext cx="821464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3963DA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Global Cache</a:t>
              </a:r>
            </a:p>
          </p:txBody>
        </p:sp>
        <p:grpSp>
          <p:nvGrpSpPr>
            <p:cNvPr id="195" name="Group 194">
              <a:extLst>
                <a:ext uri="{FF2B5EF4-FFF2-40B4-BE49-F238E27FC236}">
                  <a16:creationId xmlns:a16="http://schemas.microsoft.com/office/drawing/2014/main" id="{503AA5FF-1A43-87AB-87C6-AFA681F98572}"/>
                </a:ext>
              </a:extLst>
            </p:cNvPr>
            <p:cNvGrpSpPr/>
            <p:nvPr/>
          </p:nvGrpSpPr>
          <p:grpSpPr>
            <a:xfrm>
              <a:off x="8036660" y="1381253"/>
              <a:ext cx="537764" cy="547628"/>
              <a:chOff x="6976094" y="2574516"/>
              <a:chExt cx="664523" cy="676715"/>
            </a:xfrm>
          </p:grpSpPr>
          <p:pic>
            <p:nvPicPr>
              <p:cNvPr id="196" name="Picture 195">
                <a:extLst>
                  <a:ext uri="{FF2B5EF4-FFF2-40B4-BE49-F238E27FC236}">
                    <a16:creationId xmlns:a16="http://schemas.microsoft.com/office/drawing/2014/main" id="{3C9D5115-9352-8072-4D51-2110BD0F155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6976094" y="2574516"/>
                <a:ext cx="664522" cy="676715"/>
              </a:xfrm>
              <a:prstGeom prst="rect">
                <a:avLst/>
              </a:prstGeom>
            </p:spPr>
          </p:pic>
          <p:pic>
            <p:nvPicPr>
              <p:cNvPr id="198" name="Picture 197">
                <a:extLst>
                  <a:ext uri="{FF2B5EF4-FFF2-40B4-BE49-F238E27FC236}">
                    <a16:creationId xmlns:a16="http://schemas.microsoft.com/office/drawing/2014/main" id="{B6DAE2BD-3066-E1C0-B1AE-B0F79BBB07C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9">
                <a:extLst>
                  <a:ext uri="{BEBA8EAE-BF5A-486C-A8C5-ECC9F3942E4B}">
                    <a14:imgProps xmlns:a14="http://schemas.microsoft.com/office/drawing/2010/main">
                      <a14:imgLayer r:embed="rId10">
                        <a14:imgEffect>
                          <a14:colorTemperature colorTemp="4700"/>
                        </a14:imgEffect>
                        <a14:imgEffect>
                          <a14:brightnessContrast bright="-20000" contrast="40000"/>
                        </a14:imgEffect>
                      </a14:imgLayer>
                    </a14:imgProps>
                  </a:ext>
                </a:extLst>
              </a:blip>
              <a:stretch>
                <a:fillRect/>
              </a:stretch>
            </p:blipFill>
            <p:spPr>
              <a:xfrm>
                <a:off x="7044932" y="2644373"/>
                <a:ext cx="526845" cy="528534"/>
              </a:xfrm>
              <a:prstGeom prst="ellipse">
                <a:avLst/>
              </a:prstGeom>
              <a:solidFill>
                <a:schemeClr val="bg1"/>
              </a:solidFill>
            </p:spPr>
          </p:pic>
          <p:pic>
            <p:nvPicPr>
              <p:cNvPr id="199" name="Picture 198">
                <a:extLst>
                  <a:ext uri="{FF2B5EF4-FFF2-40B4-BE49-F238E27FC236}">
                    <a16:creationId xmlns:a16="http://schemas.microsoft.com/office/drawing/2014/main" id="{18EBCA87-3046-C3A4-356E-5E3F0FD0E2A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6976095" y="2574516"/>
                <a:ext cx="664522" cy="676715"/>
              </a:xfrm>
              <a:prstGeom prst="rect">
                <a:avLst/>
              </a:prstGeom>
            </p:spPr>
          </p:pic>
          <p:pic>
            <p:nvPicPr>
              <p:cNvPr id="200" name="Picture 199">
                <a:extLst>
                  <a:ext uri="{FF2B5EF4-FFF2-40B4-BE49-F238E27FC236}">
                    <a16:creationId xmlns:a16="http://schemas.microsoft.com/office/drawing/2014/main" id="{4449F00C-867E-50DE-39EE-CD12F86E9C1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9">
                <a:extLst>
                  <a:ext uri="{BEBA8EAE-BF5A-486C-A8C5-ECC9F3942E4B}">
                    <a14:imgProps xmlns:a14="http://schemas.microsoft.com/office/drawing/2010/main">
                      <a14:imgLayer r:embed="rId10">
                        <a14:imgEffect>
                          <a14:colorTemperature colorTemp="4700"/>
                        </a14:imgEffect>
                        <a14:imgEffect>
                          <a14:brightnessContrast bright="-20000" contrast="40000"/>
                        </a14:imgEffect>
                      </a14:imgLayer>
                    </a14:imgProps>
                  </a:ext>
                </a:extLst>
              </a:blip>
              <a:stretch>
                <a:fillRect/>
              </a:stretch>
            </p:blipFill>
            <p:spPr>
              <a:xfrm>
                <a:off x="7064641" y="2664144"/>
                <a:ext cx="487430" cy="488992"/>
              </a:xfrm>
              <a:prstGeom prst="ellipse">
                <a:avLst/>
              </a:prstGeom>
              <a:solidFill>
                <a:schemeClr val="bg1"/>
              </a:solidFill>
            </p:spPr>
          </p:pic>
        </p:grpSp>
      </p:grpSp>
      <p:sp>
        <p:nvSpPr>
          <p:cNvPr id="270" name="Freeform: Shape 269">
            <a:extLst>
              <a:ext uri="{FF2B5EF4-FFF2-40B4-BE49-F238E27FC236}">
                <a16:creationId xmlns:a16="http://schemas.microsoft.com/office/drawing/2014/main" id="{38CDDBD6-1FCB-B5D7-A5CE-8327F6BFCD0E}"/>
              </a:ext>
            </a:extLst>
          </p:cNvPr>
          <p:cNvSpPr/>
          <p:nvPr/>
        </p:nvSpPr>
        <p:spPr>
          <a:xfrm>
            <a:off x="8793957" y="858269"/>
            <a:ext cx="274934" cy="287724"/>
          </a:xfrm>
          <a:custGeom>
            <a:avLst/>
            <a:gdLst>
              <a:gd name="connsiteX0" fmla="*/ 0 w 267789"/>
              <a:gd name="connsiteY0" fmla="*/ 0 h 277586"/>
              <a:gd name="connsiteX1" fmla="*/ 267789 w 267789"/>
              <a:gd name="connsiteY1" fmla="*/ 277586 h 277586"/>
              <a:gd name="connsiteX2" fmla="*/ 267789 w 267789"/>
              <a:gd name="connsiteY2" fmla="*/ 117566 h 277586"/>
              <a:gd name="connsiteX3" fmla="*/ 146957 w 267789"/>
              <a:gd name="connsiteY3" fmla="*/ 6531 h 277586"/>
              <a:gd name="connsiteX4" fmla="*/ 0 w 267789"/>
              <a:gd name="connsiteY4" fmla="*/ 0 h 277586"/>
              <a:gd name="connsiteX0" fmla="*/ 0 w 267789"/>
              <a:gd name="connsiteY0" fmla="*/ 613 h 278199"/>
              <a:gd name="connsiteX1" fmla="*/ 267789 w 267789"/>
              <a:gd name="connsiteY1" fmla="*/ 278199 h 278199"/>
              <a:gd name="connsiteX2" fmla="*/ 267789 w 267789"/>
              <a:gd name="connsiteY2" fmla="*/ 118179 h 278199"/>
              <a:gd name="connsiteX3" fmla="*/ 156482 w 267789"/>
              <a:gd name="connsiteY3" fmla="*/ 0 h 278199"/>
              <a:gd name="connsiteX4" fmla="*/ 0 w 267789"/>
              <a:gd name="connsiteY4" fmla="*/ 613 h 278199"/>
              <a:gd name="connsiteX0" fmla="*/ 0 w 270171"/>
              <a:gd name="connsiteY0" fmla="*/ 5375 h 278199"/>
              <a:gd name="connsiteX1" fmla="*/ 270171 w 270171"/>
              <a:gd name="connsiteY1" fmla="*/ 278199 h 278199"/>
              <a:gd name="connsiteX2" fmla="*/ 270171 w 270171"/>
              <a:gd name="connsiteY2" fmla="*/ 118179 h 278199"/>
              <a:gd name="connsiteX3" fmla="*/ 158864 w 270171"/>
              <a:gd name="connsiteY3" fmla="*/ 0 h 278199"/>
              <a:gd name="connsiteX4" fmla="*/ 0 w 270171"/>
              <a:gd name="connsiteY4" fmla="*/ 5375 h 278199"/>
              <a:gd name="connsiteX0" fmla="*/ 0 w 270171"/>
              <a:gd name="connsiteY0" fmla="*/ 5375 h 266292"/>
              <a:gd name="connsiteX1" fmla="*/ 263028 w 270171"/>
              <a:gd name="connsiteY1" fmla="*/ 266292 h 266292"/>
              <a:gd name="connsiteX2" fmla="*/ 270171 w 270171"/>
              <a:gd name="connsiteY2" fmla="*/ 118179 h 266292"/>
              <a:gd name="connsiteX3" fmla="*/ 158864 w 270171"/>
              <a:gd name="connsiteY3" fmla="*/ 0 h 266292"/>
              <a:gd name="connsiteX4" fmla="*/ 0 w 270171"/>
              <a:gd name="connsiteY4" fmla="*/ 5375 h 266292"/>
              <a:gd name="connsiteX0" fmla="*/ 0 w 274934"/>
              <a:gd name="connsiteY0" fmla="*/ 5375 h 287724"/>
              <a:gd name="connsiteX1" fmla="*/ 274934 w 274934"/>
              <a:gd name="connsiteY1" fmla="*/ 287724 h 287724"/>
              <a:gd name="connsiteX2" fmla="*/ 270171 w 274934"/>
              <a:gd name="connsiteY2" fmla="*/ 118179 h 287724"/>
              <a:gd name="connsiteX3" fmla="*/ 158864 w 274934"/>
              <a:gd name="connsiteY3" fmla="*/ 0 h 287724"/>
              <a:gd name="connsiteX4" fmla="*/ 0 w 274934"/>
              <a:gd name="connsiteY4" fmla="*/ 5375 h 2877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4934" h="287724">
                <a:moveTo>
                  <a:pt x="0" y="5375"/>
                </a:moveTo>
                <a:lnTo>
                  <a:pt x="274934" y="287724"/>
                </a:lnTo>
                <a:lnTo>
                  <a:pt x="270171" y="118179"/>
                </a:lnTo>
                <a:lnTo>
                  <a:pt x="158864" y="0"/>
                </a:lnTo>
                <a:lnTo>
                  <a:pt x="0" y="5375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207BD84C-C962-62AD-6AAF-53AA4F992102}"/>
              </a:ext>
            </a:extLst>
          </p:cNvPr>
          <p:cNvGrpSpPr/>
          <p:nvPr/>
        </p:nvGrpSpPr>
        <p:grpSpPr>
          <a:xfrm>
            <a:off x="4975127" y="1161045"/>
            <a:ext cx="821464" cy="913071"/>
            <a:chOff x="8941274" y="4193447"/>
            <a:chExt cx="821464" cy="913071"/>
          </a:xfrm>
        </p:grpSpPr>
        <p:sp>
          <p:nvSpPr>
            <p:cNvPr id="18" name="Rectangle: Rounded Corners 17">
              <a:extLst>
                <a:ext uri="{FF2B5EF4-FFF2-40B4-BE49-F238E27FC236}">
                  <a16:creationId xmlns:a16="http://schemas.microsoft.com/office/drawing/2014/main" id="{A2C1FA38-997E-4363-D993-F9EE5D818695}"/>
                </a:ext>
              </a:extLst>
            </p:cNvPr>
            <p:cNvSpPr/>
            <p:nvPr/>
          </p:nvSpPr>
          <p:spPr>
            <a:xfrm>
              <a:off x="9037553" y="4455376"/>
              <a:ext cx="628907" cy="628907"/>
            </a:xfrm>
            <a:prstGeom prst="roundRect">
              <a:avLst>
                <a:gd name="adj" fmla="val 8678"/>
              </a:avLst>
            </a:prstGeom>
            <a:solidFill>
              <a:schemeClr val="bg1"/>
            </a:solidFill>
            <a:ln w="28575">
              <a:solidFill>
                <a:srgbClr val="3963DA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srgbClr val="3963DA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DCC9A6E4-35BF-C5BA-7E7B-1BB772BAEF54}"/>
                </a:ext>
              </a:extLst>
            </p:cNvPr>
            <p:cNvSpPr txBox="1"/>
            <p:nvPr/>
          </p:nvSpPr>
          <p:spPr>
            <a:xfrm>
              <a:off x="8941274" y="4644853"/>
              <a:ext cx="821464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3963DA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Global Broker</a:t>
              </a:r>
            </a:p>
          </p:txBody>
        </p:sp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25B5F538-0900-5750-4B89-0C667EFD2CE8}"/>
                </a:ext>
              </a:extLst>
            </p:cNvPr>
            <p:cNvGrpSpPr/>
            <p:nvPr/>
          </p:nvGrpSpPr>
          <p:grpSpPr>
            <a:xfrm>
              <a:off x="9094796" y="4193447"/>
              <a:ext cx="514420" cy="523858"/>
              <a:chOff x="6520709" y="4021299"/>
              <a:chExt cx="664522" cy="676715"/>
            </a:xfrm>
          </p:grpSpPr>
          <p:pic>
            <p:nvPicPr>
              <p:cNvPr id="21" name="Picture 20">
                <a:extLst>
                  <a:ext uri="{FF2B5EF4-FFF2-40B4-BE49-F238E27FC236}">
                    <a16:creationId xmlns:a16="http://schemas.microsoft.com/office/drawing/2014/main" id="{AF250377-FD02-FD4B-F42A-CB0441FEB77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6520709" y="4021299"/>
                <a:ext cx="664522" cy="676715"/>
              </a:xfrm>
              <a:prstGeom prst="rect">
                <a:avLst/>
              </a:prstGeom>
            </p:spPr>
          </p:pic>
          <p:sp>
            <p:nvSpPr>
              <p:cNvPr id="22" name="Oval 21">
                <a:extLst>
                  <a:ext uri="{FF2B5EF4-FFF2-40B4-BE49-F238E27FC236}">
                    <a16:creationId xmlns:a16="http://schemas.microsoft.com/office/drawing/2014/main" id="{051003DF-24AF-BC9F-5090-03378ECEA727}"/>
                  </a:ext>
                </a:extLst>
              </p:cNvPr>
              <p:cNvSpPr/>
              <p:nvPr/>
            </p:nvSpPr>
            <p:spPr>
              <a:xfrm>
                <a:off x="6610176" y="4113239"/>
                <a:ext cx="485588" cy="485586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pic>
            <p:nvPicPr>
              <p:cNvPr id="25" name="Picture 24">
                <a:extLst>
                  <a:ext uri="{FF2B5EF4-FFF2-40B4-BE49-F238E27FC236}">
                    <a16:creationId xmlns:a16="http://schemas.microsoft.com/office/drawing/2014/main" id="{69C5B857-676E-C313-E6EE-2AFB716F522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6647343" y="4147676"/>
                <a:ext cx="424360" cy="387637"/>
              </a:xfrm>
              <a:prstGeom prst="rect">
                <a:avLst/>
              </a:prstGeom>
            </p:spPr>
          </p:pic>
        </p:grpSp>
      </p:grpSp>
      <p:grpSp>
        <p:nvGrpSpPr>
          <p:cNvPr id="253" name="Group 252">
            <a:extLst>
              <a:ext uri="{FF2B5EF4-FFF2-40B4-BE49-F238E27FC236}">
                <a16:creationId xmlns:a16="http://schemas.microsoft.com/office/drawing/2014/main" id="{0D736AB4-6D15-CCA0-BFC2-9E25FF0DB747}"/>
              </a:ext>
            </a:extLst>
          </p:cNvPr>
          <p:cNvGrpSpPr/>
          <p:nvPr/>
        </p:nvGrpSpPr>
        <p:grpSpPr>
          <a:xfrm>
            <a:off x="11164420" y="3622704"/>
            <a:ext cx="970364" cy="1164438"/>
            <a:chOff x="10835927" y="2405227"/>
            <a:chExt cx="970364" cy="1164438"/>
          </a:xfrm>
        </p:grpSpPr>
        <p:pic>
          <p:nvPicPr>
            <p:cNvPr id="254" name="Picture 253">
              <a:extLst>
                <a:ext uri="{FF2B5EF4-FFF2-40B4-BE49-F238E27FC236}">
                  <a16:creationId xmlns:a16="http://schemas.microsoft.com/office/drawing/2014/main" id="{228B8F68-2FC5-B223-54FD-28240DBE312C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10835927" y="2405227"/>
              <a:ext cx="970364" cy="1164438"/>
            </a:xfrm>
            <a:prstGeom prst="rect">
              <a:avLst/>
            </a:prstGeom>
          </p:spPr>
        </p:pic>
        <p:pic>
          <p:nvPicPr>
            <p:cNvPr id="255" name="Picture 254" descr="Space4Water Portal">
              <a:extLst>
                <a:ext uri="{FF2B5EF4-FFF2-40B4-BE49-F238E27FC236}">
                  <a16:creationId xmlns:a16="http://schemas.microsoft.com/office/drawing/2014/main" id="{61CBE1A1-321A-216C-9C5B-22AF441FC452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555" t="31422" r="63711" b="36133"/>
            <a:stretch/>
          </p:blipFill>
          <p:spPr bwMode="auto">
            <a:xfrm rot="21430420">
              <a:off x="11363402" y="3178637"/>
              <a:ext cx="143756" cy="15176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329" name="Group 328">
            <a:extLst>
              <a:ext uri="{FF2B5EF4-FFF2-40B4-BE49-F238E27FC236}">
                <a16:creationId xmlns:a16="http://schemas.microsoft.com/office/drawing/2014/main" id="{4F3C1945-4153-F9C6-364B-1D4C115D3E8F}"/>
              </a:ext>
            </a:extLst>
          </p:cNvPr>
          <p:cNvGrpSpPr/>
          <p:nvPr/>
        </p:nvGrpSpPr>
        <p:grpSpPr>
          <a:xfrm>
            <a:off x="6091945" y="2291271"/>
            <a:ext cx="3910790" cy="1002588"/>
            <a:chOff x="6091945" y="2291271"/>
            <a:chExt cx="3910790" cy="1002588"/>
          </a:xfrm>
        </p:grpSpPr>
        <p:grpSp>
          <p:nvGrpSpPr>
            <p:cNvPr id="306" name="Group 305">
              <a:extLst>
                <a:ext uri="{FF2B5EF4-FFF2-40B4-BE49-F238E27FC236}">
                  <a16:creationId xmlns:a16="http://schemas.microsoft.com/office/drawing/2014/main" id="{6B8861BF-C85E-BB96-2AE8-65B8EF9A217D}"/>
                </a:ext>
              </a:extLst>
            </p:cNvPr>
            <p:cNvGrpSpPr/>
            <p:nvPr/>
          </p:nvGrpSpPr>
          <p:grpSpPr>
            <a:xfrm>
              <a:off x="6091945" y="2291271"/>
              <a:ext cx="821464" cy="995698"/>
              <a:chOff x="9666460" y="941309"/>
              <a:chExt cx="821464" cy="995698"/>
            </a:xfrm>
          </p:grpSpPr>
          <p:sp>
            <p:nvSpPr>
              <p:cNvPr id="307" name="Rectangle: Rounded Corners 306">
                <a:extLst>
                  <a:ext uri="{FF2B5EF4-FFF2-40B4-BE49-F238E27FC236}">
                    <a16:creationId xmlns:a16="http://schemas.microsoft.com/office/drawing/2014/main" id="{AE10067F-0870-06AA-B74B-84F8B0FF12CB}"/>
                  </a:ext>
                </a:extLst>
              </p:cNvPr>
              <p:cNvSpPr/>
              <p:nvPr/>
            </p:nvSpPr>
            <p:spPr>
              <a:xfrm>
                <a:off x="9762739" y="1285865"/>
                <a:ext cx="628907" cy="628907"/>
              </a:xfrm>
              <a:prstGeom prst="roundRect">
                <a:avLst>
                  <a:gd name="adj" fmla="val 8678"/>
                </a:avLst>
              </a:prstGeom>
              <a:solidFill>
                <a:schemeClr val="bg1"/>
              </a:solidFill>
              <a:ln w="28575">
                <a:solidFill>
                  <a:srgbClr val="3963DA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3963DA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308" name="TextBox 307">
                <a:extLst>
                  <a:ext uri="{FF2B5EF4-FFF2-40B4-BE49-F238E27FC236}">
                    <a16:creationId xmlns:a16="http://schemas.microsoft.com/office/drawing/2014/main" id="{36A777E5-501D-61B4-27EA-ABDBBB0D4BD4}"/>
                  </a:ext>
                </a:extLst>
              </p:cNvPr>
              <p:cNvSpPr txBox="1"/>
              <p:nvPr/>
            </p:nvSpPr>
            <p:spPr>
              <a:xfrm>
                <a:off x="9666460" y="1475342"/>
                <a:ext cx="821464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3963DA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W2-GTS Gateway</a:t>
                </a:r>
              </a:p>
            </p:txBody>
          </p:sp>
          <p:grpSp>
            <p:nvGrpSpPr>
              <p:cNvPr id="309" name="Group 308">
                <a:extLst>
                  <a:ext uri="{FF2B5EF4-FFF2-40B4-BE49-F238E27FC236}">
                    <a16:creationId xmlns:a16="http://schemas.microsoft.com/office/drawing/2014/main" id="{5FEC091E-0B2D-5C98-10DD-06E78E9AECA9}"/>
                  </a:ext>
                </a:extLst>
              </p:cNvPr>
              <p:cNvGrpSpPr/>
              <p:nvPr/>
            </p:nvGrpSpPr>
            <p:grpSpPr>
              <a:xfrm>
                <a:off x="9815731" y="1019607"/>
                <a:ext cx="522922" cy="532516"/>
                <a:chOff x="9610100" y="3519705"/>
                <a:chExt cx="498392" cy="507536"/>
              </a:xfrm>
            </p:grpSpPr>
            <p:pic>
              <p:nvPicPr>
                <p:cNvPr id="311" name="Picture 310">
                  <a:extLst>
                    <a:ext uri="{FF2B5EF4-FFF2-40B4-BE49-F238E27FC236}">
                      <a16:creationId xmlns:a16="http://schemas.microsoft.com/office/drawing/2014/main" id="{ED4D90BB-B4EB-11BC-F5CF-8977F38BD89D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9610100" y="3519705"/>
                  <a:ext cx="498392" cy="507536"/>
                </a:xfrm>
                <a:prstGeom prst="rect">
                  <a:avLst/>
                </a:prstGeom>
              </p:spPr>
            </p:pic>
            <p:pic>
              <p:nvPicPr>
                <p:cNvPr id="312" name="Picture 311">
                  <a:extLst>
                    <a:ext uri="{FF2B5EF4-FFF2-40B4-BE49-F238E27FC236}">
                      <a16:creationId xmlns:a16="http://schemas.microsoft.com/office/drawing/2014/main" id="{22AE55A0-E682-EDA5-6F4E-04B99A978ED3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4"/>
                <a:srcRect l="6381" t="6381" r="6381" b="6381"/>
                <a:stretch/>
              </p:blipFill>
              <p:spPr>
                <a:xfrm>
                  <a:off x="9680900" y="3595077"/>
                  <a:ext cx="356792" cy="356792"/>
                </a:xfrm>
                <a:prstGeom prst="ellipse">
                  <a:avLst/>
                </a:prstGeom>
                <a:solidFill>
                  <a:schemeClr val="bg1"/>
                </a:solidFill>
              </p:spPr>
            </p:pic>
          </p:grpSp>
          <p:pic>
            <p:nvPicPr>
              <p:cNvPr id="310" name="Picture 309">
                <a:extLst>
                  <a:ext uri="{FF2B5EF4-FFF2-40B4-BE49-F238E27FC236}">
                    <a16:creationId xmlns:a16="http://schemas.microsoft.com/office/drawing/2014/main" id="{CED5413C-AD59-07DF-F2DE-9C95F53108E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5"/>
              <a:srcRect l="70600" t="4796" r="541" b="37615"/>
              <a:stretch/>
            </p:blipFill>
            <p:spPr>
              <a:xfrm>
                <a:off x="10136699" y="941309"/>
                <a:ext cx="255340" cy="266096"/>
              </a:xfrm>
              <a:prstGeom prst="ellipse">
                <a:avLst/>
              </a:prstGeom>
            </p:spPr>
          </p:pic>
        </p:grpSp>
        <p:grpSp>
          <p:nvGrpSpPr>
            <p:cNvPr id="313" name="Group 312">
              <a:extLst>
                <a:ext uri="{FF2B5EF4-FFF2-40B4-BE49-F238E27FC236}">
                  <a16:creationId xmlns:a16="http://schemas.microsoft.com/office/drawing/2014/main" id="{0E49D07E-14C0-FB71-CE18-54797113D60D}"/>
                </a:ext>
              </a:extLst>
            </p:cNvPr>
            <p:cNvGrpSpPr/>
            <p:nvPr/>
          </p:nvGrpSpPr>
          <p:grpSpPr>
            <a:xfrm>
              <a:off x="9181271" y="2300144"/>
              <a:ext cx="821464" cy="993715"/>
              <a:chOff x="10807402" y="1038680"/>
              <a:chExt cx="821464" cy="993715"/>
            </a:xfrm>
          </p:grpSpPr>
          <p:sp>
            <p:nvSpPr>
              <p:cNvPr id="314" name="Rectangle: Rounded Corners 313">
                <a:extLst>
                  <a:ext uri="{FF2B5EF4-FFF2-40B4-BE49-F238E27FC236}">
                    <a16:creationId xmlns:a16="http://schemas.microsoft.com/office/drawing/2014/main" id="{83430447-EAF4-EC02-B5B0-553B9794AAA9}"/>
                  </a:ext>
                </a:extLst>
              </p:cNvPr>
              <p:cNvSpPr/>
              <p:nvPr/>
            </p:nvSpPr>
            <p:spPr>
              <a:xfrm>
                <a:off x="10903681" y="1381253"/>
                <a:ext cx="628907" cy="628907"/>
              </a:xfrm>
              <a:prstGeom prst="roundRect">
                <a:avLst>
                  <a:gd name="adj" fmla="val 8678"/>
                </a:avLst>
              </a:prstGeom>
              <a:solidFill>
                <a:schemeClr val="bg1"/>
              </a:solidFill>
              <a:ln w="28575">
                <a:solidFill>
                  <a:srgbClr val="3963DA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3963DA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315" name="TextBox 314">
                <a:extLst>
                  <a:ext uri="{FF2B5EF4-FFF2-40B4-BE49-F238E27FC236}">
                    <a16:creationId xmlns:a16="http://schemas.microsoft.com/office/drawing/2014/main" id="{9AEC5C14-227D-CFF7-ADD4-87B11E052B7E}"/>
                  </a:ext>
                </a:extLst>
              </p:cNvPr>
              <p:cNvSpPr txBox="1"/>
              <p:nvPr/>
            </p:nvSpPr>
            <p:spPr>
              <a:xfrm>
                <a:off x="10807402" y="1570730"/>
                <a:ext cx="821464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3963DA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W2-GTS Gateway</a:t>
                </a:r>
              </a:p>
            </p:txBody>
          </p:sp>
          <p:grpSp>
            <p:nvGrpSpPr>
              <p:cNvPr id="316" name="Group 315">
                <a:extLst>
                  <a:ext uri="{FF2B5EF4-FFF2-40B4-BE49-F238E27FC236}">
                    <a16:creationId xmlns:a16="http://schemas.microsoft.com/office/drawing/2014/main" id="{EE57CA47-C01E-D577-3556-D0EA09AE3F9E}"/>
                  </a:ext>
                </a:extLst>
              </p:cNvPr>
              <p:cNvGrpSpPr/>
              <p:nvPr/>
            </p:nvGrpSpPr>
            <p:grpSpPr>
              <a:xfrm>
                <a:off x="10956673" y="1114995"/>
                <a:ext cx="522922" cy="532516"/>
                <a:chOff x="9610100" y="3519705"/>
                <a:chExt cx="498392" cy="507536"/>
              </a:xfrm>
            </p:grpSpPr>
            <p:pic>
              <p:nvPicPr>
                <p:cNvPr id="318" name="Picture 317">
                  <a:extLst>
                    <a:ext uri="{FF2B5EF4-FFF2-40B4-BE49-F238E27FC236}">
                      <a16:creationId xmlns:a16="http://schemas.microsoft.com/office/drawing/2014/main" id="{553593D1-6810-2CD9-7F78-697BB577C414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9610100" y="3519705"/>
                  <a:ext cx="498392" cy="507536"/>
                </a:xfrm>
                <a:prstGeom prst="rect">
                  <a:avLst/>
                </a:prstGeom>
              </p:spPr>
            </p:pic>
            <p:pic>
              <p:nvPicPr>
                <p:cNvPr id="319" name="Picture 318">
                  <a:extLst>
                    <a:ext uri="{FF2B5EF4-FFF2-40B4-BE49-F238E27FC236}">
                      <a16:creationId xmlns:a16="http://schemas.microsoft.com/office/drawing/2014/main" id="{0AAF0F1A-4D39-2080-8360-842B2A2D2EAA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4"/>
                <a:srcRect l="6381" t="6381" r="6381" b="6381"/>
                <a:stretch/>
              </p:blipFill>
              <p:spPr>
                <a:xfrm>
                  <a:off x="9680900" y="3595077"/>
                  <a:ext cx="356792" cy="356792"/>
                </a:xfrm>
                <a:prstGeom prst="ellipse">
                  <a:avLst/>
                </a:prstGeom>
                <a:solidFill>
                  <a:schemeClr val="bg1"/>
                </a:solidFill>
              </p:spPr>
            </p:pic>
          </p:grpSp>
          <p:pic>
            <p:nvPicPr>
              <p:cNvPr id="317" name="Picture 316">
                <a:extLst>
                  <a:ext uri="{FF2B5EF4-FFF2-40B4-BE49-F238E27FC236}">
                    <a16:creationId xmlns:a16="http://schemas.microsoft.com/office/drawing/2014/main" id="{2EA22014-A86B-99D8-B493-39B1D55E14C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5"/>
              <a:srcRect l="-953" t="6033" r="72094" b="41106"/>
              <a:stretch/>
            </p:blipFill>
            <p:spPr>
              <a:xfrm>
                <a:off x="11283093" y="1038680"/>
                <a:ext cx="255340" cy="244246"/>
              </a:xfrm>
              <a:prstGeom prst="ellipse">
                <a:avLst/>
              </a:prstGeom>
            </p:spPr>
          </p:pic>
        </p:grpSp>
      </p:grpSp>
      <p:sp>
        <p:nvSpPr>
          <p:cNvPr id="322" name="TextBox 321">
            <a:extLst>
              <a:ext uri="{FF2B5EF4-FFF2-40B4-BE49-F238E27FC236}">
                <a16:creationId xmlns:a16="http://schemas.microsoft.com/office/drawing/2014/main" id="{A8D934A6-5A30-D7C1-5AB5-0C3A4371B8D2}"/>
              </a:ext>
            </a:extLst>
          </p:cNvPr>
          <p:cNvSpPr txBox="1"/>
          <p:nvPr/>
        </p:nvSpPr>
        <p:spPr>
          <a:xfrm>
            <a:off x="1558819" y="5108459"/>
            <a:ext cx="5001976" cy="1477328"/>
          </a:xfrm>
          <a:prstGeom prst="rect">
            <a:avLst/>
          </a:prstGeom>
          <a:solidFill>
            <a:srgbClr val="FFFFFF">
              <a:alpha val="69804"/>
            </a:srgbClr>
          </a:solidFill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Beta-test objective?</a:t>
            </a:r>
            <a:endParaRPr kumimoji="0" lang="en-GB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When a WIS Centre stops sending (a subset of) bulletins via GTS, we must</a:t>
            </a:r>
            <a:r>
              <a:rPr lang="en-GB" dirty="0">
                <a:solidFill>
                  <a:prstClr val="black"/>
                </a:solidFill>
                <a:latin typeface="Aptos" panose="02110004020202020204"/>
              </a:rPr>
              <a:t> </a:t>
            </a: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ensure that data is correctly propagated through WIS2 to the GTS, with only minor variations in bulletin compilation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C2FBF54C-F011-36DE-3FE9-784AB30EA1FC}"/>
              </a:ext>
            </a:extLst>
          </p:cNvPr>
          <p:cNvSpPr txBox="1"/>
          <p:nvPr/>
        </p:nvSpPr>
        <p:spPr>
          <a:xfrm>
            <a:off x="2059127" y="4567522"/>
            <a:ext cx="117919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1" i="0" u="none" strike="noStrike" kern="0" cap="none" spc="0" normalizeH="0" baseline="0" noProof="0" dirty="0">
                <a:ln>
                  <a:noFill/>
                </a:ln>
                <a:solidFill>
                  <a:srgbClr val="E8E8E8">
                    <a:lumMod val="75000"/>
                  </a:srgbClr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ISMD01TEST</a:t>
            </a:r>
            <a:endParaRPr kumimoji="0" lang="en-GB" sz="1600" b="1" i="0" u="none" strike="noStrike" kern="0" cap="none" spc="0" normalizeH="0" baseline="0" noProof="0" dirty="0">
              <a:ln>
                <a:noFill/>
              </a:ln>
              <a:solidFill>
                <a:srgbClr val="E8E8E8">
                  <a:lumMod val="75000"/>
                </a:srgbClr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+mn-cs"/>
            </a:endParaRPr>
          </a:p>
        </p:txBody>
      </p:sp>
      <p:grpSp>
        <p:nvGrpSpPr>
          <p:cNvPr id="33" name="Group 32">
            <a:extLst>
              <a:ext uri="{FF2B5EF4-FFF2-40B4-BE49-F238E27FC236}">
                <a16:creationId xmlns:a16="http://schemas.microsoft.com/office/drawing/2014/main" id="{DC0BF146-A0D4-671A-11E5-54CDA395E1EA}"/>
              </a:ext>
            </a:extLst>
          </p:cNvPr>
          <p:cNvGrpSpPr/>
          <p:nvPr/>
        </p:nvGrpSpPr>
        <p:grpSpPr>
          <a:xfrm>
            <a:off x="5016275" y="2880049"/>
            <a:ext cx="4296679" cy="461665"/>
            <a:chOff x="5016275" y="2880049"/>
            <a:chExt cx="4296679" cy="461665"/>
          </a:xfrm>
        </p:grpSpPr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A38912CD-1D49-FA85-1AA7-B794335D028E}"/>
                </a:ext>
              </a:extLst>
            </p:cNvPr>
            <p:cNvSpPr txBox="1"/>
            <p:nvPr/>
          </p:nvSpPr>
          <p:spPr>
            <a:xfrm>
              <a:off x="5016275" y="2880049"/>
              <a:ext cx="117919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0B0004020202020204" pitchFamily="34" charset="0"/>
                  <a:ea typeface="+mn-ea"/>
                  <a:cs typeface="+mn-cs"/>
                </a:rPr>
                <a:t>whitelist:</a:t>
              </a:r>
            </a:p>
            <a:p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0B0004020202020204" pitchFamily="34" charset="0"/>
                  <a:ea typeface="+mn-ea"/>
                  <a:cs typeface="+mn-cs"/>
                </a:rPr>
                <a:t>ISMD01TEST</a:t>
              </a:r>
              <a:endParaRPr kumimoji="0" lang="en-GB" sz="16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DD0004C0-F51E-B272-8BB8-5154960D37DB}"/>
                </a:ext>
              </a:extLst>
            </p:cNvPr>
            <p:cNvSpPr txBox="1"/>
            <p:nvPr/>
          </p:nvSpPr>
          <p:spPr>
            <a:xfrm>
              <a:off x="8133761" y="2880049"/>
              <a:ext cx="117919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0B0004020202020204" pitchFamily="34" charset="0"/>
                  <a:ea typeface="+mn-ea"/>
                  <a:cs typeface="+mn-cs"/>
                </a:rPr>
                <a:t>whitelist:</a:t>
              </a:r>
            </a:p>
            <a:p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0B0004020202020204" pitchFamily="34" charset="0"/>
                  <a:ea typeface="+mn-ea"/>
                  <a:cs typeface="+mn-cs"/>
                </a:rPr>
                <a:t>ISMD01TEST</a:t>
              </a:r>
              <a:endParaRPr kumimoji="0" lang="en-GB" sz="16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endParaRPr>
            </a:p>
          </p:txBody>
        </p:sp>
      </p:grp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46C93E4A-9656-545B-A581-2B4F542C218E}"/>
              </a:ext>
            </a:extLst>
          </p:cNvPr>
          <p:cNvCxnSpPr>
            <a:cxnSpLocks/>
          </p:cNvCxnSpPr>
          <p:nvPr/>
        </p:nvCxnSpPr>
        <p:spPr>
          <a:xfrm flipV="1">
            <a:off x="9496425" y="4419600"/>
            <a:ext cx="1743075" cy="838200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900AF3E5-3F4A-1DFA-66C1-6E2BD7CB28EA}"/>
              </a:ext>
            </a:extLst>
          </p:cNvPr>
          <p:cNvCxnSpPr>
            <a:cxnSpLocks/>
          </p:cNvCxnSpPr>
          <p:nvPr/>
        </p:nvCxnSpPr>
        <p:spPr>
          <a:xfrm>
            <a:off x="6505853" y="3293859"/>
            <a:ext cx="0" cy="265613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triangle" w="med" len="med"/>
          </a:ln>
          <a:effectLst>
            <a:glow rad="101600">
              <a:srgbClr val="FFFF00">
                <a:alpha val="60000"/>
              </a:srgbClr>
            </a:glo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4D436370-9AFB-527E-B32D-5EE959B9C8FF}"/>
              </a:ext>
            </a:extLst>
          </p:cNvPr>
          <p:cNvCxnSpPr>
            <a:cxnSpLocks/>
          </p:cNvCxnSpPr>
          <p:nvPr/>
        </p:nvCxnSpPr>
        <p:spPr>
          <a:xfrm>
            <a:off x="9602289" y="3297767"/>
            <a:ext cx="0" cy="256088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triangle" w="med" len="med"/>
          </a:ln>
          <a:effectLst>
            <a:glow rad="101600">
              <a:srgbClr val="FFFF00">
                <a:alpha val="60000"/>
              </a:srgbClr>
            </a:glo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5" name="Group 4">
            <a:extLst>
              <a:ext uri="{FF2B5EF4-FFF2-40B4-BE49-F238E27FC236}">
                <a16:creationId xmlns:a16="http://schemas.microsoft.com/office/drawing/2014/main" id="{50186FD0-D62C-694B-9037-B41335EF9A33}"/>
              </a:ext>
            </a:extLst>
          </p:cNvPr>
          <p:cNvGrpSpPr/>
          <p:nvPr/>
        </p:nvGrpSpPr>
        <p:grpSpPr>
          <a:xfrm>
            <a:off x="6900506" y="3547059"/>
            <a:ext cx="499772" cy="698208"/>
            <a:chOff x="2400894" y="4929298"/>
            <a:chExt cx="612283" cy="855395"/>
          </a:xfrm>
        </p:grpSpPr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67E0C555-5167-67CC-C92A-62528CD34753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2400894" y="4929298"/>
              <a:ext cx="612283" cy="855395"/>
            </a:xfrm>
            <a:prstGeom prst="rect">
              <a:avLst/>
            </a:prstGeom>
          </p:spPr>
        </p:pic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D2F6AA77-7987-E767-CE8C-00F74C7D87DD}"/>
                </a:ext>
              </a:extLst>
            </p:cNvPr>
            <p:cNvGrpSpPr/>
            <p:nvPr/>
          </p:nvGrpSpPr>
          <p:grpSpPr>
            <a:xfrm>
              <a:off x="2494912" y="5097206"/>
              <a:ext cx="381019" cy="376523"/>
              <a:chOff x="2467194" y="5209255"/>
              <a:chExt cx="381019" cy="376523"/>
            </a:xfrm>
          </p:grpSpPr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DAA907E4-D8C0-AE01-F6C2-41E91C20E8D9}"/>
                  </a:ext>
                </a:extLst>
              </p:cNvPr>
              <p:cNvSpPr/>
              <p:nvPr/>
            </p:nvSpPr>
            <p:spPr>
              <a:xfrm>
                <a:off x="2467194" y="5209255"/>
                <a:ext cx="169804" cy="169804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A</a:t>
                </a:r>
              </a:p>
            </p:txBody>
          </p:sp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7470A776-5C43-D20B-0258-BC12B4A9CA85}"/>
                  </a:ext>
                </a:extLst>
              </p:cNvPr>
              <p:cNvSpPr/>
              <p:nvPr/>
            </p:nvSpPr>
            <p:spPr>
              <a:xfrm>
                <a:off x="2678409" y="5209255"/>
                <a:ext cx="169804" cy="169804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B</a:t>
                </a:r>
              </a:p>
            </p:txBody>
          </p:sp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11F2106A-DCCD-C7F7-8476-B834637ED480}"/>
                  </a:ext>
                </a:extLst>
              </p:cNvPr>
              <p:cNvSpPr/>
              <p:nvPr/>
            </p:nvSpPr>
            <p:spPr>
              <a:xfrm>
                <a:off x="2467194" y="5415974"/>
                <a:ext cx="169804" cy="169804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C</a:t>
                </a:r>
              </a:p>
            </p:txBody>
          </p:sp>
          <p:sp>
            <p:nvSpPr>
              <p:cNvPr id="23" name="Rectangle 22">
                <a:extLst>
                  <a:ext uri="{FF2B5EF4-FFF2-40B4-BE49-F238E27FC236}">
                    <a16:creationId xmlns:a16="http://schemas.microsoft.com/office/drawing/2014/main" id="{33BBCEFA-6BD8-7971-80DF-7A89C5E50440}"/>
                  </a:ext>
                </a:extLst>
              </p:cNvPr>
              <p:cNvSpPr/>
              <p:nvPr/>
            </p:nvSpPr>
            <p:spPr>
              <a:xfrm>
                <a:off x="2678409" y="5415974"/>
                <a:ext cx="169804" cy="169804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D</a:t>
                </a:r>
              </a:p>
            </p:txBody>
          </p:sp>
        </p:grp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9302B54D-C357-E56A-450F-22AF0EEEBE07}"/>
              </a:ext>
            </a:extLst>
          </p:cNvPr>
          <p:cNvGrpSpPr/>
          <p:nvPr/>
        </p:nvGrpSpPr>
        <p:grpSpPr>
          <a:xfrm>
            <a:off x="10004311" y="3566618"/>
            <a:ext cx="499772" cy="698208"/>
            <a:chOff x="2400894" y="4929298"/>
            <a:chExt cx="612283" cy="855395"/>
          </a:xfrm>
        </p:grpSpPr>
        <p:pic>
          <p:nvPicPr>
            <p:cNvPr id="26" name="Picture 25">
              <a:extLst>
                <a:ext uri="{FF2B5EF4-FFF2-40B4-BE49-F238E27FC236}">
                  <a16:creationId xmlns:a16="http://schemas.microsoft.com/office/drawing/2014/main" id="{EBB9EBD8-B0C4-905C-41CB-56084A3213F0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2400894" y="4929298"/>
              <a:ext cx="612283" cy="855395"/>
            </a:xfrm>
            <a:prstGeom prst="rect">
              <a:avLst/>
            </a:prstGeom>
          </p:spPr>
        </p:pic>
        <p:grpSp>
          <p:nvGrpSpPr>
            <p:cNvPr id="27" name="Group 26">
              <a:extLst>
                <a:ext uri="{FF2B5EF4-FFF2-40B4-BE49-F238E27FC236}">
                  <a16:creationId xmlns:a16="http://schemas.microsoft.com/office/drawing/2014/main" id="{6219C699-80B4-4E22-A30F-0E4F8389078B}"/>
                </a:ext>
              </a:extLst>
            </p:cNvPr>
            <p:cNvGrpSpPr/>
            <p:nvPr/>
          </p:nvGrpSpPr>
          <p:grpSpPr>
            <a:xfrm>
              <a:off x="2494912" y="5097206"/>
              <a:ext cx="381019" cy="376523"/>
              <a:chOff x="2467194" y="5209255"/>
              <a:chExt cx="381019" cy="376523"/>
            </a:xfrm>
          </p:grpSpPr>
          <p:sp>
            <p:nvSpPr>
              <p:cNvPr id="28" name="Rectangle 27">
                <a:extLst>
                  <a:ext uri="{FF2B5EF4-FFF2-40B4-BE49-F238E27FC236}">
                    <a16:creationId xmlns:a16="http://schemas.microsoft.com/office/drawing/2014/main" id="{EEE1380E-2702-1811-988C-16D8B4BA4629}"/>
                  </a:ext>
                </a:extLst>
              </p:cNvPr>
              <p:cNvSpPr/>
              <p:nvPr/>
            </p:nvSpPr>
            <p:spPr>
              <a:xfrm>
                <a:off x="2467194" y="5209255"/>
                <a:ext cx="169804" cy="169804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A</a:t>
                </a:r>
              </a:p>
            </p:txBody>
          </p:sp>
          <p:sp>
            <p:nvSpPr>
              <p:cNvPr id="29" name="Rectangle 28">
                <a:extLst>
                  <a:ext uri="{FF2B5EF4-FFF2-40B4-BE49-F238E27FC236}">
                    <a16:creationId xmlns:a16="http://schemas.microsoft.com/office/drawing/2014/main" id="{66430C3F-ADCF-5E83-765F-0CBC7763CC04}"/>
                  </a:ext>
                </a:extLst>
              </p:cNvPr>
              <p:cNvSpPr/>
              <p:nvPr/>
            </p:nvSpPr>
            <p:spPr>
              <a:xfrm>
                <a:off x="2678409" y="5209255"/>
                <a:ext cx="169804" cy="169804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B</a:t>
                </a:r>
              </a:p>
            </p:txBody>
          </p:sp>
          <p:sp>
            <p:nvSpPr>
              <p:cNvPr id="35" name="Rectangle 34">
                <a:extLst>
                  <a:ext uri="{FF2B5EF4-FFF2-40B4-BE49-F238E27FC236}">
                    <a16:creationId xmlns:a16="http://schemas.microsoft.com/office/drawing/2014/main" id="{9FE1C63E-EDCB-EE52-192B-7C749CCA3329}"/>
                  </a:ext>
                </a:extLst>
              </p:cNvPr>
              <p:cNvSpPr/>
              <p:nvPr/>
            </p:nvSpPr>
            <p:spPr>
              <a:xfrm>
                <a:off x="2467194" y="5415974"/>
                <a:ext cx="169804" cy="169804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C</a:t>
                </a:r>
              </a:p>
            </p:txBody>
          </p:sp>
          <p:sp>
            <p:nvSpPr>
              <p:cNvPr id="36" name="Rectangle 35">
                <a:extLst>
                  <a:ext uri="{FF2B5EF4-FFF2-40B4-BE49-F238E27FC236}">
                    <a16:creationId xmlns:a16="http://schemas.microsoft.com/office/drawing/2014/main" id="{89624096-A072-DBA7-D352-76048B1AB8DA}"/>
                  </a:ext>
                </a:extLst>
              </p:cNvPr>
              <p:cNvSpPr/>
              <p:nvPr/>
            </p:nvSpPr>
            <p:spPr>
              <a:xfrm>
                <a:off x="2678409" y="5415974"/>
                <a:ext cx="169804" cy="169804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D</a:t>
                </a:r>
              </a:p>
            </p:txBody>
          </p:sp>
        </p:grpSp>
      </p:grpSp>
      <p:grpSp>
        <p:nvGrpSpPr>
          <p:cNvPr id="37" name="Group 36">
            <a:extLst>
              <a:ext uri="{FF2B5EF4-FFF2-40B4-BE49-F238E27FC236}">
                <a16:creationId xmlns:a16="http://schemas.microsoft.com/office/drawing/2014/main" id="{880F075D-A474-CDB5-984C-FD95440B4098}"/>
              </a:ext>
            </a:extLst>
          </p:cNvPr>
          <p:cNvGrpSpPr/>
          <p:nvPr/>
        </p:nvGrpSpPr>
        <p:grpSpPr>
          <a:xfrm>
            <a:off x="6909719" y="2074116"/>
            <a:ext cx="1745352" cy="583376"/>
            <a:chOff x="9538950" y="2402423"/>
            <a:chExt cx="1745352" cy="583376"/>
          </a:xfrm>
        </p:grpSpPr>
        <p:pic>
          <p:nvPicPr>
            <p:cNvPr id="38" name="Picture 37">
              <a:extLst>
                <a:ext uri="{FF2B5EF4-FFF2-40B4-BE49-F238E27FC236}">
                  <a16:creationId xmlns:a16="http://schemas.microsoft.com/office/drawing/2014/main" id="{2EA83AB9-2C20-85B2-3E3F-7FE32EF585A3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/>
            <a:stretch>
              <a:fillRect/>
            </a:stretch>
          </p:blipFill>
          <p:spPr>
            <a:xfrm>
              <a:off x="10866423" y="2402423"/>
              <a:ext cx="417879" cy="583376"/>
            </a:xfrm>
            <a:prstGeom prst="rect">
              <a:avLst/>
            </a:prstGeom>
          </p:spPr>
        </p:pic>
        <p:pic>
          <p:nvPicPr>
            <p:cNvPr id="39" name="Picture 38">
              <a:extLst>
                <a:ext uri="{FF2B5EF4-FFF2-40B4-BE49-F238E27FC236}">
                  <a16:creationId xmlns:a16="http://schemas.microsoft.com/office/drawing/2014/main" id="{5058E2AA-EF5B-2425-FCDD-1E1361B47398}"/>
                </a:ext>
              </a:extLst>
            </p:cNvPr>
            <p:cNvPicPr>
              <a:picLocks noChangeAspect="1"/>
            </p:cNvPicPr>
            <p:nvPr/>
          </p:nvPicPr>
          <p:blipFill>
            <a:blip r:embed="rId17"/>
            <a:stretch>
              <a:fillRect/>
            </a:stretch>
          </p:blipFill>
          <p:spPr>
            <a:xfrm>
              <a:off x="10423932" y="2402423"/>
              <a:ext cx="413742" cy="583376"/>
            </a:xfrm>
            <a:prstGeom prst="rect">
              <a:avLst/>
            </a:prstGeom>
          </p:spPr>
        </p:pic>
        <p:pic>
          <p:nvPicPr>
            <p:cNvPr id="40" name="Picture 39">
              <a:extLst>
                <a:ext uri="{FF2B5EF4-FFF2-40B4-BE49-F238E27FC236}">
                  <a16:creationId xmlns:a16="http://schemas.microsoft.com/office/drawing/2014/main" id="{A0BCB808-87F2-F013-415F-CA81CAA7F020}"/>
                </a:ext>
              </a:extLst>
            </p:cNvPr>
            <p:cNvPicPr>
              <a:picLocks noChangeAspect="1"/>
            </p:cNvPicPr>
            <p:nvPr/>
          </p:nvPicPr>
          <p:blipFill>
            <a:blip r:embed="rId18"/>
            <a:stretch>
              <a:fillRect/>
            </a:stretch>
          </p:blipFill>
          <p:spPr>
            <a:xfrm>
              <a:off x="9981441" y="2402423"/>
              <a:ext cx="413742" cy="583376"/>
            </a:xfrm>
            <a:prstGeom prst="rect">
              <a:avLst/>
            </a:prstGeom>
          </p:spPr>
        </p:pic>
        <p:pic>
          <p:nvPicPr>
            <p:cNvPr id="41" name="Picture 40">
              <a:extLst>
                <a:ext uri="{FF2B5EF4-FFF2-40B4-BE49-F238E27FC236}">
                  <a16:creationId xmlns:a16="http://schemas.microsoft.com/office/drawing/2014/main" id="{46B57B2D-07D7-BC06-7970-A47F4B5DCBFB}"/>
                </a:ext>
              </a:extLst>
            </p:cNvPr>
            <p:cNvPicPr>
              <a:picLocks noChangeAspect="1"/>
            </p:cNvPicPr>
            <p:nvPr/>
          </p:nvPicPr>
          <p:blipFill>
            <a:blip r:embed="rId19"/>
            <a:stretch>
              <a:fillRect/>
            </a:stretch>
          </p:blipFill>
          <p:spPr>
            <a:xfrm>
              <a:off x="9538950" y="2402423"/>
              <a:ext cx="413742" cy="583376"/>
            </a:xfrm>
            <a:prstGeom prst="rect">
              <a:avLst/>
            </a:prstGeom>
          </p:spPr>
        </p:pic>
      </p:grpSp>
      <p:grpSp>
        <p:nvGrpSpPr>
          <p:cNvPr id="42" name="Group 41">
            <a:extLst>
              <a:ext uri="{FF2B5EF4-FFF2-40B4-BE49-F238E27FC236}">
                <a16:creationId xmlns:a16="http://schemas.microsoft.com/office/drawing/2014/main" id="{62797FC5-CC7A-4F34-7099-4F2223E34BB7}"/>
              </a:ext>
            </a:extLst>
          </p:cNvPr>
          <p:cNvGrpSpPr/>
          <p:nvPr/>
        </p:nvGrpSpPr>
        <p:grpSpPr>
          <a:xfrm>
            <a:off x="9999774" y="2074116"/>
            <a:ext cx="1745352" cy="583376"/>
            <a:chOff x="9538950" y="2402423"/>
            <a:chExt cx="1745352" cy="583376"/>
          </a:xfrm>
        </p:grpSpPr>
        <p:pic>
          <p:nvPicPr>
            <p:cNvPr id="202" name="Picture 201">
              <a:extLst>
                <a:ext uri="{FF2B5EF4-FFF2-40B4-BE49-F238E27FC236}">
                  <a16:creationId xmlns:a16="http://schemas.microsoft.com/office/drawing/2014/main" id="{14D93881-111A-4719-2380-04C78FB273ED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/>
            <a:stretch>
              <a:fillRect/>
            </a:stretch>
          </p:blipFill>
          <p:spPr>
            <a:xfrm>
              <a:off x="10866423" y="2402423"/>
              <a:ext cx="417879" cy="583376"/>
            </a:xfrm>
            <a:prstGeom prst="rect">
              <a:avLst/>
            </a:prstGeom>
          </p:spPr>
        </p:pic>
        <p:pic>
          <p:nvPicPr>
            <p:cNvPr id="203" name="Picture 202">
              <a:extLst>
                <a:ext uri="{FF2B5EF4-FFF2-40B4-BE49-F238E27FC236}">
                  <a16:creationId xmlns:a16="http://schemas.microsoft.com/office/drawing/2014/main" id="{02D9DA26-3A5B-8EDA-70ED-E6CE4B3C48F3}"/>
                </a:ext>
              </a:extLst>
            </p:cNvPr>
            <p:cNvPicPr>
              <a:picLocks noChangeAspect="1"/>
            </p:cNvPicPr>
            <p:nvPr/>
          </p:nvPicPr>
          <p:blipFill>
            <a:blip r:embed="rId17"/>
            <a:stretch>
              <a:fillRect/>
            </a:stretch>
          </p:blipFill>
          <p:spPr>
            <a:xfrm>
              <a:off x="10423932" y="2402423"/>
              <a:ext cx="413742" cy="583376"/>
            </a:xfrm>
            <a:prstGeom prst="rect">
              <a:avLst/>
            </a:prstGeom>
          </p:spPr>
        </p:pic>
        <p:pic>
          <p:nvPicPr>
            <p:cNvPr id="251" name="Picture 250">
              <a:extLst>
                <a:ext uri="{FF2B5EF4-FFF2-40B4-BE49-F238E27FC236}">
                  <a16:creationId xmlns:a16="http://schemas.microsoft.com/office/drawing/2014/main" id="{A13EC723-986B-44FB-4432-AED3B61F192C}"/>
                </a:ext>
              </a:extLst>
            </p:cNvPr>
            <p:cNvPicPr>
              <a:picLocks noChangeAspect="1"/>
            </p:cNvPicPr>
            <p:nvPr/>
          </p:nvPicPr>
          <p:blipFill>
            <a:blip r:embed="rId18"/>
            <a:stretch>
              <a:fillRect/>
            </a:stretch>
          </p:blipFill>
          <p:spPr>
            <a:xfrm>
              <a:off x="9981441" y="2402423"/>
              <a:ext cx="413742" cy="583376"/>
            </a:xfrm>
            <a:prstGeom prst="rect">
              <a:avLst/>
            </a:prstGeom>
          </p:spPr>
        </p:pic>
        <p:pic>
          <p:nvPicPr>
            <p:cNvPr id="256" name="Picture 255">
              <a:extLst>
                <a:ext uri="{FF2B5EF4-FFF2-40B4-BE49-F238E27FC236}">
                  <a16:creationId xmlns:a16="http://schemas.microsoft.com/office/drawing/2014/main" id="{A41A4F55-A7BF-917A-782C-754E1F847110}"/>
                </a:ext>
              </a:extLst>
            </p:cNvPr>
            <p:cNvPicPr>
              <a:picLocks noChangeAspect="1"/>
            </p:cNvPicPr>
            <p:nvPr/>
          </p:nvPicPr>
          <p:blipFill>
            <a:blip r:embed="rId19"/>
            <a:stretch>
              <a:fillRect/>
            </a:stretch>
          </p:blipFill>
          <p:spPr>
            <a:xfrm>
              <a:off x="9538950" y="2402423"/>
              <a:ext cx="413742" cy="583376"/>
            </a:xfrm>
            <a:prstGeom prst="rect">
              <a:avLst/>
            </a:prstGeom>
          </p:spPr>
        </p:pic>
      </p:grpSp>
      <p:grpSp>
        <p:nvGrpSpPr>
          <p:cNvPr id="268" name="Group 267">
            <a:extLst>
              <a:ext uri="{FF2B5EF4-FFF2-40B4-BE49-F238E27FC236}">
                <a16:creationId xmlns:a16="http://schemas.microsoft.com/office/drawing/2014/main" id="{99F93673-FB4E-4814-459A-28D2F3211E93}"/>
              </a:ext>
            </a:extLst>
          </p:cNvPr>
          <p:cNvGrpSpPr/>
          <p:nvPr/>
        </p:nvGrpSpPr>
        <p:grpSpPr>
          <a:xfrm>
            <a:off x="3037962" y="3568446"/>
            <a:ext cx="8224599" cy="2603109"/>
            <a:chOff x="3037962" y="3577971"/>
            <a:chExt cx="8224599" cy="2603109"/>
          </a:xfrm>
        </p:grpSpPr>
        <p:grpSp>
          <p:nvGrpSpPr>
            <p:cNvPr id="269" name="Group 268">
              <a:extLst>
                <a:ext uri="{FF2B5EF4-FFF2-40B4-BE49-F238E27FC236}">
                  <a16:creationId xmlns:a16="http://schemas.microsoft.com/office/drawing/2014/main" id="{8892BEBF-FA72-07EE-4831-8E956691875F}"/>
                </a:ext>
              </a:extLst>
            </p:cNvPr>
            <p:cNvGrpSpPr/>
            <p:nvPr/>
          </p:nvGrpSpPr>
          <p:grpSpPr>
            <a:xfrm>
              <a:off x="4281843" y="4427055"/>
              <a:ext cx="628907" cy="628907"/>
              <a:chOff x="2867802" y="3950805"/>
              <a:chExt cx="628907" cy="628907"/>
            </a:xfrm>
          </p:grpSpPr>
          <p:sp>
            <p:nvSpPr>
              <p:cNvPr id="296" name="Oval 295">
                <a:extLst>
                  <a:ext uri="{FF2B5EF4-FFF2-40B4-BE49-F238E27FC236}">
                    <a16:creationId xmlns:a16="http://schemas.microsoft.com/office/drawing/2014/main" id="{63A76FCB-75D7-555F-2967-74DC4EB49BFF}"/>
                  </a:ext>
                </a:extLst>
              </p:cNvPr>
              <p:cNvSpPr/>
              <p:nvPr/>
            </p:nvSpPr>
            <p:spPr>
              <a:xfrm>
                <a:off x="2867802" y="3950805"/>
                <a:ext cx="628907" cy="628907"/>
              </a:xfrm>
              <a:prstGeom prst="ellipse">
                <a:avLst/>
              </a:prstGeom>
              <a:solidFill>
                <a:schemeClr val="bg1"/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297" name="TextBox 296">
                <a:extLst>
                  <a:ext uri="{FF2B5EF4-FFF2-40B4-BE49-F238E27FC236}">
                    <a16:creationId xmlns:a16="http://schemas.microsoft.com/office/drawing/2014/main" id="{57668AB2-9B66-58A0-41AA-56FB2D4C069C}"/>
                  </a:ext>
                </a:extLst>
              </p:cNvPr>
              <p:cNvSpPr txBox="1"/>
              <p:nvPr/>
            </p:nvSpPr>
            <p:spPr>
              <a:xfrm>
                <a:off x="2949594" y="4126758"/>
                <a:ext cx="465322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2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ptos" panose="020B0004020202020204" pitchFamily="34" charset="0"/>
                    <a:ea typeface="+mn-ea"/>
                    <a:cs typeface="Arial" panose="020B0604020202020204" pitchFamily="34" charset="0"/>
                  </a:rPr>
                  <a:t>RTH</a:t>
                </a:r>
              </a:p>
            </p:txBody>
          </p:sp>
        </p:grpSp>
        <p:cxnSp>
          <p:nvCxnSpPr>
            <p:cNvPr id="271" name="Straight Arrow Connector 270">
              <a:extLst>
                <a:ext uri="{FF2B5EF4-FFF2-40B4-BE49-F238E27FC236}">
                  <a16:creationId xmlns:a16="http://schemas.microsoft.com/office/drawing/2014/main" id="{25AFA33C-9499-DD2A-9AFB-732014819B4A}"/>
                </a:ext>
              </a:extLst>
            </p:cNvPr>
            <p:cNvCxnSpPr>
              <a:cxnSpLocks/>
            </p:cNvCxnSpPr>
            <p:nvPr/>
          </p:nvCxnSpPr>
          <p:spPr>
            <a:xfrm>
              <a:off x="3037962" y="4315266"/>
              <a:ext cx="1175587" cy="306792"/>
            </a:xfrm>
            <a:prstGeom prst="straightConnector1">
              <a:avLst/>
            </a:prstGeom>
            <a:ln>
              <a:solidFill>
                <a:schemeClr val="bg2">
                  <a:lumMod val="90000"/>
                </a:schemeClr>
              </a:solidFill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72" name="Group 271">
              <a:extLst>
                <a:ext uri="{FF2B5EF4-FFF2-40B4-BE49-F238E27FC236}">
                  <a16:creationId xmlns:a16="http://schemas.microsoft.com/office/drawing/2014/main" id="{79FF53C6-5BAB-BB90-9B59-FF0DF9EA72AC}"/>
                </a:ext>
              </a:extLst>
            </p:cNvPr>
            <p:cNvGrpSpPr/>
            <p:nvPr/>
          </p:nvGrpSpPr>
          <p:grpSpPr>
            <a:xfrm>
              <a:off x="6188224" y="3577971"/>
              <a:ext cx="628907" cy="628907"/>
              <a:chOff x="2867802" y="3950805"/>
              <a:chExt cx="628907" cy="628907"/>
            </a:xfrm>
          </p:grpSpPr>
          <p:sp>
            <p:nvSpPr>
              <p:cNvPr id="294" name="Oval 293">
                <a:extLst>
                  <a:ext uri="{FF2B5EF4-FFF2-40B4-BE49-F238E27FC236}">
                    <a16:creationId xmlns:a16="http://schemas.microsoft.com/office/drawing/2014/main" id="{87F20494-E506-ACD3-F05A-35B861D6152B}"/>
                  </a:ext>
                </a:extLst>
              </p:cNvPr>
              <p:cNvSpPr/>
              <p:nvPr/>
            </p:nvSpPr>
            <p:spPr>
              <a:xfrm>
                <a:off x="2867802" y="3950805"/>
                <a:ext cx="628907" cy="628907"/>
              </a:xfrm>
              <a:prstGeom prst="ellipse">
                <a:avLst/>
              </a:prstGeom>
              <a:solidFill>
                <a:schemeClr val="bg1"/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295" name="TextBox 294">
                <a:extLst>
                  <a:ext uri="{FF2B5EF4-FFF2-40B4-BE49-F238E27FC236}">
                    <a16:creationId xmlns:a16="http://schemas.microsoft.com/office/drawing/2014/main" id="{535A7F32-8145-C897-1F02-A197A6299D67}"/>
                  </a:ext>
                </a:extLst>
              </p:cNvPr>
              <p:cNvSpPr txBox="1"/>
              <p:nvPr/>
            </p:nvSpPr>
            <p:spPr>
              <a:xfrm>
                <a:off x="2949594" y="4068702"/>
                <a:ext cx="465322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2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ptos" panose="020B0004020202020204" pitchFamily="34" charset="0"/>
                    <a:ea typeface="+mn-ea"/>
                    <a:cs typeface="Arial" panose="020B0604020202020204" pitchFamily="34" charset="0"/>
                  </a:rPr>
                  <a:t>RTH</a:t>
                </a:r>
              </a:p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8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ptos" panose="020B0004020202020204" pitchFamily="34" charset="0"/>
                    <a:ea typeface="+mn-ea"/>
                    <a:cs typeface="Arial" panose="020B0604020202020204" pitchFamily="34" charset="0"/>
                  </a:rPr>
                  <a:t>Exeter</a:t>
                </a:r>
              </a:p>
            </p:txBody>
          </p:sp>
        </p:grpSp>
        <p:grpSp>
          <p:nvGrpSpPr>
            <p:cNvPr id="273" name="Group 272">
              <a:extLst>
                <a:ext uri="{FF2B5EF4-FFF2-40B4-BE49-F238E27FC236}">
                  <a16:creationId xmlns:a16="http://schemas.microsoft.com/office/drawing/2014/main" id="{4B5AE25D-7A90-CA12-45A0-7DEE06C895BA}"/>
                </a:ext>
              </a:extLst>
            </p:cNvPr>
            <p:cNvGrpSpPr/>
            <p:nvPr/>
          </p:nvGrpSpPr>
          <p:grpSpPr>
            <a:xfrm>
              <a:off x="9293175" y="3577971"/>
              <a:ext cx="628907" cy="628907"/>
              <a:chOff x="2867802" y="3950805"/>
              <a:chExt cx="628907" cy="628907"/>
            </a:xfrm>
          </p:grpSpPr>
          <p:sp>
            <p:nvSpPr>
              <p:cNvPr id="292" name="Oval 291">
                <a:extLst>
                  <a:ext uri="{FF2B5EF4-FFF2-40B4-BE49-F238E27FC236}">
                    <a16:creationId xmlns:a16="http://schemas.microsoft.com/office/drawing/2014/main" id="{0F8740F5-CE8C-9E4B-F132-D94BE954606F}"/>
                  </a:ext>
                </a:extLst>
              </p:cNvPr>
              <p:cNvSpPr/>
              <p:nvPr/>
            </p:nvSpPr>
            <p:spPr>
              <a:xfrm>
                <a:off x="2867802" y="3950805"/>
                <a:ext cx="628907" cy="628907"/>
              </a:xfrm>
              <a:prstGeom prst="ellipse">
                <a:avLst/>
              </a:prstGeom>
              <a:solidFill>
                <a:schemeClr val="bg1"/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293" name="TextBox 292">
                <a:extLst>
                  <a:ext uri="{FF2B5EF4-FFF2-40B4-BE49-F238E27FC236}">
                    <a16:creationId xmlns:a16="http://schemas.microsoft.com/office/drawing/2014/main" id="{F87E3ED8-F5E5-6812-82FE-AE9507350328}"/>
                  </a:ext>
                </a:extLst>
              </p:cNvPr>
              <p:cNvSpPr txBox="1"/>
              <p:nvPr/>
            </p:nvSpPr>
            <p:spPr>
              <a:xfrm>
                <a:off x="2932200" y="4068702"/>
                <a:ext cx="500110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2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ptos" panose="020B0004020202020204" pitchFamily="34" charset="0"/>
                    <a:ea typeface="+mn-ea"/>
                    <a:cs typeface="Arial" panose="020B0604020202020204" pitchFamily="34" charset="0"/>
                  </a:rPr>
                  <a:t>RTH</a:t>
                </a:r>
              </a:p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8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ptos" panose="020B0004020202020204" pitchFamily="34" charset="0"/>
                    <a:ea typeface="+mn-ea"/>
                    <a:cs typeface="Arial" panose="020B0604020202020204" pitchFamily="34" charset="0"/>
                  </a:rPr>
                  <a:t>Beijing</a:t>
                </a:r>
                <a:endParaRPr kumimoji="0" lang="en-GB" sz="7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0B0004020202020204" pitchFamily="34" charset="0"/>
                  <a:ea typeface="+mn-ea"/>
                  <a:cs typeface="Arial" panose="020B0604020202020204" pitchFamily="34" charset="0"/>
                </a:endParaRPr>
              </a:p>
            </p:txBody>
          </p:sp>
        </p:grpSp>
        <p:grpSp>
          <p:nvGrpSpPr>
            <p:cNvPr id="274" name="Group 273">
              <a:extLst>
                <a:ext uri="{FF2B5EF4-FFF2-40B4-BE49-F238E27FC236}">
                  <a16:creationId xmlns:a16="http://schemas.microsoft.com/office/drawing/2014/main" id="{5361E257-A4C9-42D8-907F-E9F09535FF71}"/>
                </a:ext>
              </a:extLst>
            </p:cNvPr>
            <p:cNvGrpSpPr/>
            <p:nvPr/>
          </p:nvGrpSpPr>
          <p:grpSpPr>
            <a:xfrm>
              <a:off x="6521485" y="5413675"/>
              <a:ext cx="628907" cy="628907"/>
              <a:chOff x="2867802" y="3950805"/>
              <a:chExt cx="628907" cy="628907"/>
            </a:xfrm>
          </p:grpSpPr>
          <p:sp>
            <p:nvSpPr>
              <p:cNvPr id="290" name="Oval 289">
                <a:extLst>
                  <a:ext uri="{FF2B5EF4-FFF2-40B4-BE49-F238E27FC236}">
                    <a16:creationId xmlns:a16="http://schemas.microsoft.com/office/drawing/2014/main" id="{759923F9-E9E1-AC5A-DF73-091803E98DBD}"/>
                  </a:ext>
                </a:extLst>
              </p:cNvPr>
              <p:cNvSpPr/>
              <p:nvPr/>
            </p:nvSpPr>
            <p:spPr>
              <a:xfrm>
                <a:off x="2867802" y="3950805"/>
                <a:ext cx="628907" cy="628907"/>
              </a:xfrm>
              <a:prstGeom prst="ellipse">
                <a:avLst/>
              </a:prstGeom>
              <a:solidFill>
                <a:schemeClr val="bg1"/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>
                      <a:lumMod val="65000"/>
                    </a:prstClr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291" name="TextBox 290">
                <a:extLst>
                  <a:ext uri="{FF2B5EF4-FFF2-40B4-BE49-F238E27FC236}">
                    <a16:creationId xmlns:a16="http://schemas.microsoft.com/office/drawing/2014/main" id="{721A53FD-ECD5-593F-2982-4896F9C69F8D}"/>
                  </a:ext>
                </a:extLst>
              </p:cNvPr>
              <p:cNvSpPr txBox="1"/>
              <p:nvPr/>
            </p:nvSpPr>
            <p:spPr>
              <a:xfrm>
                <a:off x="2949594" y="4126758"/>
                <a:ext cx="465322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2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ptos" panose="020B0004020202020204" pitchFamily="34" charset="0"/>
                    <a:ea typeface="+mn-ea"/>
                    <a:cs typeface="Arial" panose="020B0604020202020204" pitchFamily="34" charset="0"/>
                  </a:rPr>
                  <a:t>RTH</a:t>
                </a:r>
              </a:p>
            </p:txBody>
          </p:sp>
        </p:grpSp>
        <p:grpSp>
          <p:nvGrpSpPr>
            <p:cNvPr id="275" name="Group 274">
              <a:extLst>
                <a:ext uri="{FF2B5EF4-FFF2-40B4-BE49-F238E27FC236}">
                  <a16:creationId xmlns:a16="http://schemas.microsoft.com/office/drawing/2014/main" id="{D94A42EA-6D4F-81C4-DBE7-E395FD2E8FF7}"/>
                </a:ext>
              </a:extLst>
            </p:cNvPr>
            <p:cNvGrpSpPr/>
            <p:nvPr/>
          </p:nvGrpSpPr>
          <p:grpSpPr>
            <a:xfrm>
              <a:off x="8862418" y="5165872"/>
              <a:ext cx="628907" cy="628907"/>
              <a:chOff x="2867802" y="3950805"/>
              <a:chExt cx="628907" cy="628907"/>
            </a:xfrm>
          </p:grpSpPr>
          <p:sp>
            <p:nvSpPr>
              <p:cNvPr id="288" name="Oval 287">
                <a:extLst>
                  <a:ext uri="{FF2B5EF4-FFF2-40B4-BE49-F238E27FC236}">
                    <a16:creationId xmlns:a16="http://schemas.microsoft.com/office/drawing/2014/main" id="{E1D2E3D5-C043-19C8-9E28-EB42563B84F6}"/>
                  </a:ext>
                </a:extLst>
              </p:cNvPr>
              <p:cNvSpPr/>
              <p:nvPr/>
            </p:nvSpPr>
            <p:spPr>
              <a:xfrm>
                <a:off x="2867802" y="3950805"/>
                <a:ext cx="628907" cy="628907"/>
              </a:xfrm>
              <a:prstGeom prst="ellipse">
                <a:avLst/>
              </a:prstGeom>
              <a:solidFill>
                <a:schemeClr val="bg1"/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>
                      <a:lumMod val="65000"/>
                    </a:prstClr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289" name="TextBox 288">
                <a:extLst>
                  <a:ext uri="{FF2B5EF4-FFF2-40B4-BE49-F238E27FC236}">
                    <a16:creationId xmlns:a16="http://schemas.microsoft.com/office/drawing/2014/main" id="{91A9804A-637B-2B4C-265D-00FA7311CBA1}"/>
                  </a:ext>
                </a:extLst>
              </p:cNvPr>
              <p:cNvSpPr txBox="1"/>
              <p:nvPr/>
            </p:nvSpPr>
            <p:spPr>
              <a:xfrm>
                <a:off x="2949594" y="4126758"/>
                <a:ext cx="465322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2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ptos" panose="020B0004020202020204" pitchFamily="34" charset="0"/>
                    <a:ea typeface="+mn-ea"/>
                    <a:cs typeface="Arial" panose="020B0604020202020204" pitchFamily="34" charset="0"/>
                  </a:rPr>
                  <a:t>RTH</a:t>
                </a:r>
              </a:p>
            </p:txBody>
          </p:sp>
        </p:grpSp>
        <p:grpSp>
          <p:nvGrpSpPr>
            <p:cNvPr id="276" name="Group 275">
              <a:extLst>
                <a:ext uri="{FF2B5EF4-FFF2-40B4-BE49-F238E27FC236}">
                  <a16:creationId xmlns:a16="http://schemas.microsoft.com/office/drawing/2014/main" id="{CBD2404F-6C10-A8CC-6CBC-A85093CC3152}"/>
                </a:ext>
              </a:extLst>
            </p:cNvPr>
            <p:cNvGrpSpPr/>
            <p:nvPr/>
          </p:nvGrpSpPr>
          <p:grpSpPr>
            <a:xfrm>
              <a:off x="7543240" y="4536965"/>
              <a:ext cx="628907" cy="628907"/>
              <a:chOff x="2867802" y="3950805"/>
              <a:chExt cx="628907" cy="628907"/>
            </a:xfrm>
          </p:grpSpPr>
          <p:sp>
            <p:nvSpPr>
              <p:cNvPr id="286" name="Oval 285">
                <a:extLst>
                  <a:ext uri="{FF2B5EF4-FFF2-40B4-BE49-F238E27FC236}">
                    <a16:creationId xmlns:a16="http://schemas.microsoft.com/office/drawing/2014/main" id="{378239A5-0F52-447D-CA26-6DB09D4335AF}"/>
                  </a:ext>
                </a:extLst>
              </p:cNvPr>
              <p:cNvSpPr/>
              <p:nvPr/>
            </p:nvSpPr>
            <p:spPr>
              <a:xfrm>
                <a:off x="2867802" y="3950805"/>
                <a:ext cx="628907" cy="628907"/>
              </a:xfrm>
              <a:prstGeom prst="ellipse">
                <a:avLst/>
              </a:prstGeom>
              <a:solidFill>
                <a:schemeClr val="bg1"/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>
                      <a:lumMod val="65000"/>
                    </a:prstClr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287" name="TextBox 286">
                <a:extLst>
                  <a:ext uri="{FF2B5EF4-FFF2-40B4-BE49-F238E27FC236}">
                    <a16:creationId xmlns:a16="http://schemas.microsoft.com/office/drawing/2014/main" id="{ABF5F965-92C1-BA2E-5BEB-812A792C085A}"/>
                  </a:ext>
                </a:extLst>
              </p:cNvPr>
              <p:cNvSpPr txBox="1"/>
              <p:nvPr/>
            </p:nvSpPr>
            <p:spPr>
              <a:xfrm>
                <a:off x="2949594" y="4126758"/>
                <a:ext cx="465322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2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ptos" panose="020B0004020202020204" pitchFamily="34" charset="0"/>
                    <a:ea typeface="+mn-ea"/>
                    <a:cs typeface="Arial" panose="020B0604020202020204" pitchFamily="34" charset="0"/>
                  </a:rPr>
                  <a:t>RTH</a:t>
                </a:r>
              </a:p>
            </p:txBody>
          </p:sp>
        </p:grpSp>
        <p:cxnSp>
          <p:nvCxnSpPr>
            <p:cNvPr id="277" name="Straight Arrow Connector 276">
              <a:extLst>
                <a:ext uri="{FF2B5EF4-FFF2-40B4-BE49-F238E27FC236}">
                  <a16:creationId xmlns:a16="http://schemas.microsoft.com/office/drawing/2014/main" id="{E6073F07-6804-D686-93AE-092A35CEE379}"/>
                </a:ext>
              </a:extLst>
            </p:cNvPr>
            <p:cNvCxnSpPr>
              <a:cxnSpLocks/>
            </p:cNvCxnSpPr>
            <p:nvPr/>
          </p:nvCxnSpPr>
          <p:spPr>
            <a:xfrm>
              <a:off x="4975127" y="4870482"/>
              <a:ext cx="1508258" cy="709621"/>
            </a:xfrm>
            <a:prstGeom prst="straightConnector1">
              <a:avLst/>
            </a:prstGeom>
            <a:ln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8" name="Straight Arrow Connector 277">
              <a:extLst>
                <a:ext uri="{FF2B5EF4-FFF2-40B4-BE49-F238E27FC236}">
                  <a16:creationId xmlns:a16="http://schemas.microsoft.com/office/drawing/2014/main" id="{30823A86-F003-4957-2C50-7D4109077FB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948850" y="3983610"/>
              <a:ext cx="1143095" cy="575843"/>
            </a:xfrm>
            <a:prstGeom prst="straightConnector1">
              <a:avLst/>
            </a:prstGeom>
            <a:ln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9" name="Straight Arrow Connector 278">
              <a:extLst>
                <a:ext uri="{FF2B5EF4-FFF2-40B4-BE49-F238E27FC236}">
                  <a16:creationId xmlns:a16="http://schemas.microsoft.com/office/drawing/2014/main" id="{52B37477-F2A8-61DE-37D1-D78C02356A7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123124" y="5120144"/>
              <a:ext cx="428025" cy="331605"/>
            </a:xfrm>
            <a:prstGeom prst="straightConnector1">
              <a:avLst/>
            </a:prstGeom>
            <a:ln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0" name="Straight Arrow Connector 279">
              <a:extLst>
                <a:ext uri="{FF2B5EF4-FFF2-40B4-BE49-F238E27FC236}">
                  <a16:creationId xmlns:a16="http://schemas.microsoft.com/office/drawing/2014/main" id="{6250FA0F-C771-333B-1871-8B87E228E37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172147" y="4092067"/>
              <a:ext cx="1121028" cy="549041"/>
            </a:xfrm>
            <a:prstGeom prst="straightConnector1">
              <a:avLst/>
            </a:prstGeom>
            <a:ln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1" name="Straight Arrow Connector 280">
              <a:extLst>
                <a:ext uri="{FF2B5EF4-FFF2-40B4-BE49-F238E27FC236}">
                  <a16:creationId xmlns:a16="http://schemas.microsoft.com/office/drawing/2014/main" id="{39F9EA6A-D281-305E-18DE-64561F663578}"/>
                </a:ext>
              </a:extLst>
            </p:cNvPr>
            <p:cNvCxnSpPr>
              <a:cxnSpLocks/>
            </p:cNvCxnSpPr>
            <p:nvPr/>
          </p:nvCxnSpPr>
          <p:spPr>
            <a:xfrm>
              <a:off x="8191197" y="5026609"/>
              <a:ext cx="652171" cy="305691"/>
            </a:xfrm>
            <a:prstGeom prst="straightConnector1">
              <a:avLst/>
            </a:prstGeom>
            <a:ln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2" name="Straight Arrow Connector 281">
              <a:extLst>
                <a:ext uri="{FF2B5EF4-FFF2-40B4-BE49-F238E27FC236}">
                  <a16:creationId xmlns:a16="http://schemas.microsoft.com/office/drawing/2014/main" id="{0849C227-751C-99AB-E0E8-913EC38022DC}"/>
                </a:ext>
              </a:extLst>
            </p:cNvPr>
            <p:cNvCxnSpPr>
              <a:cxnSpLocks/>
            </p:cNvCxnSpPr>
            <p:nvPr/>
          </p:nvCxnSpPr>
          <p:spPr>
            <a:xfrm>
              <a:off x="9538950" y="5570578"/>
              <a:ext cx="981544" cy="276999"/>
            </a:xfrm>
            <a:prstGeom prst="straightConnector1">
              <a:avLst/>
            </a:prstGeom>
            <a:ln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83" name="Group 282">
              <a:extLst>
                <a:ext uri="{FF2B5EF4-FFF2-40B4-BE49-F238E27FC236}">
                  <a16:creationId xmlns:a16="http://schemas.microsoft.com/office/drawing/2014/main" id="{D531B96F-7F3D-FB80-E296-2198ED5062EB}"/>
                </a:ext>
              </a:extLst>
            </p:cNvPr>
            <p:cNvGrpSpPr/>
            <p:nvPr/>
          </p:nvGrpSpPr>
          <p:grpSpPr>
            <a:xfrm>
              <a:off x="10510969" y="5552173"/>
              <a:ext cx="751592" cy="628907"/>
              <a:chOff x="10510969" y="5552173"/>
              <a:chExt cx="751592" cy="628907"/>
            </a:xfrm>
          </p:grpSpPr>
          <p:sp>
            <p:nvSpPr>
              <p:cNvPr id="284" name="Rectangle: Rounded Corners 283">
                <a:extLst>
                  <a:ext uri="{FF2B5EF4-FFF2-40B4-BE49-F238E27FC236}">
                    <a16:creationId xmlns:a16="http://schemas.microsoft.com/office/drawing/2014/main" id="{2C67609C-9BB5-E593-18D6-58CAC3FE0C73}"/>
                  </a:ext>
                </a:extLst>
              </p:cNvPr>
              <p:cNvSpPr/>
              <p:nvPr/>
            </p:nvSpPr>
            <p:spPr>
              <a:xfrm>
                <a:off x="10572312" y="5552173"/>
                <a:ext cx="628907" cy="628907"/>
              </a:xfrm>
              <a:prstGeom prst="roundRect">
                <a:avLst>
                  <a:gd name="adj" fmla="val 8678"/>
                </a:avLst>
              </a:prstGeom>
              <a:solidFill>
                <a:schemeClr val="bg1"/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285" name="TextBox 284">
                <a:extLst>
                  <a:ext uri="{FF2B5EF4-FFF2-40B4-BE49-F238E27FC236}">
                    <a16:creationId xmlns:a16="http://schemas.microsoft.com/office/drawing/2014/main" id="{C7D0D17A-B707-B1CA-CEF8-7458236AD705}"/>
                  </a:ext>
                </a:extLst>
              </p:cNvPr>
              <p:cNvSpPr txBox="1"/>
              <p:nvPr/>
            </p:nvSpPr>
            <p:spPr>
              <a:xfrm>
                <a:off x="10510969" y="5728127"/>
                <a:ext cx="751592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2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ptos" panose="020B0004020202020204" pitchFamily="34" charset="0"/>
                    <a:ea typeface="+mn-ea"/>
                    <a:cs typeface="Arial" panose="020B0604020202020204" pitchFamily="34" charset="0"/>
                  </a:rPr>
                  <a:t>WDQMS</a:t>
                </a:r>
              </a:p>
            </p:txBody>
          </p:sp>
        </p:grpSp>
      </p:grpSp>
      <p:grpSp>
        <p:nvGrpSpPr>
          <p:cNvPr id="257" name="Group 256">
            <a:extLst>
              <a:ext uri="{FF2B5EF4-FFF2-40B4-BE49-F238E27FC236}">
                <a16:creationId xmlns:a16="http://schemas.microsoft.com/office/drawing/2014/main" id="{C48EFADC-4A0B-054C-9ABC-AC2420C2CE67}"/>
              </a:ext>
            </a:extLst>
          </p:cNvPr>
          <p:cNvGrpSpPr/>
          <p:nvPr/>
        </p:nvGrpSpPr>
        <p:grpSpPr>
          <a:xfrm>
            <a:off x="5191273" y="3763946"/>
            <a:ext cx="4290842" cy="246221"/>
            <a:chOff x="5191273" y="3763946"/>
            <a:chExt cx="4290842" cy="246221"/>
          </a:xfrm>
        </p:grpSpPr>
        <p:sp>
          <p:nvSpPr>
            <p:cNvPr id="258" name="TextBox 257">
              <a:extLst>
                <a:ext uri="{FF2B5EF4-FFF2-40B4-BE49-F238E27FC236}">
                  <a16:creationId xmlns:a16="http://schemas.microsoft.com/office/drawing/2014/main" id="{8FFBCC18-E9A4-FD66-E15C-333E2F9DBDF4}"/>
                </a:ext>
              </a:extLst>
            </p:cNvPr>
            <p:cNvSpPr txBox="1"/>
            <p:nvPr/>
          </p:nvSpPr>
          <p:spPr>
            <a:xfrm>
              <a:off x="5191273" y="3763946"/>
              <a:ext cx="1179193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0B0004020202020204" pitchFamily="34" charset="0"/>
                  <a:ea typeface="+mn-ea"/>
                  <a:cs typeface="+mn-cs"/>
                </a:rPr>
                <a:t>ISMD01TEST</a:t>
              </a:r>
              <a:endParaRPr kumimoji="0" lang="en-GB" sz="11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9" name="TextBox 258">
              <a:extLst>
                <a:ext uri="{FF2B5EF4-FFF2-40B4-BE49-F238E27FC236}">
                  <a16:creationId xmlns:a16="http://schemas.microsoft.com/office/drawing/2014/main" id="{BDA513BF-E6B4-FCC0-8E80-626706658499}"/>
                </a:ext>
              </a:extLst>
            </p:cNvPr>
            <p:cNvSpPr txBox="1"/>
            <p:nvPr/>
          </p:nvSpPr>
          <p:spPr>
            <a:xfrm>
              <a:off x="8302922" y="3763946"/>
              <a:ext cx="1179193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0B0004020202020204" pitchFamily="34" charset="0"/>
                  <a:ea typeface="+mn-ea"/>
                  <a:cs typeface="+mn-cs"/>
                </a:rPr>
                <a:t>ISMD01TEST</a:t>
              </a:r>
              <a:endParaRPr kumimoji="0" lang="en-GB" sz="11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endParaRPr>
            </a:p>
          </p:txBody>
        </p:sp>
      </p:grpSp>
      <p:grpSp>
        <p:nvGrpSpPr>
          <p:cNvPr id="260" name="Group 259">
            <a:extLst>
              <a:ext uri="{FF2B5EF4-FFF2-40B4-BE49-F238E27FC236}">
                <a16:creationId xmlns:a16="http://schemas.microsoft.com/office/drawing/2014/main" id="{BBC9C789-8E61-7688-4BDB-CBDFFD5323C1}"/>
              </a:ext>
            </a:extLst>
          </p:cNvPr>
          <p:cNvGrpSpPr/>
          <p:nvPr/>
        </p:nvGrpSpPr>
        <p:grpSpPr>
          <a:xfrm>
            <a:off x="4748610" y="4602866"/>
            <a:ext cx="4433249" cy="351277"/>
            <a:chOff x="4748610" y="4602866"/>
            <a:chExt cx="4433249" cy="351277"/>
          </a:xfrm>
        </p:grpSpPr>
        <p:sp>
          <p:nvSpPr>
            <p:cNvPr id="261" name="TextBox 260">
              <a:extLst>
                <a:ext uri="{FF2B5EF4-FFF2-40B4-BE49-F238E27FC236}">
                  <a16:creationId xmlns:a16="http://schemas.microsoft.com/office/drawing/2014/main" id="{3A5F88DD-7E60-B277-B0CD-1DBA4CF4F67B}"/>
                </a:ext>
              </a:extLst>
            </p:cNvPr>
            <p:cNvSpPr txBox="1"/>
            <p:nvPr/>
          </p:nvSpPr>
          <p:spPr>
            <a:xfrm>
              <a:off x="4748610" y="4602866"/>
              <a:ext cx="1179193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0B0004020202020204" pitchFamily="34" charset="0"/>
                  <a:ea typeface="+mn-ea"/>
                  <a:cs typeface="+mn-cs"/>
                </a:rPr>
                <a:t>ISMD01TEST</a:t>
              </a:r>
              <a:endParaRPr kumimoji="0" lang="en-GB" sz="11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8" name="TextBox 297">
              <a:extLst>
                <a:ext uri="{FF2B5EF4-FFF2-40B4-BE49-F238E27FC236}">
                  <a16:creationId xmlns:a16="http://schemas.microsoft.com/office/drawing/2014/main" id="{BE61D542-ED05-8A07-C3A7-88E74B418971}"/>
                </a:ext>
              </a:extLst>
            </p:cNvPr>
            <p:cNvSpPr txBox="1"/>
            <p:nvPr/>
          </p:nvSpPr>
          <p:spPr>
            <a:xfrm>
              <a:off x="8002666" y="4707922"/>
              <a:ext cx="1179193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0B0004020202020204" pitchFamily="34" charset="0"/>
                  <a:ea typeface="+mn-ea"/>
                  <a:cs typeface="+mn-cs"/>
                </a:rPr>
                <a:t>ISMD01TEST</a:t>
              </a:r>
              <a:endParaRPr kumimoji="0" lang="en-GB" sz="11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endParaRPr>
            </a:p>
          </p:txBody>
        </p:sp>
      </p:grpSp>
      <p:grpSp>
        <p:nvGrpSpPr>
          <p:cNvPr id="299" name="Group 298">
            <a:extLst>
              <a:ext uri="{FF2B5EF4-FFF2-40B4-BE49-F238E27FC236}">
                <a16:creationId xmlns:a16="http://schemas.microsoft.com/office/drawing/2014/main" id="{293BC2B0-413E-F062-9C3F-EF927DA79565}"/>
              </a:ext>
            </a:extLst>
          </p:cNvPr>
          <p:cNvGrpSpPr/>
          <p:nvPr/>
        </p:nvGrpSpPr>
        <p:grpSpPr>
          <a:xfrm>
            <a:off x="6996868" y="5289104"/>
            <a:ext cx="3523626" cy="558473"/>
            <a:chOff x="6996868" y="5289104"/>
            <a:chExt cx="3523626" cy="558473"/>
          </a:xfrm>
        </p:grpSpPr>
        <p:sp>
          <p:nvSpPr>
            <p:cNvPr id="300" name="TextBox 299">
              <a:extLst>
                <a:ext uri="{FF2B5EF4-FFF2-40B4-BE49-F238E27FC236}">
                  <a16:creationId xmlns:a16="http://schemas.microsoft.com/office/drawing/2014/main" id="{CFEDD666-9D87-AC08-63A1-B6B77E0EE1B1}"/>
                </a:ext>
              </a:extLst>
            </p:cNvPr>
            <p:cNvSpPr txBox="1"/>
            <p:nvPr/>
          </p:nvSpPr>
          <p:spPr>
            <a:xfrm>
              <a:off x="6996868" y="5601356"/>
              <a:ext cx="1179193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0B0004020202020204" pitchFamily="34" charset="0"/>
                  <a:ea typeface="+mn-ea"/>
                  <a:cs typeface="+mn-cs"/>
                </a:rPr>
                <a:t>ISMD01TEST</a:t>
              </a:r>
              <a:endParaRPr kumimoji="0" lang="en-GB" sz="11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1" name="TextBox 300">
              <a:extLst>
                <a:ext uri="{FF2B5EF4-FFF2-40B4-BE49-F238E27FC236}">
                  <a16:creationId xmlns:a16="http://schemas.microsoft.com/office/drawing/2014/main" id="{189F9BFF-34ED-A23D-C345-DBC96069303E}"/>
                </a:ext>
              </a:extLst>
            </p:cNvPr>
            <p:cNvSpPr txBox="1"/>
            <p:nvPr/>
          </p:nvSpPr>
          <p:spPr>
            <a:xfrm>
              <a:off x="9341301" y="5289104"/>
              <a:ext cx="1179193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0B0004020202020204" pitchFamily="34" charset="0"/>
                  <a:ea typeface="+mn-ea"/>
                  <a:cs typeface="+mn-cs"/>
                </a:rPr>
                <a:t>ISMD01TEST</a:t>
              </a:r>
              <a:endParaRPr kumimoji="0" lang="en-GB" sz="11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endParaRPr>
            </a:p>
          </p:txBody>
        </p:sp>
      </p:grpSp>
      <p:grpSp>
        <p:nvGrpSpPr>
          <p:cNvPr id="302" name="Group 301">
            <a:extLst>
              <a:ext uri="{FF2B5EF4-FFF2-40B4-BE49-F238E27FC236}">
                <a16:creationId xmlns:a16="http://schemas.microsoft.com/office/drawing/2014/main" id="{A76F22E2-BF18-47A8-4F8B-087CA81E8A37}"/>
              </a:ext>
            </a:extLst>
          </p:cNvPr>
          <p:cNvGrpSpPr/>
          <p:nvPr/>
        </p:nvGrpSpPr>
        <p:grpSpPr>
          <a:xfrm>
            <a:off x="10472016" y="4841152"/>
            <a:ext cx="1620073" cy="1617632"/>
            <a:chOff x="10472016" y="4841152"/>
            <a:chExt cx="1620073" cy="1617632"/>
          </a:xfrm>
        </p:grpSpPr>
        <p:grpSp>
          <p:nvGrpSpPr>
            <p:cNvPr id="303" name="Group 302">
              <a:extLst>
                <a:ext uri="{FF2B5EF4-FFF2-40B4-BE49-F238E27FC236}">
                  <a16:creationId xmlns:a16="http://schemas.microsoft.com/office/drawing/2014/main" id="{B9607306-DACC-D405-5FAA-A33E9A5F8137}"/>
                </a:ext>
              </a:extLst>
            </p:cNvPr>
            <p:cNvGrpSpPr/>
            <p:nvPr/>
          </p:nvGrpSpPr>
          <p:grpSpPr>
            <a:xfrm>
              <a:off x="10472016" y="6288980"/>
              <a:ext cx="829498" cy="169804"/>
              <a:chOff x="10572312" y="6343525"/>
              <a:chExt cx="829498" cy="169804"/>
            </a:xfrm>
          </p:grpSpPr>
          <p:sp>
            <p:nvSpPr>
              <p:cNvPr id="335" name="Rectangle 334">
                <a:extLst>
                  <a:ext uri="{FF2B5EF4-FFF2-40B4-BE49-F238E27FC236}">
                    <a16:creationId xmlns:a16="http://schemas.microsoft.com/office/drawing/2014/main" id="{F49EE029-2EB1-E726-F501-9A5E0CD9EC1D}"/>
                  </a:ext>
                </a:extLst>
              </p:cNvPr>
              <p:cNvSpPr/>
              <p:nvPr/>
            </p:nvSpPr>
            <p:spPr>
              <a:xfrm>
                <a:off x="10572312" y="6343525"/>
                <a:ext cx="169804" cy="169804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A</a:t>
                </a:r>
              </a:p>
            </p:txBody>
          </p:sp>
          <p:sp>
            <p:nvSpPr>
              <p:cNvPr id="336" name="Rectangle 335">
                <a:extLst>
                  <a:ext uri="{FF2B5EF4-FFF2-40B4-BE49-F238E27FC236}">
                    <a16:creationId xmlns:a16="http://schemas.microsoft.com/office/drawing/2014/main" id="{5CCE2CD1-F4D2-A6BC-A198-4F2A5D07C927}"/>
                  </a:ext>
                </a:extLst>
              </p:cNvPr>
              <p:cNvSpPr/>
              <p:nvPr/>
            </p:nvSpPr>
            <p:spPr>
              <a:xfrm>
                <a:off x="10792210" y="6343525"/>
                <a:ext cx="169804" cy="169804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B</a:t>
                </a:r>
              </a:p>
            </p:txBody>
          </p:sp>
          <p:sp>
            <p:nvSpPr>
              <p:cNvPr id="337" name="Rectangle 336">
                <a:extLst>
                  <a:ext uri="{FF2B5EF4-FFF2-40B4-BE49-F238E27FC236}">
                    <a16:creationId xmlns:a16="http://schemas.microsoft.com/office/drawing/2014/main" id="{A6468603-CFAE-E137-FF96-BDEEE9D674CF}"/>
                  </a:ext>
                </a:extLst>
              </p:cNvPr>
              <p:cNvSpPr/>
              <p:nvPr/>
            </p:nvSpPr>
            <p:spPr>
              <a:xfrm>
                <a:off x="11012108" y="6343525"/>
                <a:ext cx="169804" cy="169804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C</a:t>
                </a:r>
              </a:p>
            </p:txBody>
          </p:sp>
          <p:sp>
            <p:nvSpPr>
              <p:cNvPr id="338" name="Rectangle 337">
                <a:extLst>
                  <a:ext uri="{FF2B5EF4-FFF2-40B4-BE49-F238E27FC236}">
                    <a16:creationId xmlns:a16="http://schemas.microsoft.com/office/drawing/2014/main" id="{B8FF5CCF-A2BC-6E0E-2AB0-7D1C6AD9EBE9}"/>
                  </a:ext>
                </a:extLst>
              </p:cNvPr>
              <p:cNvSpPr/>
              <p:nvPr/>
            </p:nvSpPr>
            <p:spPr>
              <a:xfrm>
                <a:off x="11232006" y="6343525"/>
                <a:ext cx="169804" cy="169804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D</a:t>
                </a:r>
              </a:p>
            </p:txBody>
          </p:sp>
        </p:grpSp>
        <p:grpSp>
          <p:nvGrpSpPr>
            <p:cNvPr id="304" name="Group 303">
              <a:extLst>
                <a:ext uri="{FF2B5EF4-FFF2-40B4-BE49-F238E27FC236}">
                  <a16:creationId xmlns:a16="http://schemas.microsoft.com/office/drawing/2014/main" id="{B72C4EFF-E26D-094D-E4F3-686BDF1B231D}"/>
                </a:ext>
              </a:extLst>
            </p:cNvPr>
            <p:cNvGrpSpPr/>
            <p:nvPr/>
          </p:nvGrpSpPr>
          <p:grpSpPr>
            <a:xfrm>
              <a:off x="11262591" y="4841152"/>
              <a:ext cx="829498" cy="169804"/>
              <a:chOff x="10572312" y="6343525"/>
              <a:chExt cx="829498" cy="169804"/>
            </a:xfrm>
          </p:grpSpPr>
          <p:sp>
            <p:nvSpPr>
              <p:cNvPr id="305" name="Rectangle 304">
                <a:extLst>
                  <a:ext uri="{FF2B5EF4-FFF2-40B4-BE49-F238E27FC236}">
                    <a16:creationId xmlns:a16="http://schemas.microsoft.com/office/drawing/2014/main" id="{E0FD9FBB-4C16-1EE7-9816-5D551C651B5E}"/>
                  </a:ext>
                </a:extLst>
              </p:cNvPr>
              <p:cNvSpPr/>
              <p:nvPr/>
            </p:nvSpPr>
            <p:spPr>
              <a:xfrm>
                <a:off x="10572312" y="6343525"/>
                <a:ext cx="169804" cy="169804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A</a:t>
                </a:r>
              </a:p>
            </p:txBody>
          </p:sp>
          <p:sp>
            <p:nvSpPr>
              <p:cNvPr id="332" name="Rectangle 331">
                <a:extLst>
                  <a:ext uri="{FF2B5EF4-FFF2-40B4-BE49-F238E27FC236}">
                    <a16:creationId xmlns:a16="http://schemas.microsoft.com/office/drawing/2014/main" id="{0505C54C-C5D3-1CF7-641D-00D4ADEB3419}"/>
                  </a:ext>
                </a:extLst>
              </p:cNvPr>
              <p:cNvSpPr/>
              <p:nvPr/>
            </p:nvSpPr>
            <p:spPr>
              <a:xfrm>
                <a:off x="10792210" y="6343525"/>
                <a:ext cx="169804" cy="169804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B</a:t>
                </a:r>
              </a:p>
            </p:txBody>
          </p:sp>
          <p:sp>
            <p:nvSpPr>
              <p:cNvPr id="333" name="Rectangle 332">
                <a:extLst>
                  <a:ext uri="{FF2B5EF4-FFF2-40B4-BE49-F238E27FC236}">
                    <a16:creationId xmlns:a16="http://schemas.microsoft.com/office/drawing/2014/main" id="{FE6645B3-A6DB-2140-423D-973C61C00638}"/>
                  </a:ext>
                </a:extLst>
              </p:cNvPr>
              <p:cNvSpPr/>
              <p:nvPr/>
            </p:nvSpPr>
            <p:spPr>
              <a:xfrm>
                <a:off x="11012108" y="6343525"/>
                <a:ext cx="169804" cy="169804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C</a:t>
                </a:r>
              </a:p>
            </p:txBody>
          </p:sp>
          <p:sp>
            <p:nvSpPr>
              <p:cNvPr id="334" name="Rectangle 333">
                <a:extLst>
                  <a:ext uri="{FF2B5EF4-FFF2-40B4-BE49-F238E27FC236}">
                    <a16:creationId xmlns:a16="http://schemas.microsoft.com/office/drawing/2014/main" id="{5571AA0E-BAF1-76A0-BC51-096BAECD88A9}"/>
                  </a:ext>
                </a:extLst>
              </p:cNvPr>
              <p:cNvSpPr/>
              <p:nvPr/>
            </p:nvSpPr>
            <p:spPr>
              <a:xfrm>
                <a:off x="11232006" y="6343525"/>
                <a:ext cx="169804" cy="169804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D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42129356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539C83-1605-6BEE-E760-1505C90A15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9" name="Group 228">
            <a:extLst>
              <a:ext uri="{FF2B5EF4-FFF2-40B4-BE49-F238E27FC236}">
                <a16:creationId xmlns:a16="http://schemas.microsoft.com/office/drawing/2014/main" id="{33B42E4F-1103-8718-ADE0-2008345B2AA3}"/>
              </a:ext>
            </a:extLst>
          </p:cNvPr>
          <p:cNvGrpSpPr/>
          <p:nvPr/>
        </p:nvGrpSpPr>
        <p:grpSpPr>
          <a:xfrm>
            <a:off x="1715333" y="622374"/>
            <a:ext cx="1850457" cy="672547"/>
            <a:chOff x="1715333" y="622374"/>
            <a:chExt cx="1850457" cy="672547"/>
          </a:xfrm>
        </p:grpSpPr>
        <p:cxnSp>
          <p:nvCxnSpPr>
            <p:cNvPr id="215" name="Straight Connector 214">
              <a:extLst>
                <a:ext uri="{FF2B5EF4-FFF2-40B4-BE49-F238E27FC236}">
                  <a16:creationId xmlns:a16="http://schemas.microsoft.com/office/drawing/2014/main" id="{F5E1EE0A-83C1-5219-394D-A7AEBD398437}"/>
                </a:ext>
              </a:extLst>
            </p:cNvPr>
            <p:cNvCxnSpPr/>
            <p:nvPr/>
          </p:nvCxnSpPr>
          <p:spPr>
            <a:xfrm>
              <a:off x="1715333" y="622374"/>
              <a:ext cx="0" cy="661357"/>
            </a:xfrm>
            <a:prstGeom prst="line">
              <a:avLst/>
            </a:prstGeom>
            <a:ln w="12700">
              <a:solidFill>
                <a:schemeClr val="tx1"/>
              </a:solidFill>
              <a:prstDash val="sysDot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6" name="Straight Connector 215">
              <a:extLst>
                <a:ext uri="{FF2B5EF4-FFF2-40B4-BE49-F238E27FC236}">
                  <a16:creationId xmlns:a16="http://schemas.microsoft.com/office/drawing/2014/main" id="{112AAB49-436B-5313-6756-C233F1371561}"/>
                </a:ext>
              </a:extLst>
            </p:cNvPr>
            <p:cNvCxnSpPr/>
            <p:nvPr/>
          </p:nvCxnSpPr>
          <p:spPr>
            <a:xfrm>
              <a:off x="2341276" y="622375"/>
              <a:ext cx="0" cy="661357"/>
            </a:xfrm>
            <a:prstGeom prst="line">
              <a:avLst/>
            </a:prstGeom>
            <a:ln w="12700">
              <a:solidFill>
                <a:schemeClr val="tx1"/>
              </a:solidFill>
              <a:prstDash val="sysDot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7" name="Straight Connector 216">
              <a:extLst>
                <a:ext uri="{FF2B5EF4-FFF2-40B4-BE49-F238E27FC236}">
                  <a16:creationId xmlns:a16="http://schemas.microsoft.com/office/drawing/2014/main" id="{1AD85A7F-C9FC-85A3-683A-B7B806920B9E}"/>
                </a:ext>
              </a:extLst>
            </p:cNvPr>
            <p:cNvCxnSpPr/>
            <p:nvPr/>
          </p:nvCxnSpPr>
          <p:spPr>
            <a:xfrm>
              <a:off x="2956921" y="633564"/>
              <a:ext cx="0" cy="661357"/>
            </a:xfrm>
            <a:prstGeom prst="line">
              <a:avLst/>
            </a:prstGeom>
            <a:ln w="12700">
              <a:solidFill>
                <a:schemeClr val="tx1"/>
              </a:solidFill>
              <a:prstDash val="sysDot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9" name="Straight Connector 218">
              <a:extLst>
                <a:ext uri="{FF2B5EF4-FFF2-40B4-BE49-F238E27FC236}">
                  <a16:creationId xmlns:a16="http://schemas.microsoft.com/office/drawing/2014/main" id="{A2B3FC68-4D62-5A8A-12F6-2D398A79427C}"/>
                </a:ext>
              </a:extLst>
            </p:cNvPr>
            <p:cNvCxnSpPr/>
            <p:nvPr/>
          </p:nvCxnSpPr>
          <p:spPr>
            <a:xfrm>
              <a:off x="3565790" y="626521"/>
              <a:ext cx="0" cy="661357"/>
            </a:xfrm>
            <a:prstGeom prst="line">
              <a:avLst/>
            </a:prstGeom>
            <a:ln w="12700">
              <a:solidFill>
                <a:schemeClr val="tx1"/>
              </a:solidFill>
              <a:prstDash val="sysDot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222" name="Picture 221">
            <a:extLst>
              <a:ext uri="{FF2B5EF4-FFF2-40B4-BE49-F238E27FC236}">
                <a16:creationId xmlns:a16="http://schemas.microsoft.com/office/drawing/2014/main" id="{56D0DFC8-A820-4E13-454A-DC023DAAED0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418180"/>
            <a:ext cx="5197907" cy="1439820"/>
          </a:xfrm>
          <a:prstGeom prst="rect">
            <a:avLst/>
          </a:prstGeom>
        </p:spPr>
      </p:pic>
      <p:grpSp>
        <p:nvGrpSpPr>
          <p:cNvPr id="13" name="Group 12">
            <a:extLst>
              <a:ext uri="{FF2B5EF4-FFF2-40B4-BE49-F238E27FC236}">
                <a16:creationId xmlns:a16="http://schemas.microsoft.com/office/drawing/2014/main" id="{D218C637-7B95-6629-9D24-5765D2AC52F4}"/>
              </a:ext>
            </a:extLst>
          </p:cNvPr>
          <p:cNvGrpSpPr/>
          <p:nvPr/>
        </p:nvGrpSpPr>
        <p:grpSpPr>
          <a:xfrm>
            <a:off x="2588900" y="323658"/>
            <a:ext cx="8879200" cy="6210684"/>
            <a:chOff x="1942544" y="1301750"/>
            <a:chExt cx="6082512" cy="4254500"/>
          </a:xfrm>
        </p:grpSpPr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8EEBA592-15D2-42A4-46B3-8B24F150E625}"/>
                </a:ext>
              </a:extLst>
            </p:cNvPr>
            <p:cNvGrpSpPr/>
            <p:nvPr/>
          </p:nvGrpSpPr>
          <p:grpSpPr>
            <a:xfrm>
              <a:off x="1942544" y="1301750"/>
              <a:ext cx="6082512" cy="4254500"/>
              <a:chOff x="1942544" y="1301750"/>
              <a:chExt cx="6082512" cy="4254500"/>
            </a:xfrm>
          </p:grpSpPr>
          <p:sp>
            <p:nvSpPr>
              <p:cNvPr id="7" name="Cloud 6">
                <a:extLst>
                  <a:ext uri="{FF2B5EF4-FFF2-40B4-BE49-F238E27FC236}">
                    <a16:creationId xmlns:a16="http://schemas.microsoft.com/office/drawing/2014/main" id="{F4FEF0BC-6880-1790-405A-65447CF1FA6A}"/>
                  </a:ext>
                </a:extLst>
              </p:cNvPr>
              <p:cNvSpPr/>
              <p:nvPr/>
            </p:nvSpPr>
            <p:spPr>
              <a:xfrm rot="401311">
                <a:off x="1948500" y="1301750"/>
                <a:ext cx="6070600" cy="4254500"/>
              </a:xfrm>
              <a:prstGeom prst="cloud">
                <a:avLst/>
              </a:prstGeom>
              <a:solidFill>
                <a:schemeClr val="bg1"/>
              </a:solidFill>
              <a:ln w="38100">
                <a:solidFill>
                  <a:schemeClr val="bg1">
                    <a:lumMod val="75000"/>
                  </a:schemeClr>
                </a:solidFill>
                <a:prstDash val="sysDash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8" name="Cloud 7">
                <a:extLst>
                  <a:ext uri="{FF2B5EF4-FFF2-40B4-BE49-F238E27FC236}">
                    <a16:creationId xmlns:a16="http://schemas.microsoft.com/office/drawing/2014/main" id="{44361310-64B9-574B-95DD-4739CFC35FB7}"/>
                  </a:ext>
                </a:extLst>
              </p:cNvPr>
              <p:cNvSpPr/>
              <p:nvPr/>
            </p:nvSpPr>
            <p:spPr>
              <a:xfrm rot="401311">
                <a:off x="1942544" y="1382575"/>
                <a:ext cx="6082512" cy="4118248"/>
              </a:xfrm>
              <a:prstGeom prst="cloud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</p:grp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FF3B109F-4444-F312-2690-BD0495C5B7DA}"/>
                </a:ext>
              </a:extLst>
            </p:cNvPr>
            <p:cNvCxnSpPr>
              <a:cxnSpLocks/>
            </p:cNvCxnSpPr>
            <p:nvPr/>
          </p:nvCxnSpPr>
          <p:spPr>
            <a:xfrm>
              <a:off x="2133600" y="3429000"/>
              <a:ext cx="5867400" cy="0"/>
            </a:xfrm>
            <a:prstGeom prst="line">
              <a:avLst/>
            </a:prstGeom>
            <a:solidFill>
              <a:schemeClr val="bg1"/>
            </a:solidFill>
            <a:ln w="38100">
              <a:solidFill>
                <a:schemeClr val="bg1">
                  <a:lumMod val="75000"/>
                </a:schemeClr>
              </a:solidFill>
              <a:prstDash val="sys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sp>
        <p:nvSpPr>
          <p:cNvPr id="14" name="TextBox 13">
            <a:extLst>
              <a:ext uri="{FF2B5EF4-FFF2-40B4-BE49-F238E27FC236}">
                <a16:creationId xmlns:a16="http://schemas.microsoft.com/office/drawing/2014/main" id="{5813B640-13BC-765C-0394-528303D6C34B}"/>
              </a:ext>
            </a:extLst>
          </p:cNvPr>
          <p:cNvSpPr txBox="1"/>
          <p:nvPr/>
        </p:nvSpPr>
        <p:spPr>
          <a:xfrm>
            <a:off x="6238875" y="314003"/>
            <a:ext cx="818636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WIS2</a:t>
            </a:r>
          </a:p>
        </p:txBody>
      </p:sp>
      <p:grpSp>
        <p:nvGrpSpPr>
          <p:cNvPr id="225" name="Group 224">
            <a:extLst>
              <a:ext uri="{FF2B5EF4-FFF2-40B4-BE49-F238E27FC236}">
                <a16:creationId xmlns:a16="http://schemas.microsoft.com/office/drawing/2014/main" id="{55BD29E8-2A11-F772-280D-89B5536DB2E4}"/>
              </a:ext>
            </a:extLst>
          </p:cNvPr>
          <p:cNvGrpSpPr/>
          <p:nvPr/>
        </p:nvGrpSpPr>
        <p:grpSpPr>
          <a:xfrm>
            <a:off x="350689" y="4160355"/>
            <a:ext cx="466050" cy="669682"/>
            <a:chOff x="1159011" y="4934512"/>
            <a:chExt cx="466050" cy="669682"/>
          </a:xfrm>
        </p:grpSpPr>
        <p:sp>
          <p:nvSpPr>
            <p:cNvPr id="224" name="Rectangle: Rounded Corners 223">
              <a:extLst>
                <a:ext uri="{FF2B5EF4-FFF2-40B4-BE49-F238E27FC236}">
                  <a16:creationId xmlns:a16="http://schemas.microsoft.com/office/drawing/2014/main" id="{64094491-480D-0C36-8AB0-D98AB5691901}"/>
                </a:ext>
              </a:extLst>
            </p:cNvPr>
            <p:cNvSpPr/>
            <p:nvPr/>
          </p:nvSpPr>
          <p:spPr>
            <a:xfrm>
              <a:off x="1159011" y="4934512"/>
              <a:ext cx="466050" cy="669682"/>
            </a:xfrm>
            <a:prstGeom prst="roundRect">
              <a:avLst>
                <a:gd name="adj" fmla="val 8535"/>
              </a:avLst>
            </a:prstGeom>
            <a:solidFill>
              <a:schemeClr val="bg1"/>
            </a:solidFill>
            <a:ln w="12700">
              <a:prstDash val="sys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218" name="Rectangle 217">
              <a:extLst>
                <a:ext uri="{FF2B5EF4-FFF2-40B4-BE49-F238E27FC236}">
                  <a16:creationId xmlns:a16="http://schemas.microsoft.com/office/drawing/2014/main" id="{7B67F75E-CAEE-B9BD-45BB-CDD9252CA49F}"/>
                </a:ext>
              </a:extLst>
            </p:cNvPr>
            <p:cNvSpPr/>
            <p:nvPr/>
          </p:nvSpPr>
          <p:spPr>
            <a:xfrm>
              <a:off x="1307134" y="5356687"/>
              <a:ext cx="169804" cy="169804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A</a:t>
              </a:r>
            </a:p>
          </p:txBody>
        </p:sp>
        <p:pic>
          <p:nvPicPr>
            <p:cNvPr id="223" name="Picture 222" descr="A black and white symbol&#10;&#10;Description automatically generated">
              <a:extLst>
                <a:ext uri="{FF2B5EF4-FFF2-40B4-BE49-F238E27FC236}">
                  <a16:creationId xmlns:a16="http://schemas.microsoft.com/office/drawing/2014/main" id="{D10EB96F-BE1E-6C96-2808-0D932D60E0A9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216187" y="4970684"/>
              <a:ext cx="351698" cy="351696"/>
            </a:xfrm>
            <a:prstGeom prst="rect">
              <a:avLst/>
            </a:prstGeom>
          </p:spPr>
        </p:pic>
      </p:grpSp>
      <p:grpSp>
        <p:nvGrpSpPr>
          <p:cNvPr id="234" name="Group 233">
            <a:extLst>
              <a:ext uri="{FF2B5EF4-FFF2-40B4-BE49-F238E27FC236}">
                <a16:creationId xmlns:a16="http://schemas.microsoft.com/office/drawing/2014/main" id="{8DA33826-A0CD-48C6-99BB-36D9C7220AAE}"/>
              </a:ext>
            </a:extLst>
          </p:cNvPr>
          <p:cNvGrpSpPr/>
          <p:nvPr/>
        </p:nvGrpSpPr>
        <p:grpSpPr>
          <a:xfrm>
            <a:off x="858066" y="4163562"/>
            <a:ext cx="466050" cy="669682"/>
            <a:chOff x="1159011" y="4934512"/>
            <a:chExt cx="466050" cy="669682"/>
          </a:xfrm>
        </p:grpSpPr>
        <p:sp>
          <p:nvSpPr>
            <p:cNvPr id="235" name="Rectangle: Rounded Corners 234">
              <a:extLst>
                <a:ext uri="{FF2B5EF4-FFF2-40B4-BE49-F238E27FC236}">
                  <a16:creationId xmlns:a16="http://schemas.microsoft.com/office/drawing/2014/main" id="{F93744BB-3C9F-C01D-E090-D09E574E73F2}"/>
                </a:ext>
              </a:extLst>
            </p:cNvPr>
            <p:cNvSpPr/>
            <p:nvPr/>
          </p:nvSpPr>
          <p:spPr>
            <a:xfrm>
              <a:off x="1159011" y="4934512"/>
              <a:ext cx="466050" cy="669682"/>
            </a:xfrm>
            <a:prstGeom prst="roundRect">
              <a:avLst>
                <a:gd name="adj" fmla="val 8535"/>
              </a:avLst>
            </a:prstGeom>
            <a:solidFill>
              <a:schemeClr val="bg1"/>
            </a:solidFill>
            <a:ln w="12700">
              <a:prstDash val="sys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236" name="Rectangle 235">
              <a:extLst>
                <a:ext uri="{FF2B5EF4-FFF2-40B4-BE49-F238E27FC236}">
                  <a16:creationId xmlns:a16="http://schemas.microsoft.com/office/drawing/2014/main" id="{4AEBC188-F7DC-2D10-23CE-BFC293C71D95}"/>
                </a:ext>
              </a:extLst>
            </p:cNvPr>
            <p:cNvSpPr/>
            <p:nvPr/>
          </p:nvSpPr>
          <p:spPr>
            <a:xfrm>
              <a:off x="1307134" y="5356687"/>
              <a:ext cx="169804" cy="169804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B</a:t>
              </a:r>
            </a:p>
          </p:txBody>
        </p:sp>
        <p:pic>
          <p:nvPicPr>
            <p:cNvPr id="237" name="Picture 236" descr="A black and white symbol&#10;&#10;Description automatically generated">
              <a:extLst>
                <a:ext uri="{FF2B5EF4-FFF2-40B4-BE49-F238E27FC236}">
                  <a16:creationId xmlns:a16="http://schemas.microsoft.com/office/drawing/2014/main" id="{48A7EA64-29D2-D3F7-5AF9-39EF65BB99AF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216187" y="4970684"/>
              <a:ext cx="351698" cy="351696"/>
            </a:xfrm>
            <a:prstGeom prst="rect">
              <a:avLst/>
            </a:prstGeom>
          </p:spPr>
        </p:pic>
      </p:grpSp>
      <p:grpSp>
        <p:nvGrpSpPr>
          <p:cNvPr id="238" name="Group 237">
            <a:extLst>
              <a:ext uri="{FF2B5EF4-FFF2-40B4-BE49-F238E27FC236}">
                <a16:creationId xmlns:a16="http://schemas.microsoft.com/office/drawing/2014/main" id="{83791263-3422-A9F5-DB7E-0EECA6E28C72}"/>
              </a:ext>
            </a:extLst>
          </p:cNvPr>
          <p:cNvGrpSpPr/>
          <p:nvPr/>
        </p:nvGrpSpPr>
        <p:grpSpPr>
          <a:xfrm>
            <a:off x="856832" y="4869695"/>
            <a:ext cx="466050" cy="669682"/>
            <a:chOff x="1159011" y="4934512"/>
            <a:chExt cx="466050" cy="669682"/>
          </a:xfrm>
        </p:grpSpPr>
        <p:sp>
          <p:nvSpPr>
            <p:cNvPr id="239" name="Rectangle: Rounded Corners 238">
              <a:extLst>
                <a:ext uri="{FF2B5EF4-FFF2-40B4-BE49-F238E27FC236}">
                  <a16:creationId xmlns:a16="http://schemas.microsoft.com/office/drawing/2014/main" id="{95A97D80-B736-BC80-9745-02D69BB2D743}"/>
                </a:ext>
              </a:extLst>
            </p:cNvPr>
            <p:cNvSpPr/>
            <p:nvPr/>
          </p:nvSpPr>
          <p:spPr>
            <a:xfrm>
              <a:off x="1159011" y="4934512"/>
              <a:ext cx="466050" cy="669682"/>
            </a:xfrm>
            <a:prstGeom prst="roundRect">
              <a:avLst>
                <a:gd name="adj" fmla="val 8535"/>
              </a:avLst>
            </a:prstGeom>
            <a:solidFill>
              <a:schemeClr val="bg1"/>
            </a:solidFill>
            <a:ln w="12700">
              <a:prstDash val="sys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240" name="Rectangle 239">
              <a:extLst>
                <a:ext uri="{FF2B5EF4-FFF2-40B4-BE49-F238E27FC236}">
                  <a16:creationId xmlns:a16="http://schemas.microsoft.com/office/drawing/2014/main" id="{803443D2-CB17-D5A7-6032-EDDB6905343B}"/>
                </a:ext>
              </a:extLst>
            </p:cNvPr>
            <p:cNvSpPr/>
            <p:nvPr/>
          </p:nvSpPr>
          <p:spPr>
            <a:xfrm>
              <a:off x="1307134" y="5356687"/>
              <a:ext cx="169804" cy="169804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D</a:t>
              </a:r>
            </a:p>
          </p:txBody>
        </p:sp>
        <p:pic>
          <p:nvPicPr>
            <p:cNvPr id="241" name="Picture 240" descr="A black and white symbol&#10;&#10;Description automatically generated">
              <a:extLst>
                <a:ext uri="{FF2B5EF4-FFF2-40B4-BE49-F238E27FC236}">
                  <a16:creationId xmlns:a16="http://schemas.microsoft.com/office/drawing/2014/main" id="{412FC2D6-CB1F-3822-60BA-65F9EBADCC6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216187" y="4970684"/>
              <a:ext cx="351698" cy="351696"/>
            </a:xfrm>
            <a:prstGeom prst="rect">
              <a:avLst/>
            </a:prstGeom>
          </p:spPr>
        </p:pic>
      </p:grpSp>
      <p:grpSp>
        <p:nvGrpSpPr>
          <p:cNvPr id="242" name="Group 241">
            <a:extLst>
              <a:ext uri="{FF2B5EF4-FFF2-40B4-BE49-F238E27FC236}">
                <a16:creationId xmlns:a16="http://schemas.microsoft.com/office/drawing/2014/main" id="{DB18F696-FB8B-EC78-244C-F3313BF45534}"/>
              </a:ext>
            </a:extLst>
          </p:cNvPr>
          <p:cNvGrpSpPr/>
          <p:nvPr/>
        </p:nvGrpSpPr>
        <p:grpSpPr>
          <a:xfrm>
            <a:off x="349454" y="4869695"/>
            <a:ext cx="466050" cy="669682"/>
            <a:chOff x="1159011" y="4934512"/>
            <a:chExt cx="466050" cy="669682"/>
          </a:xfrm>
        </p:grpSpPr>
        <p:sp>
          <p:nvSpPr>
            <p:cNvPr id="243" name="Rectangle: Rounded Corners 242">
              <a:extLst>
                <a:ext uri="{FF2B5EF4-FFF2-40B4-BE49-F238E27FC236}">
                  <a16:creationId xmlns:a16="http://schemas.microsoft.com/office/drawing/2014/main" id="{8E667389-6041-59E9-03C3-70E9DC7292B5}"/>
                </a:ext>
              </a:extLst>
            </p:cNvPr>
            <p:cNvSpPr/>
            <p:nvPr/>
          </p:nvSpPr>
          <p:spPr>
            <a:xfrm>
              <a:off x="1159011" y="4934512"/>
              <a:ext cx="466050" cy="669682"/>
            </a:xfrm>
            <a:prstGeom prst="roundRect">
              <a:avLst>
                <a:gd name="adj" fmla="val 8535"/>
              </a:avLst>
            </a:prstGeom>
            <a:solidFill>
              <a:schemeClr val="bg1"/>
            </a:solidFill>
            <a:ln w="12700">
              <a:prstDash val="sys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244" name="Rectangle 243">
              <a:extLst>
                <a:ext uri="{FF2B5EF4-FFF2-40B4-BE49-F238E27FC236}">
                  <a16:creationId xmlns:a16="http://schemas.microsoft.com/office/drawing/2014/main" id="{BE94293D-CFC8-7546-BC2C-E3CB8677D330}"/>
                </a:ext>
              </a:extLst>
            </p:cNvPr>
            <p:cNvSpPr/>
            <p:nvPr/>
          </p:nvSpPr>
          <p:spPr>
            <a:xfrm>
              <a:off x="1307134" y="5356687"/>
              <a:ext cx="169804" cy="169804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C</a:t>
              </a:r>
            </a:p>
          </p:txBody>
        </p:sp>
        <p:pic>
          <p:nvPicPr>
            <p:cNvPr id="245" name="Picture 244" descr="A black and white symbol&#10;&#10;Description automatically generated">
              <a:extLst>
                <a:ext uri="{FF2B5EF4-FFF2-40B4-BE49-F238E27FC236}">
                  <a16:creationId xmlns:a16="http://schemas.microsoft.com/office/drawing/2014/main" id="{5D661D96-DF22-762F-D7C1-6C12BB8E06F1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216187" y="4970684"/>
              <a:ext cx="351698" cy="351696"/>
            </a:xfrm>
            <a:prstGeom prst="rect">
              <a:avLst/>
            </a:prstGeom>
          </p:spPr>
        </p:pic>
      </p:grpSp>
      <p:grpSp>
        <p:nvGrpSpPr>
          <p:cNvPr id="249" name="Group 248">
            <a:extLst>
              <a:ext uri="{FF2B5EF4-FFF2-40B4-BE49-F238E27FC236}">
                <a16:creationId xmlns:a16="http://schemas.microsoft.com/office/drawing/2014/main" id="{213EA2A0-4DA6-44D6-0905-ECFB0C3F8837}"/>
              </a:ext>
            </a:extLst>
          </p:cNvPr>
          <p:cNvGrpSpPr/>
          <p:nvPr/>
        </p:nvGrpSpPr>
        <p:grpSpPr>
          <a:xfrm>
            <a:off x="1633202" y="1621248"/>
            <a:ext cx="1960897" cy="3158269"/>
            <a:chOff x="1633202" y="1621248"/>
            <a:chExt cx="1960897" cy="3158269"/>
          </a:xfrm>
        </p:grpSpPr>
        <p:sp>
          <p:nvSpPr>
            <p:cNvPr id="247" name="Rectangle: Rounded Corners 246">
              <a:extLst>
                <a:ext uri="{FF2B5EF4-FFF2-40B4-BE49-F238E27FC236}">
                  <a16:creationId xmlns:a16="http://schemas.microsoft.com/office/drawing/2014/main" id="{76066258-55A5-5E9B-B08F-23446DC8BFDC}"/>
                </a:ext>
              </a:extLst>
            </p:cNvPr>
            <p:cNvSpPr/>
            <p:nvPr/>
          </p:nvSpPr>
          <p:spPr>
            <a:xfrm>
              <a:off x="1633202" y="1858519"/>
              <a:ext cx="1960897" cy="2920998"/>
            </a:xfrm>
            <a:prstGeom prst="roundRect">
              <a:avLst>
                <a:gd name="adj" fmla="val 3624"/>
              </a:avLst>
            </a:prstGeom>
            <a:solidFill>
              <a:schemeClr val="bg1">
                <a:lumMod val="95000"/>
                <a:alpha val="50196"/>
              </a:schemeClr>
            </a:solidFill>
            <a:ln w="12700">
              <a:solidFill>
                <a:schemeClr val="tx1">
                  <a:lumMod val="50000"/>
                  <a:lumOff val="50000"/>
                </a:schemeClr>
              </a:solidFill>
              <a:prstDash val="sysDot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248" name="TextBox 247">
              <a:extLst>
                <a:ext uri="{FF2B5EF4-FFF2-40B4-BE49-F238E27FC236}">
                  <a16:creationId xmlns:a16="http://schemas.microsoft.com/office/drawing/2014/main" id="{23481090-9EC2-B617-F892-583317E43919}"/>
                </a:ext>
              </a:extLst>
            </p:cNvPr>
            <p:cNvSpPr txBox="1"/>
            <p:nvPr/>
          </p:nvSpPr>
          <p:spPr>
            <a:xfrm>
              <a:off x="2059127" y="1621248"/>
              <a:ext cx="1179193" cy="2539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5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WIS Centre</a:t>
              </a:r>
              <a:endParaRPr kumimoji="0" lang="en-GB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246" name="Group 245">
            <a:extLst>
              <a:ext uri="{FF2B5EF4-FFF2-40B4-BE49-F238E27FC236}">
                <a16:creationId xmlns:a16="http://schemas.microsoft.com/office/drawing/2014/main" id="{A22CF905-8C5E-D3D9-163B-FAB70BF7C608}"/>
              </a:ext>
            </a:extLst>
          </p:cNvPr>
          <p:cNvGrpSpPr/>
          <p:nvPr/>
        </p:nvGrpSpPr>
        <p:grpSpPr>
          <a:xfrm>
            <a:off x="238558" y="2004858"/>
            <a:ext cx="2724621" cy="2574854"/>
            <a:chOff x="238558" y="2004858"/>
            <a:chExt cx="2724621" cy="2574854"/>
          </a:xfrm>
        </p:grpSpPr>
        <p:pic>
          <p:nvPicPr>
            <p:cNvPr id="52" name="Picture 51">
              <a:extLst>
                <a:ext uri="{FF2B5EF4-FFF2-40B4-BE49-F238E27FC236}">
                  <a16:creationId xmlns:a16="http://schemas.microsoft.com/office/drawing/2014/main" id="{696AB2A3-FD74-CDE0-D6E4-383C0B7C474A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256121" y="3053461"/>
              <a:ext cx="1338982" cy="751078"/>
            </a:xfrm>
            <a:prstGeom prst="rect">
              <a:avLst/>
            </a:prstGeom>
          </p:spPr>
        </p:pic>
        <p:grpSp>
          <p:nvGrpSpPr>
            <p:cNvPr id="53" name="Group 52">
              <a:extLst>
                <a:ext uri="{FF2B5EF4-FFF2-40B4-BE49-F238E27FC236}">
                  <a16:creationId xmlns:a16="http://schemas.microsoft.com/office/drawing/2014/main" id="{99EF45A6-9818-C65B-F959-4D7DA53205F1}"/>
                </a:ext>
              </a:extLst>
            </p:cNvPr>
            <p:cNvGrpSpPr/>
            <p:nvPr/>
          </p:nvGrpSpPr>
          <p:grpSpPr>
            <a:xfrm>
              <a:off x="2334271" y="2004858"/>
              <a:ext cx="628907" cy="910662"/>
              <a:chOff x="6648193" y="889820"/>
              <a:chExt cx="628907" cy="910662"/>
            </a:xfrm>
          </p:grpSpPr>
          <p:sp>
            <p:nvSpPr>
              <p:cNvPr id="54" name="Rectangle: Rounded Corners 53">
                <a:extLst>
                  <a:ext uri="{FF2B5EF4-FFF2-40B4-BE49-F238E27FC236}">
                    <a16:creationId xmlns:a16="http://schemas.microsoft.com/office/drawing/2014/main" id="{17FD9D14-3A39-5FFB-5C9B-8960A0ECA63D}"/>
                  </a:ext>
                </a:extLst>
              </p:cNvPr>
              <p:cNvSpPr/>
              <p:nvPr/>
            </p:nvSpPr>
            <p:spPr>
              <a:xfrm>
                <a:off x="6648193" y="1171575"/>
                <a:ext cx="628907" cy="628907"/>
              </a:xfrm>
              <a:prstGeom prst="roundRect">
                <a:avLst>
                  <a:gd name="adj" fmla="val 8678"/>
                </a:avLst>
              </a:prstGeom>
              <a:solidFill>
                <a:schemeClr val="bg1"/>
              </a:solidFill>
              <a:ln w="28575">
                <a:solidFill>
                  <a:srgbClr val="3963DA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3963DA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3963DA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WIS2 Node</a:t>
                </a:r>
              </a:p>
            </p:txBody>
          </p:sp>
          <p:pic>
            <p:nvPicPr>
              <p:cNvPr id="55" name="Picture 54">
                <a:extLst>
                  <a:ext uri="{FF2B5EF4-FFF2-40B4-BE49-F238E27FC236}">
                    <a16:creationId xmlns:a16="http://schemas.microsoft.com/office/drawing/2014/main" id="{B7187954-009E-B01E-B283-FBDAB44701F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6701185" y="889820"/>
                <a:ext cx="522922" cy="532516"/>
              </a:xfrm>
              <a:prstGeom prst="rect">
                <a:avLst/>
              </a:prstGeom>
            </p:spPr>
          </p:pic>
        </p:grpSp>
        <p:sp>
          <p:nvSpPr>
            <p:cNvPr id="56" name="Rectangle: Rounded Corners 55">
              <a:extLst>
                <a:ext uri="{FF2B5EF4-FFF2-40B4-BE49-F238E27FC236}">
                  <a16:creationId xmlns:a16="http://schemas.microsoft.com/office/drawing/2014/main" id="{A955D8F5-2DE6-632A-186B-31E3A23B095E}"/>
                </a:ext>
              </a:extLst>
            </p:cNvPr>
            <p:cNvSpPr/>
            <p:nvPr/>
          </p:nvSpPr>
          <p:spPr>
            <a:xfrm>
              <a:off x="2334272" y="3950805"/>
              <a:ext cx="628907" cy="628907"/>
            </a:xfrm>
            <a:prstGeom prst="roundRect">
              <a:avLst>
                <a:gd name="adj" fmla="val 8678"/>
              </a:avLst>
            </a:prstGeom>
            <a:solidFill>
              <a:schemeClr val="bg1"/>
            </a:solidFill>
            <a:ln w="28575"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E8E8E8">
                      <a:lumMod val="75000"/>
                    </a:srgbClr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MSS</a:t>
              </a:r>
            </a:p>
          </p:txBody>
        </p:sp>
        <p:cxnSp>
          <p:nvCxnSpPr>
            <p:cNvPr id="58" name="Straight Arrow Connector 57">
              <a:extLst>
                <a:ext uri="{FF2B5EF4-FFF2-40B4-BE49-F238E27FC236}">
                  <a16:creationId xmlns:a16="http://schemas.microsoft.com/office/drawing/2014/main" id="{3DA20933-2F12-F267-24EF-67BBB7244A86}"/>
                </a:ext>
              </a:extLst>
            </p:cNvPr>
            <p:cNvCxnSpPr/>
            <p:nvPr/>
          </p:nvCxnSpPr>
          <p:spPr>
            <a:xfrm flipV="1">
              <a:off x="1476375" y="2733675"/>
              <a:ext cx="751592" cy="419100"/>
            </a:xfrm>
            <a:prstGeom prst="straightConnector1">
              <a:avLst/>
            </a:prstGeom>
            <a:ln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Straight Arrow Connector 60">
              <a:extLst>
                <a:ext uri="{FF2B5EF4-FFF2-40B4-BE49-F238E27FC236}">
                  <a16:creationId xmlns:a16="http://schemas.microsoft.com/office/drawing/2014/main" id="{15A3E03C-EAD0-8A8F-82A3-42082A866DA8}"/>
                </a:ext>
              </a:extLst>
            </p:cNvPr>
            <p:cNvCxnSpPr>
              <a:cxnSpLocks/>
            </p:cNvCxnSpPr>
            <p:nvPr/>
          </p:nvCxnSpPr>
          <p:spPr>
            <a:xfrm>
              <a:off x="1476375" y="3741255"/>
              <a:ext cx="751592" cy="419100"/>
            </a:xfrm>
            <a:prstGeom prst="straightConnector1">
              <a:avLst/>
            </a:prstGeom>
            <a:ln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62" name="TextBox 61">
              <a:extLst>
                <a:ext uri="{FF2B5EF4-FFF2-40B4-BE49-F238E27FC236}">
                  <a16:creationId xmlns:a16="http://schemas.microsoft.com/office/drawing/2014/main" id="{594A5216-21D6-4B9D-55A4-3BC984C4AB49}"/>
                </a:ext>
              </a:extLst>
            </p:cNvPr>
            <p:cNvSpPr txBox="1"/>
            <p:nvPr/>
          </p:nvSpPr>
          <p:spPr>
            <a:xfrm>
              <a:off x="238558" y="3676872"/>
              <a:ext cx="1179193" cy="43858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5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data management system</a:t>
              </a: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</a:t>
              </a:r>
            </a:p>
          </p:txBody>
        </p:sp>
      </p:grpSp>
      <p:sp>
        <p:nvSpPr>
          <p:cNvPr id="250" name="TextBox 249">
            <a:extLst>
              <a:ext uri="{FF2B5EF4-FFF2-40B4-BE49-F238E27FC236}">
                <a16:creationId xmlns:a16="http://schemas.microsoft.com/office/drawing/2014/main" id="{0A1A7245-B674-1CF0-7C32-DBF2E59C91B2}"/>
              </a:ext>
            </a:extLst>
          </p:cNvPr>
          <p:cNvSpPr txBox="1"/>
          <p:nvPr/>
        </p:nvSpPr>
        <p:spPr>
          <a:xfrm>
            <a:off x="6619182" y="6359331"/>
            <a:ext cx="818636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GTS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B6EED5A-1961-8542-C25E-77DA70F1A27F}"/>
              </a:ext>
            </a:extLst>
          </p:cNvPr>
          <p:cNvSpPr txBox="1"/>
          <p:nvPr/>
        </p:nvSpPr>
        <p:spPr>
          <a:xfrm>
            <a:off x="2074853" y="3688682"/>
            <a:ext cx="117919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0" i="0" u="none" strike="noStrike" kern="0" cap="none" spc="0" normalizeH="0" baseline="0" noProof="0" dirty="0">
                <a:ln>
                  <a:noFill/>
                </a:ln>
                <a:solidFill>
                  <a:srgbClr val="E8E8E8">
                    <a:lumMod val="75000"/>
                  </a:srgbClr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CCCC = </a:t>
            </a:r>
            <a:r>
              <a:rPr kumimoji="0" lang="en-GB" sz="1200" b="1" i="0" u="none" strike="noStrike" kern="0" cap="none" spc="0" normalizeH="0" baseline="0" noProof="0" dirty="0">
                <a:ln>
                  <a:noFill/>
                </a:ln>
                <a:solidFill>
                  <a:srgbClr val="E8E8E8">
                    <a:lumMod val="75000"/>
                  </a:srgbClr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TEST</a:t>
            </a:r>
            <a:endParaRPr kumimoji="0" lang="en-GB" sz="1600" b="1" i="0" u="none" strike="noStrike" kern="0" cap="none" spc="0" normalizeH="0" baseline="0" noProof="0" dirty="0">
              <a:ln>
                <a:noFill/>
              </a:ln>
              <a:solidFill>
                <a:srgbClr val="E8E8E8">
                  <a:lumMod val="75000"/>
                </a:srgbClr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+mn-cs"/>
            </a:endParaRPr>
          </a:p>
        </p:txBody>
      </p:sp>
      <p:grpSp>
        <p:nvGrpSpPr>
          <p:cNvPr id="209" name="Group 208">
            <a:extLst>
              <a:ext uri="{FF2B5EF4-FFF2-40B4-BE49-F238E27FC236}">
                <a16:creationId xmlns:a16="http://schemas.microsoft.com/office/drawing/2014/main" id="{7529EE18-3EBC-940A-74DC-409792E7B769}"/>
              </a:ext>
            </a:extLst>
          </p:cNvPr>
          <p:cNvGrpSpPr/>
          <p:nvPr/>
        </p:nvGrpSpPr>
        <p:grpSpPr>
          <a:xfrm>
            <a:off x="1430655" y="808440"/>
            <a:ext cx="2456202" cy="855395"/>
            <a:chOff x="1430655" y="770340"/>
            <a:chExt cx="2456202" cy="855395"/>
          </a:xfrm>
        </p:grpSpPr>
        <p:grpSp>
          <p:nvGrpSpPr>
            <p:cNvPr id="49" name="Group 48">
              <a:extLst>
                <a:ext uri="{FF2B5EF4-FFF2-40B4-BE49-F238E27FC236}">
                  <a16:creationId xmlns:a16="http://schemas.microsoft.com/office/drawing/2014/main" id="{5A110FFF-8962-4AD8-7FE1-7FA64833C855}"/>
                </a:ext>
              </a:extLst>
            </p:cNvPr>
            <p:cNvGrpSpPr/>
            <p:nvPr/>
          </p:nvGrpSpPr>
          <p:grpSpPr>
            <a:xfrm>
              <a:off x="1430655" y="770340"/>
              <a:ext cx="612283" cy="855395"/>
              <a:chOff x="2425679" y="690821"/>
              <a:chExt cx="612283" cy="855395"/>
            </a:xfrm>
          </p:grpSpPr>
          <p:pic>
            <p:nvPicPr>
              <p:cNvPr id="43" name="Picture 42">
                <a:extLst>
                  <a:ext uri="{FF2B5EF4-FFF2-40B4-BE49-F238E27FC236}">
                    <a16:creationId xmlns:a16="http://schemas.microsoft.com/office/drawing/2014/main" id="{644EA208-9CF9-DA6E-A8D4-FB8B8719500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2425679" y="690821"/>
                <a:ext cx="612283" cy="855395"/>
              </a:xfrm>
              <a:prstGeom prst="rect">
                <a:avLst/>
              </a:prstGeom>
            </p:spPr>
          </p:pic>
          <p:sp>
            <p:nvSpPr>
              <p:cNvPr id="45" name="Rectangle 44">
                <a:extLst>
                  <a:ext uri="{FF2B5EF4-FFF2-40B4-BE49-F238E27FC236}">
                    <a16:creationId xmlns:a16="http://schemas.microsoft.com/office/drawing/2014/main" id="{21FD571D-DBF7-87C2-725F-F44BA2C77D55}"/>
                  </a:ext>
                </a:extLst>
              </p:cNvPr>
              <p:cNvSpPr/>
              <p:nvPr/>
            </p:nvSpPr>
            <p:spPr>
              <a:xfrm>
                <a:off x="2631993" y="1000455"/>
                <a:ext cx="169804" cy="169804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A</a:t>
                </a:r>
              </a:p>
            </p:txBody>
          </p:sp>
        </p:grpSp>
        <p:grpSp>
          <p:nvGrpSpPr>
            <p:cNvPr id="50" name="Group 49">
              <a:extLst>
                <a:ext uri="{FF2B5EF4-FFF2-40B4-BE49-F238E27FC236}">
                  <a16:creationId xmlns:a16="http://schemas.microsoft.com/office/drawing/2014/main" id="{8A75CDCC-14BF-779F-F2AB-8DFD7BE116BB}"/>
                </a:ext>
              </a:extLst>
            </p:cNvPr>
            <p:cNvGrpSpPr/>
            <p:nvPr/>
          </p:nvGrpSpPr>
          <p:grpSpPr>
            <a:xfrm>
              <a:off x="2045295" y="770340"/>
              <a:ext cx="612283" cy="855395"/>
              <a:chOff x="2425679" y="690821"/>
              <a:chExt cx="612283" cy="855395"/>
            </a:xfrm>
          </p:grpSpPr>
          <p:pic>
            <p:nvPicPr>
              <p:cNvPr id="57" name="Picture 56">
                <a:extLst>
                  <a:ext uri="{FF2B5EF4-FFF2-40B4-BE49-F238E27FC236}">
                    <a16:creationId xmlns:a16="http://schemas.microsoft.com/office/drawing/2014/main" id="{2D62B9BE-5A75-2D75-8927-821F2CDA01A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2425679" y="690821"/>
                <a:ext cx="612283" cy="855395"/>
              </a:xfrm>
              <a:prstGeom prst="rect">
                <a:avLst/>
              </a:prstGeom>
            </p:spPr>
          </p:pic>
          <p:sp>
            <p:nvSpPr>
              <p:cNvPr id="59" name="Rectangle 58">
                <a:extLst>
                  <a:ext uri="{FF2B5EF4-FFF2-40B4-BE49-F238E27FC236}">
                    <a16:creationId xmlns:a16="http://schemas.microsoft.com/office/drawing/2014/main" id="{05326759-B8CB-A3BD-9562-5E289E2FFB19}"/>
                  </a:ext>
                </a:extLst>
              </p:cNvPr>
              <p:cNvSpPr/>
              <p:nvPr/>
            </p:nvSpPr>
            <p:spPr>
              <a:xfrm>
                <a:off x="2631993" y="1000455"/>
                <a:ext cx="169804" cy="169804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B</a:t>
                </a:r>
              </a:p>
            </p:txBody>
          </p:sp>
        </p:grpSp>
        <p:grpSp>
          <p:nvGrpSpPr>
            <p:cNvPr id="60" name="Group 59">
              <a:extLst>
                <a:ext uri="{FF2B5EF4-FFF2-40B4-BE49-F238E27FC236}">
                  <a16:creationId xmlns:a16="http://schemas.microsoft.com/office/drawing/2014/main" id="{03851C63-0804-CDE5-D530-5CD4821DF01F}"/>
                </a:ext>
              </a:extLst>
            </p:cNvPr>
            <p:cNvGrpSpPr/>
            <p:nvPr/>
          </p:nvGrpSpPr>
          <p:grpSpPr>
            <a:xfrm>
              <a:off x="2659935" y="770340"/>
              <a:ext cx="612283" cy="855395"/>
              <a:chOff x="2425679" y="690821"/>
              <a:chExt cx="612283" cy="855395"/>
            </a:xfrm>
          </p:grpSpPr>
          <p:pic>
            <p:nvPicPr>
              <p:cNvPr id="63" name="Picture 62">
                <a:extLst>
                  <a:ext uri="{FF2B5EF4-FFF2-40B4-BE49-F238E27FC236}">
                    <a16:creationId xmlns:a16="http://schemas.microsoft.com/office/drawing/2014/main" id="{B3130642-4F6C-1D03-BAFC-94A402396A8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2425679" y="690821"/>
                <a:ext cx="612283" cy="855395"/>
              </a:xfrm>
              <a:prstGeom prst="rect">
                <a:avLst/>
              </a:prstGeom>
            </p:spPr>
          </p:pic>
          <p:sp>
            <p:nvSpPr>
              <p:cNvPr id="192" name="Rectangle 191">
                <a:extLst>
                  <a:ext uri="{FF2B5EF4-FFF2-40B4-BE49-F238E27FC236}">
                    <a16:creationId xmlns:a16="http://schemas.microsoft.com/office/drawing/2014/main" id="{E1121C39-0B9B-418A-5F4F-E54FC0180355}"/>
                  </a:ext>
                </a:extLst>
              </p:cNvPr>
              <p:cNvSpPr/>
              <p:nvPr/>
            </p:nvSpPr>
            <p:spPr>
              <a:xfrm>
                <a:off x="2631993" y="1000455"/>
                <a:ext cx="169804" cy="169804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C</a:t>
                </a:r>
              </a:p>
            </p:txBody>
          </p:sp>
        </p:grpSp>
        <p:grpSp>
          <p:nvGrpSpPr>
            <p:cNvPr id="193" name="Group 192">
              <a:extLst>
                <a:ext uri="{FF2B5EF4-FFF2-40B4-BE49-F238E27FC236}">
                  <a16:creationId xmlns:a16="http://schemas.microsoft.com/office/drawing/2014/main" id="{7EE36745-3CB2-FCFE-6657-20D9291861C7}"/>
                </a:ext>
              </a:extLst>
            </p:cNvPr>
            <p:cNvGrpSpPr/>
            <p:nvPr/>
          </p:nvGrpSpPr>
          <p:grpSpPr>
            <a:xfrm>
              <a:off x="3274574" y="770340"/>
              <a:ext cx="612283" cy="855395"/>
              <a:chOff x="2425679" y="690821"/>
              <a:chExt cx="612283" cy="855395"/>
            </a:xfrm>
          </p:grpSpPr>
          <p:pic>
            <p:nvPicPr>
              <p:cNvPr id="194" name="Picture 193">
                <a:extLst>
                  <a:ext uri="{FF2B5EF4-FFF2-40B4-BE49-F238E27FC236}">
                    <a16:creationId xmlns:a16="http://schemas.microsoft.com/office/drawing/2014/main" id="{41E1366C-C8C0-701B-FBF6-996EF40EF58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2425679" y="690821"/>
                <a:ext cx="612283" cy="855395"/>
              </a:xfrm>
              <a:prstGeom prst="rect">
                <a:avLst/>
              </a:prstGeom>
            </p:spPr>
          </p:pic>
          <p:sp>
            <p:nvSpPr>
              <p:cNvPr id="201" name="Rectangle 200">
                <a:extLst>
                  <a:ext uri="{FF2B5EF4-FFF2-40B4-BE49-F238E27FC236}">
                    <a16:creationId xmlns:a16="http://schemas.microsoft.com/office/drawing/2014/main" id="{BEE29AC4-E96F-98D2-41EA-891E8921D991}"/>
                  </a:ext>
                </a:extLst>
              </p:cNvPr>
              <p:cNvSpPr/>
              <p:nvPr/>
            </p:nvSpPr>
            <p:spPr>
              <a:xfrm>
                <a:off x="2631993" y="1000455"/>
                <a:ext cx="169804" cy="169804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D</a:t>
                </a:r>
              </a:p>
            </p:txBody>
          </p:sp>
        </p:grpSp>
      </p:grpSp>
      <p:grpSp>
        <p:nvGrpSpPr>
          <p:cNvPr id="214" name="Group 213">
            <a:extLst>
              <a:ext uri="{FF2B5EF4-FFF2-40B4-BE49-F238E27FC236}">
                <a16:creationId xmlns:a16="http://schemas.microsoft.com/office/drawing/2014/main" id="{5F70C497-549F-AE20-ECB9-129564A1399E}"/>
              </a:ext>
            </a:extLst>
          </p:cNvPr>
          <p:cNvGrpSpPr/>
          <p:nvPr/>
        </p:nvGrpSpPr>
        <p:grpSpPr>
          <a:xfrm>
            <a:off x="2963924" y="2367446"/>
            <a:ext cx="716753" cy="326665"/>
            <a:chOff x="2963924" y="2367446"/>
            <a:chExt cx="716753" cy="326665"/>
          </a:xfrm>
        </p:grpSpPr>
        <p:grpSp>
          <p:nvGrpSpPr>
            <p:cNvPr id="210" name="Group 209">
              <a:extLst>
                <a:ext uri="{FF2B5EF4-FFF2-40B4-BE49-F238E27FC236}">
                  <a16:creationId xmlns:a16="http://schemas.microsoft.com/office/drawing/2014/main" id="{27CFF6F1-4B58-78FC-FE6E-B53C9D394A4A}"/>
                </a:ext>
              </a:extLst>
            </p:cNvPr>
            <p:cNvGrpSpPr/>
            <p:nvPr/>
          </p:nvGrpSpPr>
          <p:grpSpPr>
            <a:xfrm>
              <a:off x="2963924" y="2367446"/>
              <a:ext cx="534458" cy="127000"/>
              <a:chOff x="2963178" y="2725764"/>
              <a:chExt cx="534458" cy="127000"/>
            </a:xfrm>
          </p:grpSpPr>
          <p:cxnSp>
            <p:nvCxnSpPr>
              <p:cNvPr id="211" name="Straight Connector 210">
                <a:extLst>
                  <a:ext uri="{FF2B5EF4-FFF2-40B4-BE49-F238E27FC236}">
                    <a16:creationId xmlns:a16="http://schemas.microsoft.com/office/drawing/2014/main" id="{38E3566A-1F93-AB2C-5931-B40B9C21BC5A}"/>
                  </a:ext>
                </a:extLst>
              </p:cNvPr>
              <p:cNvCxnSpPr/>
              <p:nvPr/>
            </p:nvCxnSpPr>
            <p:spPr>
              <a:xfrm flipV="1">
                <a:off x="2963178" y="2789264"/>
                <a:ext cx="400050" cy="1"/>
              </a:xfrm>
              <a:prstGeom prst="line">
                <a:avLst/>
              </a:prstGeom>
              <a:noFill/>
              <a:ln w="19050" cap="flat" cmpd="sng" algn="ctr">
                <a:solidFill>
                  <a:schemeClr val="accent2">
                    <a:lumMod val="75000"/>
                  </a:schemeClr>
                </a:solidFill>
                <a:prstDash val="solid"/>
                <a:miter lim="800000"/>
              </a:ln>
              <a:effectLst/>
            </p:spPr>
          </p:cxnSp>
          <p:sp>
            <p:nvSpPr>
              <p:cNvPr id="212" name="Oval 211">
                <a:extLst>
                  <a:ext uri="{FF2B5EF4-FFF2-40B4-BE49-F238E27FC236}">
                    <a16:creationId xmlns:a16="http://schemas.microsoft.com/office/drawing/2014/main" id="{BF1605D2-B04C-CCF0-0BA8-66EC58840496}"/>
                  </a:ext>
                </a:extLst>
              </p:cNvPr>
              <p:cNvSpPr/>
              <p:nvPr/>
            </p:nvSpPr>
            <p:spPr>
              <a:xfrm>
                <a:off x="3370636" y="2725764"/>
                <a:ext cx="127000" cy="127000"/>
              </a:xfrm>
              <a:prstGeom prst="ellipse">
                <a:avLst/>
              </a:prstGeom>
              <a:solidFill>
                <a:sysClr val="window" lastClr="FFFFFF"/>
              </a:solidFill>
              <a:ln w="19050" cap="flat" cmpd="sng" algn="ctr">
                <a:solidFill>
                  <a:schemeClr val="accent2">
                    <a:lumMod val="75000"/>
                  </a:schemeClr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sp>
          <p:nvSpPr>
            <p:cNvPr id="213" name="TextBox 212">
              <a:extLst>
                <a:ext uri="{FF2B5EF4-FFF2-40B4-BE49-F238E27FC236}">
                  <a16:creationId xmlns:a16="http://schemas.microsoft.com/office/drawing/2014/main" id="{804D6B7D-9CDE-0BC9-87AB-B0B52E844542}"/>
                </a:ext>
              </a:extLst>
            </p:cNvPr>
            <p:cNvSpPr txBox="1"/>
            <p:nvPr/>
          </p:nvSpPr>
          <p:spPr>
            <a:xfrm>
              <a:off x="3194968" y="2440195"/>
              <a:ext cx="485709" cy="2539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50" b="0" i="0" u="none" strike="noStrike" kern="0" cap="none" spc="0" normalizeH="0" baseline="0" noProof="0" dirty="0">
                  <a:ln>
                    <a:noFill/>
                  </a:ln>
                  <a:solidFill>
                    <a:srgbClr val="E97132">
                      <a:lumMod val="75000"/>
                    </a:srgbClr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https</a:t>
              </a:r>
              <a:endParaRPr kumimoji="0" lang="en-GB" sz="1200" b="0" i="0" u="none" strike="noStrike" kern="0" cap="none" spc="0" normalizeH="0" baseline="0" noProof="0" dirty="0">
                <a:ln>
                  <a:noFill/>
                </a:ln>
                <a:solidFill>
                  <a:srgbClr val="E97132">
                    <a:lumMod val="75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pic>
        <p:nvPicPr>
          <p:cNvPr id="47" name="Picture 46">
            <a:extLst>
              <a:ext uri="{FF2B5EF4-FFF2-40B4-BE49-F238E27FC236}">
                <a16:creationId xmlns:a16="http://schemas.microsoft.com/office/drawing/2014/main" id="{3ECED736-648E-129F-0FCC-C1F1260721DF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504409" y="107790"/>
            <a:ext cx="444034" cy="620341"/>
          </a:xfrm>
          <a:prstGeom prst="rect">
            <a:avLst/>
          </a:prstGeom>
        </p:spPr>
      </p:pic>
      <p:pic>
        <p:nvPicPr>
          <p:cNvPr id="205" name="Picture 204">
            <a:extLst>
              <a:ext uri="{FF2B5EF4-FFF2-40B4-BE49-F238E27FC236}">
                <a16:creationId xmlns:a16="http://schemas.microsoft.com/office/drawing/2014/main" id="{093F5AAD-8AB9-A763-2EAA-5234D8F42979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122688" y="107539"/>
            <a:ext cx="444034" cy="620341"/>
          </a:xfrm>
          <a:prstGeom prst="rect">
            <a:avLst/>
          </a:prstGeom>
        </p:spPr>
      </p:pic>
      <p:pic>
        <p:nvPicPr>
          <p:cNvPr id="206" name="Picture 205">
            <a:extLst>
              <a:ext uri="{FF2B5EF4-FFF2-40B4-BE49-F238E27FC236}">
                <a16:creationId xmlns:a16="http://schemas.microsoft.com/office/drawing/2014/main" id="{D45A52D9-FB72-BFEC-43CD-F2D4AA26D054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738968" y="107539"/>
            <a:ext cx="444034" cy="620341"/>
          </a:xfrm>
          <a:prstGeom prst="rect">
            <a:avLst/>
          </a:prstGeom>
        </p:spPr>
      </p:pic>
      <p:pic>
        <p:nvPicPr>
          <p:cNvPr id="207" name="Picture 206">
            <a:extLst>
              <a:ext uri="{FF2B5EF4-FFF2-40B4-BE49-F238E27FC236}">
                <a16:creationId xmlns:a16="http://schemas.microsoft.com/office/drawing/2014/main" id="{FCB9F57B-90E0-BF2E-2B33-4E7D094C5BCF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353933" y="108876"/>
            <a:ext cx="444034" cy="620341"/>
          </a:xfrm>
          <a:prstGeom prst="rect">
            <a:avLst/>
          </a:prstGeom>
        </p:spPr>
      </p:pic>
      <p:grpSp>
        <p:nvGrpSpPr>
          <p:cNvPr id="228" name="Group 227">
            <a:extLst>
              <a:ext uri="{FF2B5EF4-FFF2-40B4-BE49-F238E27FC236}">
                <a16:creationId xmlns:a16="http://schemas.microsoft.com/office/drawing/2014/main" id="{6C51BF2F-B79C-356D-C400-0B9E491FCE6B}"/>
              </a:ext>
            </a:extLst>
          </p:cNvPr>
          <p:cNvGrpSpPr/>
          <p:nvPr/>
        </p:nvGrpSpPr>
        <p:grpSpPr>
          <a:xfrm>
            <a:off x="2963178" y="2725764"/>
            <a:ext cx="786853" cy="316693"/>
            <a:chOff x="2963178" y="2725764"/>
            <a:chExt cx="786853" cy="316693"/>
          </a:xfrm>
        </p:grpSpPr>
        <p:grpSp>
          <p:nvGrpSpPr>
            <p:cNvPr id="220" name="Group 219">
              <a:extLst>
                <a:ext uri="{FF2B5EF4-FFF2-40B4-BE49-F238E27FC236}">
                  <a16:creationId xmlns:a16="http://schemas.microsoft.com/office/drawing/2014/main" id="{6A72A048-EED9-B35E-8FC6-F8ACD920DF7A}"/>
                </a:ext>
              </a:extLst>
            </p:cNvPr>
            <p:cNvGrpSpPr/>
            <p:nvPr/>
          </p:nvGrpSpPr>
          <p:grpSpPr>
            <a:xfrm>
              <a:off x="2963178" y="2725764"/>
              <a:ext cx="534458" cy="127000"/>
              <a:chOff x="2963178" y="2725764"/>
              <a:chExt cx="534458" cy="127000"/>
            </a:xfrm>
          </p:grpSpPr>
          <p:cxnSp>
            <p:nvCxnSpPr>
              <p:cNvPr id="221" name="Straight Connector 220">
                <a:extLst>
                  <a:ext uri="{FF2B5EF4-FFF2-40B4-BE49-F238E27FC236}">
                    <a16:creationId xmlns:a16="http://schemas.microsoft.com/office/drawing/2014/main" id="{9B04D0A4-38E5-3657-73C0-72E9DD229C5B}"/>
                  </a:ext>
                </a:extLst>
              </p:cNvPr>
              <p:cNvCxnSpPr/>
              <p:nvPr/>
            </p:nvCxnSpPr>
            <p:spPr>
              <a:xfrm flipV="1">
                <a:off x="2963178" y="2789264"/>
                <a:ext cx="400050" cy="1"/>
              </a:xfrm>
              <a:prstGeom prst="line">
                <a:avLst/>
              </a:prstGeom>
              <a:noFill/>
              <a:ln w="19050" cap="flat" cmpd="sng" algn="ctr">
                <a:solidFill>
                  <a:schemeClr val="accent6">
                    <a:lumMod val="75000"/>
                  </a:schemeClr>
                </a:solidFill>
                <a:prstDash val="solid"/>
                <a:miter lim="800000"/>
              </a:ln>
              <a:effectLst/>
            </p:spPr>
          </p:cxnSp>
          <p:sp>
            <p:nvSpPr>
              <p:cNvPr id="226" name="Oval 225">
                <a:extLst>
                  <a:ext uri="{FF2B5EF4-FFF2-40B4-BE49-F238E27FC236}">
                    <a16:creationId xmlns:a16="http://schemas.microsoft.com/office/drawing/2014/main" id="{1FD83A5F-9938-192C-13E5-68A4AD2AC231}"/>
                  </a:ext>
                </a:extLst>
              </p:cNvPr>
              <p:cNvSpPr/>
              <p:nvPr/>
            </p:nvSpPr>
            <p:spPr>
              <a:xfrm>
                <a:off x="3370636" y="2725764"/>
                <a:ext cx="127000" cy="127000"/>
              </a:xfrm>
              <a:prstGeom prst="ellipse">
                <a:avLst/>
              </a:prstGeom>
              <a:solidFill>
                <a:sysClr val="window" lastClr="FFFFFF"/>
              </a:solidFill>
              <a:ln w="19050" cap="flat" cmpd="sng" algn="ctr">
                <a:solidFill>
                  <a:schemeClr val="accent6">
                    <a:lumMod val="75000"/>
                  </a:schemeClr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sp>
          <p:nvSpPr>
            <p:cNvPr id="227" name="TextBox 226">
              <a:extLst>
                <a:ext uri="{FF2B5EF4-FFF2-40B4-BE49-F238E27FC236}">
                  <a16:creationId xmlns:a16="http://schemas.microsoft.com/office/drawing/2014/main" id="{5DA2116A-6969-4E05-A1D6-B26689FDCC2C}"/>
                </a:ext>
              </a:extLst>
            </p:cNvPr>
            <p:cNvSpPr txBox="1"/>
            <p:nvPr/>
          </p:nvSpPr>
          <p:spPr>
            <a:xfrm>
              <a:off x="3118241" y="2788541"/>
              <a:ext cx="631790" cy="2539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50" b="0" i="0" u="none" strike="noStrike" kern="0" cap="none" spc="0" normalizeH="0" baseline="0" noProof="0" dirty="0" err="1">
                  <a:ln>
                    <a:noFill/>
                  </a:ln>
                  <a:solidFill>
                    <a:srgbClr val="4EA72E">
                      <a:lumMod val="75000"/>
                    </a:srgbClr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mqtts</a:t>
              </a:r>
              <a:endParaRPr kumimoji="0" lang="en-GB" sz="1200" b="0" i="0" u="none" strike="noStrike" kern="0" cap="none" spc="0" normalizeH="0" baseline="0" noProof="0" dirty="0">
                <a:ln>
                  <a:noFill/>
                </a:ln>
                <a:solidFill>
                  <a:srgbClr val="4EA72E">
                    <a:lumMod val="75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46" name="Group 45">
            <a:extLst>
              <a:ext uri="{FF2B5EF4-FFF2-40B4-BE49-F238E27FC236}">
                <a16:creationId xmlns:a16="http://schemas.microsoft.com/office/drawing/2014/main" id="{86446845-D99C-C650-EED6-1772088AC0A2}"/>
              </a:ext>
            </a:extLst>
          </p:cNvPr>
          <p:cNvGrpSpPr/>
          <p:nvPr/>
        </p:nvGrpSpPr>
        <p:grpSpPr>
          <a:xfrm>
            <a:off x="7809040" y="580845"/>
            <a:ext cx="821464" cy="919480"/>
            <a:chOff x="7894810" y="1381253"/>
            <a:chExt cx="821464" cy="919480"/>
          </a:xfrm>
        </p:grpSpPr>
        <p:sp>
          <p:nvSpPr>
            <p:cNvPr id="48" name="Rectangle: Rounded Corners 47">
              <a:extLst>
                <a:ext uri="{FF2B5EF4-FFF2-40B4-BE49-F238E27FC236}">
                  <a16:creationId xmlns:a16="http://schemas.microsoft.com/office/drawing/2014/main" id="{01FFC779-DF01-2D54-E188-6752AAA58CA6}"/>
                </a:ext>
              </a:extLst>
            </p:cNvPr>
            <p:cNvSpPr/>
            <p:nvPr/>
          </p:nvSpPr>
          <p:spPr>
            <a:xfrm>
              <a:off x="7991089" y="1649591"/>
              <a:ext cx="628907" cy="628907"/>
            </a:xfrm>
            <a:prstGeom prst="roundRect">
              <a:avLst>
                <a:gd name="adj" fmla="val 8678"/>
              </a:avLst>
            </a:prstGeom>
            <a:solidFill>
              <a:schemeClr val="bg1"/>
            </a:solidFill>
            <a:ln w="28575">
              <a:solidFill>
                <a:srgbClr val="3963DA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srgbClr val="3963DA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EF0F99F9-5CDC-F66D-9CC5-74CE0104F31B}"/>
                </a:ext>
              </a:extLst>
            </p:cNvPr>
            <p:cNvSpPr txBox="1"/>
            <p:nvPr/>
          </p:nvSpPr>
          <p:spPr>
            <a:xfrm>
              <a:off x="7894810" y="1839068"/>
              <a:ext cx="821464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3963DA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Global Cache</a:t>
              </a:r>
            </a:p>
          </p:txBody>
        </p:sp>
        <p:grpSp>
          <p:nvGrpSpPr>
            <p:cNvPr id="195" name="Group 194">
              <a:extLst>
                <a:ext uri="{FF2B5EF4-FFF2-40B4-BE49-F238E27FC236}">
                  <a16:creationId xmlns:a16="http://schemas.microsoft.com/office/drawing/2014/main" id="{CD255346-2944-C081-7F63-5AD5A1742EC1}"/>
                </a:ext>
              </a:extLst>
            </p:cNvPr>
            <p:cNvGrpSpPr/>
            <p:nvPr/>
          </p:nvGrpSpPr>
          <p:grpSpPr>
            <a:xfrm>
              <a:off x="8036660" y="1381253"/>
              <a:ext cx="537764" cy="547628"/>
              <a:chOff x="6976094" y="2574516"/>
              <a:chExt cx="664523" cy="676715"/>
            </a:xfrm>
          </p:grpSpPr>
          <p:pic>
            <p:nvPicPr>
              <p:cNvPr id="196" name="Picture 195">
                <a:extLst>
                  <a:ext uri="{FF2B5EF4-FFF2-40B4-BE49-F238E27FC236}">
                    <a16:creationId xmlns:a16="http://schemas.microsoft.com/office/drawing/2014/main" id="{867D45A2-4B7E-96AC-B967-2672C382DAD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6976094" y="2574516"/>
                <a:ext cx="664522" cy="676715"/>
              </a:xfrm>
              <a:prstGeom prst="rect">
                <a:avLst/>
              </a:prstGeom>
            </p:spPr>
          </p:pic>
          <p:pic>
            <p:nvPicPr>
              <p:cNvPr id="198" name="Picture 197">
                <a:extLst>
                  <a:ext uri="{FF2B5EF4-FFF2-40B4-BE49-F238E27FC236}">
                    <a16:creationId xmlns:a16="http://schemas.microsoft.com/office/drawing/2014/main" id="{83EFBC5C-D9A9-0F86-06AB-172F8CC30DA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9">
                <a:extLst>
                  <a:ext uri="{BEBA8EAE-BF5A-486C-A8C5-ECC9F3942E4B}">
                    <a14:imgProps xmlns:a14="http://schemas.microsoft.com/office/drawing/2010/main">
                      <a14:imgLayer r:embed="rId10">
                        <a14:imgEffect>
                          <a14:colorTemperature colorTemp="4700"/>
                        </a14:imgEffect>
                        <a14:imgEffect>
                          <a14:brightnessContrast bright="-20000" contrast="40000"/>
                        </a14:imgEffect>
                      </a14:imgLayer>
                    </a14:imgProps>
                  </a:ext>
                </a:extLst>
              </a:blip>
              <a:stretch>
                <a:fillRect/>
              </a:stretch>
            </p:blipFill>
            <p:spPr>
              <a:xfrm>
                <a:off x="7044932" y="2644373"/>
                <a:ext cx="526845" cy="528534"/>
              </a:xfrm>
              <a:prstGeom prst="ellipse">
                <a:avLst/>
              </a:prstGeom>
              <a:solidFill>
                <a:schemeClr val="bg1"/>
              </a:solidFill>
            </p:spPr>
          </p:pic>
          <p:pic>
            <p:nvPicPr>
              <p:cNvPr id="199" name="Picture 198">
                <a:extLst>
                  <a:ext uri="{FF2B5EF4-FFF2-40B4-BE49-F238E27FC236}">
                    <a16:creationId xmlns:a16="http://schemas.microsoft.com/office/drawing/2014/main" id="{ECE055C3-46E3-5C0C-2A7A-7DDCFEDFAC4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6976095" y="2574516"/>
                <a:ext cx="664522" cy="676715"/>
              </a:xfrm>
              <a:prstGeom prst="rect">
                <a:avLst/>
              </a:prstGeom>
            </p:spPr>
          </p:pic>
          <p:pic>
            <p:nvPicPr>
              <p:cNvPr id="200" name="Picture 199">
                <a:extLst>
                  <a:ext uri="{FF2B5EF4-FFF2-40B4-BE49-F238E27FC236}">
                    <a16:creationId xmlns:a16="http://schemas.microsoft.com/office/drawing/2014/main" id="{18DEBAB4-2619-15C2-FF89-46E194E5EF5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9">
                <a:extLst>
                  <a:ext uri="{BEBA8EAE-BF5A-486C-A8C5-ECC9F3942E4B}">
                    <a14:imgProps xmlns:a14="http://schemas.microsoft.com/office/drawing/2010/main">
                      <a14:imgLayer r:embed="rId10">
                        <a14:imgEffect>
                          <a14:colorTemperature colorTemp="4700"/>
                        </a14:imgEffect>
                        <a14:imgEffect>
                          <a14:brightnessContrast bright="-20000" contrast="40000"/>
                        </a14:imgEffect>
                      </a14:imgLayer>
                    </a14:imgProps>
                  </a:ext>
                </a:extLst>
              </a:blip>
              <a:stretch>
                <a:fillRect/>
              </a:stretch>
            </p:blipFill>
            <p:spPr>
              <a:xfrm>
                <a:off x="7064641" y="2664144"/>
                <a:ext cx="487430" cy="488992"/>
              </a:xfrm>
              <a:prstGeom prst="ellipse">
                <a:avLst/>
              </a:prstGeom>
              <a:solidFill>
                <a:schemeClr val="bg1"/>
              </a:solidFill>
            </p:spPr>
          </p:pic>
        </p:grpSp>
      </p:grpSp>
      <p:sp>
        <p:nvSpPr>
          <p:cNvPr id="270" name="Freeform: Shape 269">
            <a:extLst>
              <a:ext uri="{FF2B5EF4-FFF2-40B4-BE49-F238E27FC236}">
                <a16:creationId xmlns:a16="http://schemas.microsoft.com/office/drawing/2014/main" id="{6D7961AE-D041-E23E-771A-DADA5B519688}"/>
              </a:ext>
            </a:extLst>
          </p:cNvPr>
          <p:cNvSpPr/>
          <p:nvPr/>
        </p:nvSpPr>
        <p:spPr>
          <a:xfrm>
            <a:off x="8793957" y="858269"/>
            <a:ext cx="274934" cy="287724"/>
          </a:xfrm>
          <a:custGeom>
            <a:avLst/>
            <a:gdLst>
              <a:gd name="connsiteX0" fmla="*/ 0 w 267789"/>
              <a:gd name="connsiteY0" fmla="*/ 0 h 277586"/>
              <a:gd name="connsiteX1" fmla="*/ 267789 w 267789"/>
              <a:gd name="connsiteY1" fmla="*/ 277586 h 277586"/>
              <a:gd name="connsiteX2" fmla="*/ 267789 w 267789"/>
              <a:gd name="connsiteY2" fmla="*/ 117566 h 277586"/>
              <a:gd name="connsiteX3" fmla="*/ 146957 w 267789"/>
              <a:gd name="connsiteY3" fmla="*/ 6531 h 277586"/>
              <a:gd name="connsiteX4" fmla="*/ 0 w 267789"/>
              <a:gd name="connsiteY4" fmla="*/ 0 h 277586"/>
              <a:gd name="connsiteX0" fmla="*/ 0 w 267789"/>
              <a:gd name="connsiteY0" fmla="*/ 613 h 278199"/>
              <a:gd name="connsiteX1" fmla="*/ 267789 w 267789"/>
              <a:gd name="connsiteY1" fmla="*/ 278199 h 278199"/>
              <a:gd name="connsiteX2" fmla="*/ 267789 w 267789"/>
              <a:gd name="connsiteY2" fmla="*/ 118179 h 278199"/>
              <a:gd name="connsiteX3" fmla="*/ 156482 w 267789"/>
              <a:gd name="connsiteY3" fmla="*/ 0 h 278199"/>
              <a:gd name="connsiteX4" fmla="*/ 0 w 267789"/>
              <a:gd name="connsiteY4" fmla="*/ 613 h 278199"/>
              <a:gd name="connsiteX0" fmla="*/ 0 w 270171"/>
              <a:gd name="connsiteY0" fmla="*/ 5375 h 278199"/>
              <a:gd name="connsiteX1" fmla="*/ 270171 w 270171"/>
              <a:gd name="connsiteY1" fmla="*/ 278199 h 278199"/>
              <a:gd name="connsiteX2" fmla="*/ 270171 w 270171"/>
              <a:gd name="connsiteY2" fmla="*/ 118179 h 278199"/>
              <a:gd name="connsiteX3" fmla="*/ 158864 w 270171"/>
              <a:gd name="connsiteY3" fmla="*/ 0 h 278199"/>
              <a:gd name="connsiteX4" fmla="*/ 0 w 270171"/>
              <a:gd name="connsiteY4" fmla="*/ 5375 h 278199"/>
              <a:gd name="connsiteX0" fmla="*/ 0 w 270171"/>
              <a:gd name="connsiteY0" fmla="*/ 5375 h 266292"/>
              <a:gd name="connsiteX1" fmla="*/ 263028 w 270171"/>
              <a:gd name="connsiteY1" fmla="*/ 266292 h 266292"/>
              <a:gd name="connsiteX2" fmla="*/ 270171 w 270171"/>
              <a:gd name="connsiteY2" fmla="*/ 118179 h 266292"/>
              <a:gd name="connsiteX3" fmla="*/ 158864 w 270171"/>
              <a:gd name="connsiteY3" fmla="*/ 0 h 266292"/>
              <a:gd name="connsiteX4" fmla="*/ 0 w 270171"/>
              <a:gd name="connsiteY4" fmla="*/ 5375 h 266292"/>
              <a:gd name="connsiteX0" fmla="*/ 0 w 274934"/>
              <a:gd name="connsiteY0" fmla="*/ 5375 h 287724"/>
              <a:gd name="connsiteX1" fmla="*/ 274934 w 274934"/>
              <a:gd name="connsiteY1" fmla="*/ 287724 h 287724"/>
              <a:gd name="connsiteX2" fmla="*/ 270171 w 274934"/>
              <a:gd name="connsiteY2" fmla="*/ 118179 h 287724"/>
              <a:gd name="connsiteX3" fmla="*/ 158864 w 274934"/>
              <a:gd name="connsiteY3" fmla="*/ 0 h 287724"/>
              <a:gd name="connsiteX4" fmla="*/ 0 w 274934"/>
              <a:gd name="connsiteY4" fmla="*/ 5375 h 2877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4934" h="287724">
                <a:moveTo>
                  <a:pt x="0" y="5375"/>
                </a:moveTo>
                <a:lnTo>
                  <a:pt x="274934" y="287724"/>
                </a:lnTo>
                <a:lnTo>
                  <a:pt x="270171" y="118179"/>
                </a:lnTo>
                <a:lnTo>
                  <a:pt x="158864" y="0"/>
                </a:lnTo>
                <a:lnTo>
                  <a:pt x="0" y="5375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5BA90739-0D5C-DDDE-04F3-1BC4B57059B4}"/>
              </a:ext>
            </a:extLst>
          </p:cNvPr>
          <p:cNvGrpSpPr/>
          <p:nvPr/>
        </p:nvGrpSpPr>
        <p:grpSpPr>
          <a:xfrm>
            <a:off x="4975127" y="1161045"/>
            <a:ext cx="821464" cy="913071"/>
            <a:chOff x="8941274" y="4193447"/>
            <a:chExt cx="821464" cy="913071"/>
          </a:xfrm>
        </p:grpSpPr>
        <p:sp>
          <p:nvSpPr>
            <p:cNvPr id="18" name="Rectangle: Rounded Corners 17">
              <a:extLst>
                <a:ext uri="{FF2B5EF4-FFF2-40B4-BE49-F238E27FC236}">
                  <a16:creationId xmlns:a16="http://schemas.microsoft.com/office/drawing/2014/main" id="{4F96CC18-175F-96B3-1C62-54A175659D22}"/>
                </a:ext>
              </a:extLst>
            </p:cNvPr>
            <p:cNvSpPr/>
            <p:nvPr/>
          </p:nvSpPr>
          <p:spPr>
            <a:xfrm>
              <a:off x="9037553" y="4455376"/>
              <a:ext cx="628907" cy="628907"/>
            </a:xfrm>
            <a:prstGeom prst="roundRect">
              <a:avLst>
                <a:gd name="adj" fmla="val 8678"/>
              </a:avLst>
            </a:prstGeom>
            <a:solidFill>
              <a:schemeClr val="bg1"/>
            </a:solidFill>
            <a:ln w="28575">
              <a:solidFill>
                <a:srgbClr val="3963DA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srgbClr val="3963DA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73D20BA0-6D17-741B-38B4-39DDD8AD1519}"/>
                </a:ext>
              </a:extLst>
            </p:cNvPr>
            <p:cNvSpPr txBox="1"/>
            <p:nvPr/>
          </p:nvSpPr>
          <p:spPr>
            <a:xfrm>
              <a:off x="8941274" y="4644853"/>
              <a:ext cx="821464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3963DA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Global Broker</a:t>
              </a:r>
            </a:p>
          </p:txBody>
        </p:sp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B94DB40F-7E34-A5E7-5AFF-263587EBDCEA}"/>
                </a:ext>
              </a:extLst>
            </p:cNvPr>
            <p:cNvGrpSpPr/>
            <p:nvPr/>
          </p:nvGrpSpPr>
          <p:grpSpPr>
            <a:xfrm>
              <a:off x="9094796" y="4193447"/>
              <a:ext cx="514420" cy="523858"/>
              <a:chOff x="6520709" y="4021299"/>
              <a:chExt cx="664522" cy="676715"/>
            </a:xfrm>
          </p:grpSpPr>
          <p:pic>
            <p:nvPicPr>
              <p:cNvPr id="21" name="Picture 20">
                <a:extLst>
                  <a:ext uri="{FF2B5EF4-FFF2-40B4-BE49-F238E27FC236}">
                    <a16:creationId xmlns:a16="http://schemas.microsoft.com/office/drawing/2014/main" id="{517EACAB-FF26-814E-7AC5-40919ABFA8F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6520709" y="4021299"/>
                <a:ext cx="664522" cy="676715"/>
              </a:xfrm>
              <a:prstGeom prst="rect">
                <a:avLst/>
              </a:prstGeom>
            </p:spPr>
          </p:pic>
          <p:sp>
            <p:nvSpPr>
              <p:cNvPr id="22" name="Oval 21">
                <a:extLst>
                  <a:ext uri="{FF2B5EF4-FFF2-40B4-BE49-F238E27FC236}">
                    <a16:creationId xmlns:a16="http://schemas.microsoft.com/office/drawing/2014/main" id="{01B2FC1D-478F-DDB7-AACE-1D53D3D29761}"/>
                  </a:ext>
                </a:extLst>
              </p:cNvPr>
              <p:cNvSpPr/>
              <p:nvPr/>
            </p:nvSpPr>
            <p:spPr>
              <a:xfrm>
                <a:off x="6610176" y="4113239"/>
                <a:ext cx="485588" cy="485586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pic>
            <p:nvPicPr>
              <p:cNvPr id="25" name="Picture 24">
                <a:extLst>
                  <a:ext uri="{FF2B5EF4-FFF2-40B4-BE49-F238E27FC236}">
                    <a16:creationId xmlns:a16="http://schemas.microsoft.com/office/drawing/2014/main" id="{97951E17-F7EF-90A5-ABEA-44A923D5C0A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6647343" y="4147676"/>
                <a:ext cx="424360" cy="387637"/>
              </a:xfrm>
              <a:prstGeom prst="rect">
                <a:avLst/>
              </a:prstGeom>
            </p:spPr>
          </p:pic>
        </p:grpSp>
      </p:grpSp>
      <p:grpSp>
        <p:nvGrpSpPr>
          <p:cNvPr id="253" name="Group 252">
            <a:extLst>
              <a:ext uri="{FF2B5EF4-FFF2-40B4-BE49-F238E27FC236}">
                <a16:creationId xmlns:a16="http://schemas.microsoft.com/office/drawing/2014/main" id="{7277DDCA-4F9E-8577-C263-7D38A242EA31}"/>
              </a:ext>
            </a:extLst>
          </p:cNvPr>
          <p:cNvGrpSpPr/>
          <p:nvPr/>
        </p:nvGrpSpPr>
        <p:grpSpPr>
          <a:xfrm>
            <a:off x="11164420" y="3622704"/>
            <a:ext cx="970364" cy="1164438"/>
            <a:chOff x="10835927" y="2405227"/>
            <a:chExt cx="970364" cy="1164438"/>
          </a:xfrm>
        </p:grpSpPr>
        <p:pic>
          <p:nvPicPr>
            <p:cNvPr id="254" name="Picture 253">
              <a:extLst>
                <a:ext uri="{FF2B5EF4-FFF2-40B4-BE49-F238E27FC236}">
                  <a16:creationId xmlns:a16="http://schemas.microsoft.com/office/drawing/2014/main" id="{88C2869F-520B-6BAD-8BBD-F6B76AB23437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10835927" y="2405227"/>
              <a:ext cx="970364" cy="1164438"/>
            </a:xfrm>
            <a:prstGeom prst="rect">
              <a:avLst/>
            </a:prstGeom>
          </p:spPr>
        </p:pic>
        <p:pic>
          <p:nvPicPr>
            <p:cNvPr id="255" name="Picture 254" descr="Space4Water Portal">
              <a:extLst>
                <a:ext uri="{FF2B5EF4-FFF2-40B4-BE49-F238E27FC236}">
                  <a16:creationId xmlns:a16="http://schemas.microsoft.com/office/drawing/2014/main" id="{EB5400D5-185D-2294-DAD0-F88F1694782B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555" t="31422" r="63711" b="36133"/>
            <a:stretch/>
          </p:blipFill>
          <p:spPr bwMode="auto">
            <a:xfrm rot="21430420">
              <a:off x="11363402" y="3178637"/>
              <a:ext cx="143756" cy="15176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329" name="Group 328">
            <a:extLst>
              <a:ext uri="{FF2B5EF4-FFF2-40B4-BE49-F238E27FC236}">
                <a16:creationId xmlns:a16="http://schemas.microsoft.com/office/drawing/2014/main" id="{BC35DCA7-38EE-0269-5B97-5927BB0A927E}"/>
              </a:ext>
            </a:extLst>
          </p:cNvPr>
          <p:cNvGrpSpPr/>
          <p:nvPr/>
        </p:nvGrpSpPr>
        <p:grpSpPr>
          <a:xfrm>
            <a:off x="6091945" y="2291271"/>
            <a:ext cx="3910790" cy="1002588"/>
            <a:chOff x="6091945" y="2291271"/>
            <a:chExt cx="3910790" cy="1002588"/>
          </a:xfrm>
        </p:grpSpPr>
        <p:grpSp>
          <p:nvGrpSpPr>
            <p:cNvPr id="306" name="Group 305">
              <a:extLst>
                <a:ext uri="{FF2B5EF4-FFF2-40B4-BE49-F238E27FC236}">
                  <a16:creationId xmlns:a16="http://schemas.microsoft.com/office/drawing/2014/main" id="{DE19C7BC-B7B0-095F-7EC9-14A65F4D6936}"/>
                </a:ext>
              </a:extLst>
            </p:cNvPr>
            <p:cNvGrpSpPr/>
            <p:nvPr/>
          </p:nvGrpSpPr>
          <p:grpSpPr>
            <a:xfrm>
              <a:off x="6091945" y="2291271"/>
              <a:ext cx="821464" cy="995698"/>
              <a:chOff x="9666460" y="941309"/>
              <a:chExt cx="821464" cy="995698"/>
            </a:xfrm>
          </p:grpSpPr>
          <p:sp>
            <p:nvSpPr>
              <p:cNvPr id="307" name="Rectangle: Rounded Corners 306">
                <a:extLst>
                  <a:ext uri="{FF2B5EF4-FFF2-40B4-BE49-F238E27FC236}">
                    <a16:creationId xmlns:a16="http://schemas.microsoft.com/office/drawing/2014/main" id="{0844FACB-7ACF-1480-C28C-AE6764AECD0E}"/>
                  </a:ext>
                </a:extLst>
              </p:cNvPr>
              <p:cNvSpPr/>
              <p:nvPr/>
            </p:nvSpPr>
            <p:spPr>
              <a:xfrm>
                <a:off x="9762739" y="1285865"/>
                <a:ext cx="628907" cy="628907"/>
              </a:xfrm>
              <a:prstGeom prst="roundRect">
                <a:avLst>
                  <a:gd name="adj" fmla="val 8678"/>
                </a:avLst>
              </a:prstGeom>
              <a:solidFill>
                <a:schemeClr val="bg1"/>
              </a:solidFill>
              <a:ln w="28575">
                <a:solidFill>
                  <a:srgbClr val="3963DA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3963DA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308" name="TextBox 307">
                <a:extLst>
                  <a:ext uri="{FF2B5EF4-FFF2-40B4-BE49-F238E27FC236}">
                    <a16:creationId xmlns:a16="http://schemas.microsoft.com/office/drawing/2014/main" id="{3A537E8C-7F56-5FA9-862F-1806EEC3DC05}"/>
                  </a:ext>
                </a:extLst>
              </p:cNvPr>
              <p:cNvSpPr txBox="1"/>
              <p:nvPr/>
            </p:nvSpPr>
            <p:spPr>
              <a:xfrm>
                <a:off x="9666460" y="1475342"/>
                <a:ext cx="821464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3963DA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W2-GTS Gateway</a:t>
                </a:r>
              </a:p>
            </p:txBody>
          </p:sp>
          <p:grpSp>
            <p:nvGrpSpPr>
              <p:cNvPr id="309" name="Group 308">
                <a:extLst>
                  <a:ext uri="{FF2B5EF4-FFF2-40B4-BE49-F238E27FC236}">
                    <a16:creationId xmlns:a16="http://schemas.microsoft.com/office/drawing/2014/main" id="{9196E41F-42DC-7669-17C2-63A1AAD47F6A}"/>
                  </a:ext>
                </a:extLst>
              </p:cNvPr>
              <p:cNvGrpSpPr/>
              <p:nvPr/>
            </p:nvGrpSpPr>
            <p:grpSpPr>
              <a:xfrm>
                <a:off x="9815731" y="1019607"/>
                <a:ext cx="522922" cy="532516"/>
                <a:chOff x="9610100" y="3519705"/>
                <a:chExt cx="498392" cy="507536"/>
              </a:xfrm>
            </p:grpSpPr>
            <p:pic>
              <p:nvPicPr>
                <p:cNvPr id="311" name="Picture 310">
                  <a:extLst>
                    <a:ext uri="{FF2B5EF4-FFF2-40B4-BE49-F238E27FC236}">
                      <a16:creationId xmlns:a16="http://schemas.microsoft.com/office/drawing/2014/main" id="{50A9B61D-816B-906C-C816-4127ABB6101D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9610100" y="3519705"/>
                  <a:ext cx="498392" cy="507536"/>
                </a:xfrm>
                <a:prstGeom prst="rect">
                  <a:avLst/>
                </a:prstGeom>
              </p:spPr>
            </p:pic>
            <p:pic>
              <p:nvPicPr>
                <p:cNvPr id="312" name="Picture 311">
                  <a:extLst>
                    <a:ext uri="{FF2B5EF4-FFF2-40B4-BE49-F238E27FC236}">
                      <a16:creationId xmlns:a16="http://schemas.microsoft.com/office/drawing/2014/main" id="{1BCAC5FF-A584-A6C2-401B-C621E452688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4"/>
                <a:srcRect l="6381" t="6381" r="6381" b="6381"/>
                <a:stretch/>
              </p:blipFill>
              <p:spPr>
                <a:xfrm>
                  <a:off x="9680900" y="3595077"/>
                  <a:ext cx="356792" cy="356792"/>
                </a:xfrm>
                <a:prstGeom prst="ellipse">
                  <a:avLst/>
                </a:prstGeom>
                <a:solidFill>
                  <a:schemeClr val="bg1"/>
                </a:solidFill>
              </p:spPr>
            </p:pic>
          </p:grpSp>
          <p:pic>
            <p:nvPicPr>
              <p:cNvPr id="310" name="Picture 309">
                <a:extLst>
                  <a:ext uri="{FF2B5EF4-FFF2-40B4-BE49-F238E27FC236}">
                    <a16:creationId xmlns:a16="http://schemas.microsoft.com/office/drawing/2014/main" id="{B344F4EB-7D11-8E5F-28CD-F76EF49EE1F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5"/>
              <a:srcRect l="70600" t="4796" r="541" b="37615"/>
              <a:stretch/>
            </p:blipFill>
            <p:spPr>
              <a:xfrm>
                <a:off x="10136699" y="941309"/>
                <a:ext cx="255340" cy="266096"/>
              </a:xfrm>
              <a:prstGeom prst="ellipse">
                <a:avLst/>
              </a:prstGeom>
            </p:spPr>
          </p:pic>
        </p:grpSp>
        <p:grpSp>
          <p:nvGrpSpPr>
            <p:cNvPr id="313" name="Group 312">
              <a:extLst>
                <a:ext uri="{FF2B5EF4-FFF2-40B4-BE49-F238E27FC236}">
                  <a16:creationId xmlns:a16="http://schemas.microsoft.com/office/drawing/2014/main" id="{F106B867-8975-A54E-067F-151E08D2F246}"/>
                </a:ext>
              </a:extLst>
            </p:cNvPr>
            <p:cNvGrpSpPr/>
            <p:nvPr/>
          </p:nvGrpSpPr>
          <p:grpSpPr>
            <a:xfrm>
              <a:off x="9181271" y="2300144"/>
              <a:ext cx="821464" cy="993715"/>
              <a:chOff x="10807402" y="1038680"/>
              <a:chExt cx="821464" cy="993715"/>
            </a:xfrm>
          </p:grpSpPr>
          <p:sp>
            <p:nvSpPr>
              <p:cNvPr id="314" name="Rectangle: Rounded Corners 313">
                <a:extLst>
                  <a:ext uri="{FF2B5EF4-FFF2-40B4-BE49-F238E27FC236}">
                    <a16:creationId xmlns:a16="http://schemas.microsoft.com/office/drawing/2014/main" id="{F5F20C34-621C-1B3E-57BD-6B0FF23C39E7}"/>
                  </a:ext>
                </a:extLst>
              </p:cNvPr>
              <p:cNvSpPr/>
              <p:nvPr/>
            </p:nvSpPr>
            <p:spPr>
              <a:xfrm>
                <a:off x="10903681" y="1381253"/>
                <a:ext cx="628907" cy="628907"/>
              </a:xfrm>
              <a:prstGeom prst="roundRect">
                <a:avLst>
                  <a:gd name="adj" fmla="val 8678"/>
                </a:avLst>
              </a:prstGeom>
              <a:solidFill>
                <a:schemeClr val="bg1"/>
              </a:solidFill>
              <a:ln w="28575">
                <a:solidFill>
                  <a:srgbClr val="3963DA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3963DA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315" name="TextBox 314">
                <a:extLst>
                  <a:ext uri="{FF2B5EF4-FFF2-40B4-BE49-F238E27FC236}">
                    <a16:creationId xmlns:a16="http://schemas.microsoft.com/office/drawing/2014/main" id="{4B3EDBB4-4BA5-8812-E0C1-05C86D594185}"/>
                  </a:ext>
                </a:extLst>
              </p:cNvPr>
              <p:cNvSpPr txBox="1"/>
              <p:nvPr/>
            </p:nvSpPr>
            <p:spPr>
              <a:xfrm>
                <a:off x="10807402" y="1570730"/>
                <a:ext cx="821464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3963DA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W2-GTS Gateway</a:t>
                </a:r>
              </a:p>
            </p:txBody>
          </p:sp>
          <p:grpSp>
            <p:nvGrpSpPr>
              <p:cNvPr id="316" name="Group 315">
                <a:extLst>
                  <a:ext uri="{FF2B5EF4-FFF2-40B4-BE49-F238E27FC236}">
                    <a16:creationId xmlns:a16="http://schemas.microsoft.com/office/drawing/2014/main" id="{9A0604BA-B48D-56EB-18EB-E087A83A0BC7}"/>
                  </a:ext>
                </a:extLst>
              </p:cNvPr>
              <p:cNvGrpSpPr/>
              <p:nvPr/>
            </p:nvGrpSpPr>
            <p:grpSpPr>
              <a:xfrm>
                <a:off x="10956673" y="1114995"/>
                <a:ext cx="522922" cy="532516"/>
                <a:chOff x="9610100" y="3519705"/>
                <a:chExt cx="498392" cy="507536"/>
              </a:xfrm>
            </p:grpSpPr>
            <p:pic>
              <p:nvPicPr>
                <p:cNvPr id="318" name="Picture 317">
                  <a:extLst>
                    <a:ext uri="{FF2B5EF4-FFF2-40B4-BE49-F238E27FC236}">
                      <a16:creationId xmlns:a16="http://schemas.microsoft.com/office/drawing/2014/main" id="{BC6B82E3-CA82-5134-4625-98019E94486F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9610100" y="3519705"/>
                  <a:ext cx="498392" cy="507536"/>
                </a:xfrm>
                <a:prstGeom prst="rect">
                  <a:avLst/>
                </a:prstGeom>
              </p:spPr>
            </p:pic>
            <p:pic>
              <p:nvPicPr>
                <p:cNvPr id="319" name="Picture 318">
                  <a:extLst>
                    <a:ext uri="{FF2B5EF4-FFF2-40B4-BE49-F238E27FC236}">
                      <a16:creationId xmlns:a16="http://schemas.microsoft.com/office/drawing/2014/main" id="{E595918B-6907-F238-7DCD-FF2019EEFA13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4"/>
                <a:srcRect l="6381" t="6381" r="6381" b="6381"/>
                <a:stretch/>
              </p:blipFill>
              <p:spPr>
                <a:xfrm>
                  <a:off x="9680900" y="3595077"/>
                  <a:ext cx="356792" cy="356792"/>
                </a:xfrm>
                <a:prstGeom prst="ellipse">
                  <a:avLst/>
                </a:prstGeom>
                <a:solidFill>
                  <a:schemeClr val="bg1"/>
                </a:solidFill>
              </p:spPr>
            </p:pic>
          </p:grpSp>
          <p:pic>
            <p:nvPicPr>
              <p:cNvPr id="317" name="Picture 316">
                <a:extLst>
                  <a:ext uri="{FF2B5EF4-FFF2-40B4-BE49-F238E27FC236}">
                    <a16:creationId xmlns:a16="http://schemas.microsoft.com/office/drawing/2014/main" id="{B4AFBDB0-B209-271C-0999-65923BFC0D5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5"/>
              <a:srcRect l="-953" t="6033" r="72094" b="41106"/>
              <a:stretch/>
            </p:blipFill>
            <p:spPr>
              <a:xfrm>
                <a:off x="11283093" y="1038680"/>
                <a:ext cx="255340" cy="244246"/>
              </a:xfrm>
              <a:prstGeom prst="ellipse">
                <a:avLst/>
              </a:prstGeom>
            </p:spPr>
          </p:pic>
        </p:grpSp>
      </p:grpSp>
      <p:sp>
        <p:nvSpPr>
          <p:cNvPr id="322" name="TextBox 321">
            <a:extLst>
              <a:ext uri="{FF2B5EF4-FFF2-40B4-BE49-F238E27FC236}">
                <a16:creationId xmlns:a16="http://schemas.microsoft.com/office/drawing/2014/main" id="{7C7EAB1D-8A08-B03B-577D-5B85EA962D3E}"/>
              </a:ext>
            </a:extLst>
          </p:cNvPr>
          <p:cNvSpPr txBox="1"/>
          <p:nvPr/>
        </p:nvSpPr>
        <p:spPr>
          <a:xfrm>
            <a:off x="1558819" y="5108459"/>
            <a:ext cx="4924565" cy="1754326"/>
          </a:xfrm>
          <a:prstGeom prst="rect">
            <a:avLst/>
          </a:prstGeom>
          <a:solidFill>
            <a:srgbClr val="FFFFFF">
              <a:alpha val="69804"/>
            </a:srgbClr>
          </a:solidFill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Beta-test evaluation:</a:t>
            </a:r>
            <a:endParaRPr kumimoji="0" lang="en-GB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Evaluation of data transfer will be based on comparing bulletins and reports received at participating RTHs and WDQMS during the 24hrs with the baseline information captured the previous week 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56C0D7A1-D066-BC21-8249-2EE498CCFA8E}"/>
              </a:ext>
            </a:extLst>
          </p:cNvPr>
          <p:cNvSpPr txBox="1"/>
          <p:nvPr/>
        </p:nvSpPr>
        <p:spPr>
          <a:xfrm>
            <a:off x="2059127" y="4567522"/>
            <a:ext cx="117919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1" i="0" u="none" strike="noStrike" kern="0" cap="none" spc="0" normalizeH="0" baseline="0" noProof="0" dirty="0">
                <a:ln>
                  <a:noFill/>
                </a:ln>
                <a:solidFill>
                  <a:srgbClr val="E8E8E8">
                    <a:lumMod val="75000"/>
                  </a:srgbClr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ISMD01TEST</a:t>
            </a:r>
            <a:endParaRPr kumimoji="0" lang="en-GB" sz="1600" b="1" i="0" u="none" strike="noStrike" kern="0" cap="none" spc="0" normalizeH="0" baseline="0" noProof="0" dirty="0">
              <a:ln>
                <a:noFill/>
              </a:ln>
              <a:solidFill>
                <a:srgbClr val="E8E8E8">
                  <a:lumMod val="75000"/>
                </a:srgbClr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+mn-cs"/>
            </a:endParaRPr>
          </a:p>
        </p:txBody>
      </p:sp>
      <p:grpSp>
        <p:nvGrpSpPr>
          <p:cNvPr id="33" name="Group 32">
            <a:extLst>
              <a:ext uri="{FF2B5EF4-FFF2-40B4-BE49-F238E27FC236}">
                <a16:creationId xmlns:a16="http://schemas.microsoft.com/office/drawing/2014/main" id="{E8E142E1-76CC-4E6B-DEB3-250493B19E1F}"/>
              </a:ext>
            </a:extLst>
          </p:cNvPr>
          <p:cNvGrpSpPr/>
          <p:nvPr/>
        </p:nvGrpSpPr>
        <p:grpSpPr>
          <a:xfrm>
            <a:off x="5016275" y="2880049"/>
            <a:ext cx="4296679" cy="461665"/>
            <a:chOff x="5016275" y="2880049"/>
            <a:chExt cx="4296679" cy="461665"/>
          </a:xfrm>
        </p:grpSpPr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B1EDE713-555C-9FD8-2964-91B329DBF6F7}"/>
                </a:ext>
              </a:extLst>
            </p:cNvPr>
            <p:cNvSpPr txBox="1"/>
            <p:nvPr/>
          </p:nvSpPr>
          <p:spPr>
            <a:xfrm>
              <a:off x="5016275" y="2880049"/>
              <a:ext cx="117919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0B0004020202020204" pitchFamily="34" charset="0"/>
                  <a:ea typeface="+mn-ea"/>
                  <a:cs typeface="+mn-cs"/>
                </a:rPr>
                <a:t>whitelist:</a:t>
              </a:r>
            </a:p>
            <a:p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0B0004020202020204" pitchFamily="34" charset="0"/>
                  <a:ea typeface="+mn-ea"/>
                  <a:cs typeface="+mn-cs"/>
                </a:rPr>
                <a:t>ISMD01TEST</a:t>
              </a:r>
              <a:endParaRPr kumimoji="0" lang="en-GB" sz="16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A5776F21-10DA-BB30-B3B2-89F0C19B3ACC}"/>
                </a:ext>
              </a:extLst>
            </p:cNvPr>
            <p:cNvSpPr txBox="1"/>
            <p:nvPr/>
          </p:nvSpPr>
          <p:spPr>
            <a:xfrm>
              <a:off x="8133761" y="2880049"/>
              <a:ext cx="117919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0B0004020202020204" pitchFamily="34" charset="0"/>
                  <a:ea typeface="+mn-ea"/>
                  <a:cs typeface="+mn-cs"/>
                </a:rPr>
                <a:t>whitelist:</a:t>
              </a:r>
            </a:p>
            <a:p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0B0004020202020204" pitchFamily="34" charset="0"/>
                  <a:ea typeface="+mn-ea"/>
                  <a:cs typeface="+mn-cs"/>
                </a:rPr>
                <a:t>ISMD01TEST</a:t>
              </a:r>
              <a:endParaRPr kumimoji="0" lang="en-GB" sz="16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endParaRPr>
            </a:p>
          </p:txBody>
        </p:sp>
      </p:grp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3EDB4857-E298-A81B-46B4-0BA0483C3407}"/>
              </a:ext>
            </a:extLst>
          </p:cNvPr>
          <p:cNvCxnSpPr>
            <a:cxnSpLocks/>
          </p:cNvCxnSpPr>
          <p:nvPr/>
        </p:nvCxnSpPr>
        <p:spPr>
          <a:xfrm flipV="1">
            <a:off x="9496425" y="4419600"/>
            <a:ext cx="1743075" cy="838200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BF22ACB9-2557-BB56-E0D5-40ABC84B773E}"/>
              </a:ext>
            </a:extLst>
          </p:cNvPr>
          <p:cNvCxnSpPr>
            <a:cxnSpLocks/>
          </p:cNvCxnSpPr>
          <p:nvPr/>
        </p:nvCxnSpPr>
        <p:spPr>
          <a:xfrm>
            <a:off x="6505853" y="3293859"/>
            <a:ext cx="0" cy="265613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triangle" w="med" len="med"/>
          </a:ln>
          <a:effectLst>
            <a:glow rad="101600">
              <a:srgbClr val="FFFF00">
                <a:alpha val="60000"/>
              </a:srgbClr>
            </a:glo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D5E04173-826D-6522-25E0-BAAEC62C0BB4}"/>
              </a:ext>
            </a:extLst>
          </p:cNvPr>
          <p:cNvCxnSpPr>
            <a:cxnSpLocks/>
          </p:cNvCxnSpPr>
          <p:nvPr/>
        </p:nvCxnSpPr>
        <p:spPr>
          <a:xfrm>
            <a:off x="9602289" y="3297767"/>
            <a:ext cx="0" cy="256088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triangle" w="med" len="med"/>
          </a:ln>
          <a:effectLst>
            <a:glow rad="101600">
              <a:srgbClr val="FFFF00">
                <a:alpha val="60000"/>
              </a:srgbClr>
            </a:glo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5" name="Group 4">
            <a:extLst>
              <a:ext uri="{FF2B5EF4-FFF2-40B4-BE49-F238E27FC236}">
                <a16:creationId xmlns:a16="http://schemas.microsoft.com/office/drawing/2014/main" id="{99C6FA3B-227F-E5C1-D3B4-D0000DB66B74}"/>
              </a:ext>
            </a:extLst>
          </p:cNvPr>
          <p:cNvGrpSpPr/>
          <p:nvPr/>
        </p:nvGrpSpPr>
        <p:grpSpPr>
          <a:xfrm>
            <a:off x="6900506" y="3547059"/>
            <a:ext cx="499772" cy="698208"/>
            <a:chOff x="2400894" y="4929298"/>
            <a:chExt cx="612283" cy="855395"/>
          </a:xfrm>
        </p:grpSpPr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CB932C3F-0C7D-C280-C5EC-E3282447BA63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2400894" y="4929298"/>
              <a:ext cx="612283" cy="855395"/>
            </a:xfrm>
            <a:prstGeom prst="rect">
              <a:avLst/>
            </a:prstGeom>
          </p:spPr>
        </p:pic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70BD7FA7-2406-883A-EDCD-5F1504A09178}"/>
                </a:ext>
              </a:extLst>
            </p:cNvPr>
            <p:cNvGrpSpPr/>
            <p:nvPr/>
          </p:nvGrpSpPr>
          <p:grpSpPr>
            <a:xfrm>
              <a:off x="2494912" y="5097206"/>
              <a:ext cx="381019" cy="376523"/>
              <a:chOff x="2467194" y="5209255"/>
              <a:chExt cx="381019" cy="376523"/>
            </a:xfrm>
          </p:grpSpPr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706EF378-E78C-5953-3FD3-4F72A6FDF251}"/>
                  </a:ext>
                </a:extLst>
              </p:cNvPr>
              <p:cNvSpPr/>
              <p:nvPr/>
            </p:nvSpPr>
            <p:spPr>
              <a:xfrm>
                <a:off x="2467194" y="5209255"/>
                <a:ext cx="169804" cy="169804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A</a:t>
                </a:r>
              </a:p>
            </p:txBody>
          </p:sp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E9C8BA01-16FB-8533-0107-83EB787B0BD1}"/>
                  </a:ext>
                </a:extLst>
              </p:cNvPr>
              <p:cNvSpPr/>
              <p:nvPr/>
            </p:nvSpPr>
            <p:spPr>
              <a:xfrm>
                <a:off x="2678409" y="5209255"/>
                <a:ext cx="169804" cy="169804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B</a:t>
                </a:r>
              </a:p>
            </p:txBody>
          </p:sp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D7027A8E-8929-D17F-498A-A430DD7D72AB}"/>
                  </a:ext>
                </a:extLst>
              </p:cNvPr>
              <p:cNvSpPr/>
              <p:nvPr/>
            </p:nvSpPr>
            <p:spPr>
              <a:xfrm>
                <a:off x="2467194" y="5415974"/>
                <a:ext cx="169804" cy="169804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C</a:t>
                </a:r>
              </a:p>
            </p:txBody>
          </p:sp>
          <p:sp>
            <p:nvSpPr>
              <p:cNvPr id="23" name="Rectangle 22">
                <a:extLst>
                  <a:ext uri="{FF2B5EF4-FFF2-40B4-BE49-F238E27FC236}">
                    <a16:creationId xmlns:a16="http://schemas.microsoft.com/office/drawing/2014/main" id="{6CE84B15-9AEC-8ACC-EF02-F410D6892C45}"/>
                  </a:ext>
                </a:extLst>
              </p:cNvPr>
              <p:cNvSpPr/>
              <p:nvPr/>
            </p:nvSpPr>
            <p:spPr>
              <a:xfrm>
                <a:off x="2678409" y="5415974"/>
                <a:ext cx="169804" cy="169804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D</a:t>
                </a:r>
              </a:p>
            </p:txBody>
          </p:sp>
        </p:grp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0DACDE60-93B4-3C3C-D049-966BCD5E5C4D}"/>
              </a:ext>
            </a:extLst>
          </p:cNvPr>
          <p:cNvGrpSpPr/>
          <p:nvPr/>
        </p:nvGrpSpPr>
        <p:grpSpPr>
          <a:xfrm>
            <a:off x="10004311" y="3566618"/>
            <a:ext cx="499772" cy="698208"/>
            <a:chOff x="2400894" y="4929298"/>
            <a:chExt cx="612283" cy="855395"/>
          </a:xfrm>
        </p:grpSpPr>
        <p:pic>
          <p:nvPicPr>
            <p:cNvPr id="26" name="Picture 25">
              <a:extLst>
                <a:ext uri="{FF2B5EF4-FFF2-40B4-BE49-F238E27FC236}">
                  <a16:creationId xmlns:a16="http://schemas.microsoft.com/office/drawing/2014/main" id="{F0A8172D-26AB-DA3C-09EA-8917A6F50B7A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2400894" y="4929298"/>
              <a:ext cx="612283" cy="855395"/>
            </a:xfrm>
            <a:prstGeom prst="rect">
              <a:avLst/>
            </a:prstGeom>
          </p:spPr>
        </p:pic>
        <p:grpSp>
          <p:nvGrpSpPr>
            <p:cNvPr id="27" name="Group 26">
              <a:extLst>
                <a:ext uri="{FF2B5EF4-FFF2-40B4-BE49-F238E27FC236}">
                  <a16:creationId xmlns:a16="http://schemas.microsoft.com/office/drawing/2014/main" id="{AD6B9F3A-BDCD-DC38-1801-80E695BDA370}"/>
                </a:ext>
              </a:extLst>
            </p:cNvPr>
            <p:cNvGrpSpPr/>
            <p:nvPr/>
          </p:nvGrpSpPr>
          <p:grpSpPr>
            <a:xfrm>
              <a:off x="2494912" y="5097206"/>
              <a:ext cx="381019" cy="376523"/>
              <a:chOff x="2467194" y="5209255"/>
              <a:chExt cx="381019" cy="376523"/>
            </a:xfrm>
          </p:grpSpPr>
          <p:sp>
            <p:nvSpPr>
              <p:cNvPr id="28" name="Rectangle 27">
                <a:extLst>
                  <a:ext uri="{FF2B5EF4-FFF2-40B4-BE49-F238E27FC236}">
                    <a16:creationId xmlns:a16="http://schemas.microsoft.com/office/drawing/2014/main" id="{E2353767-6F14-B2E6-226D-153D51EC2767}"/>
                  </a:ext>
                </a:extLst>
              </p:cNvPr>
              <p:cNvSpPr/>
              <p:nvPr/>
            </p:nvSpPr>
            <p:spPr>
              <a:xfrm>
                <a:off x="2467194" y="5209255"/>
                <a:ext cx="169804" cy="169804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A</a:t>
                </a:r>
              </a:p>
            </p:txBody>
          </p:sp>
          <p:sp>
            <p:nvSpPr>
              <p:cNvPr id="29" name="Rectangle 28">
                <a:extLst>
                  <a:ext uri="{FF2B5EF4-FFF2-40B4-BE49-F238E27FC236}">
                    <a16:creationId xmlns:a16="http://schemas.microsoft.com/office/drawing/2014/main" id="{E729DB9E-B79A-895D-E8CD-9315CCACDF82}"/>
                  </a:ext>
                </a:extLst>
              </p:cNvPr>
              <p:cNvSpPr/>
              <p:nvPr/>
            </p:nvSpPr>
            <p:spPr>
              <a:xfrm>
                <a:off x="2678409" y="5209255"/>
                <a:ext cx="169804" cy="169804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B</a:t>
                </a:r>
              </a:p>
            </p:txBody>
          </p:sp>
          <p:sp>
            <p:nvSpPr>
              <p:cNvPr id="35" name="Rectangle 34">
                <a:extLst>
                  <a:ext uri="{FF2B5EF4-FFF2-40B4-BE49-F238E27FC236}">
                    <a16:creationId xmlns:a16="http://schemas.microsoft.com/office/drawing/2014/main" id="{AC6CACA1-A3D0-778B-0BA0-7B1704DF20A9}"/>
                  </a:ext>
                </a:extLst>
              </p:cNvPr>
              <p:cNvSpPr/>
              <p:nvPr/>
            </p:nvSpPr>
            <p:spPr>
              <a:xfrm>
                <a:off x="2467194" y="5415974"/>
                <a:ext cx="169804" cy="169804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C</a:t>
                </a:r>
              </a:p>
            </p:txBody>
          </p:sp>
          <p:sp>
            <p:nvSpPr>
              <p:cNvPr id="36" name="Rectangle 35">
                <a:extLst>
                  <a:ext uri="{FF2B5EF4-FFF2-40B4-BE49-F238E27FC236}">
                    <a16:creationId xmlns:a16="http://schemas.microsoft.com/office/drawing/2014/main" id="{9180F991-8941-9957-1B17-762D562EC176}"/>
                  </a:ext>
                </a:extLst>
              </p:cNvPr>
              <p:cNvSpPr/>
              <p:nvPr/>
            </p:nvSpPr>
            <p:spPr>
              <a:xfrm>
                <a:off x="2678409" y="5415974"/>
                <a:ext cx="169804" cy="169804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D</a:t>
                </a:r>
              </a:p>
            </p:txBody>
          </p:sp>
        </p:grpSp>
      </p:grpSp>
      <p:grpSp>
        <p:nvGrpSpPr>
          <p:cNvPr id="37" name="Group 36">
            <a:extLst>
              <a:ext uri="{FF2B5EF4-FFF2-40B4-BE49-F238E27FC236}">
                <a16:creationId xmlns:a16="http://schemas.microsoft.com/office/drawing/2014/main" id="{8B3B1DF2-AE32-8071-BCAA-F956A0DAAFBE}"/>
              </a:ext>
            </a:extLst>
          </p:cNvPr>
          <p:cNvGrpSpPr/>
          <p:nvPr/>
        </p:nvGrpSpPr>
        <p:grpSpPr>
          <a:xfrm>
            <a:off x="6909719" y="2074116"/>
            <a:ext cx="1745352" cy="583376"/>
            <a:chOff x="9538950" y="2402423"/>
            <a:chExt cx="1745352" cy="583376"/>
          </a:xfrm>
        </p:grpSpPr>
        <p:pic>
          <p:nvPicPr>
            <p:cNvPr id="38" name="Picture 37">
              <a:extLst>
                <a:ext uri="{FF2B5EF4-FFF2-40B4-BE49-F238E27FC236}">
                  <a16:creationId xmlns:a16="http://schemas.microsoft.com/office/drawing/2014/main" id="{2D5DD4D3-28D6-EAC0-2899-5BDCDDDA89E4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/>
            <a:stretch>
              <a:fillRect/>
            </a:stretch>
          </p:blipFill>
          <p:spPr>
            <a:xfrm>
              <a:off x="10866423" y="2402423"/>
              <a:ext cx="417879" cy="583376"/>
            </a:xfrm>
            <a:prstGeom prst="rect">
              <a:avLst/>
            </a:prstGeom>
          </p:spPr>
        </p:pic>
        <p:pic>
          <p:nvPicPr>
            <p:cNvPr id="39" name="Picture 38">
              <a:extLst>
                <a:ext uri="{FF2B5EF4-FFF2-40B4-BE49-F238E27FC236}">
                  <a16:creationId xmlns:a16="http://schemas.microsoft.com/office/drawing/2014/main" id="{6555FB0C-74C7-E762-9BB4-1B27BC42F86A}"/>
                </a:ext>
              </a:extLst>
            </p:cNvPr>
            <p:cNvPicPr>
              <a:picLocks noChangeAspect="1"/>
            </p:cNvPicPr>
            <p:nvPr/>
          </p:nvPicPr>
          <p:blipFill>
            <a:blip r:embed="rId17"/>
            <a:stretch>
              <a:fillRect/>
            </a:stretch>
          </p:blipFill>
          <p:spPr>
            <a:xfrm>
              <a:off x="10423932" y="2402423"/>
              <a:ext cx="413742" cy="583376"/>
            </a:xfrm>
            <a:prstGeom prst="rect">
              <a:avLst/>
            </a:prstGeom>
          </p:spPr>
        </p:pic>
        <p:pic>
          <p:nvPicPr>
            <p:cNvPr id="40" name="Picture 39">
              <a:extLst>
                <a:ext uri="{FF2B5EF4-FFF2-40B4-BE49-F238E27FC236}">
                  <a16:creationId xmlns:a16="http://schemas.microsoft.com/office/drawing/2014/main" id="{383C6BD6-BB95-8464-E34F-53A004BE0A14}"/>
                </a:ext>
              </a:extLst>
            </p:cNvPr>
            <p:cNvPicPr>
              <a:picLocks noChangeAspect="1"/>
            </p:cNvPicPr>
            <p:nvPr/>
          </p:nvPicPr>
          <p:blipFill>
            <a:blip r:embed="rId18"/>
            <a:stretch>
              <a:fillRect/>
            </a:stretch>
          </p:blipFill>
          <p:spPr>
            <a:xfrm>
              <a:off x="9981441" y="2402423"/>
              <a:ext cx="413742" cy="583376"/>
            </a:xfrm>
            <a:prstGeom prst="rect">
              <a:avLst/>
            </a:prstGeom>
          </p:spPr>
        </p:pic>
        <p:pic>
          <p:nvPicPr>
            <p:cNvPr id="41" name="Picture 40">
              <a:extLst>
                <a:ext uri="{FF2B5EF4-FFF2-40B4-BE49-F238E27FC236}">
                  <a16:creationId xmlns:a16="http://schemas.microsoft.com/office/drawing/2014/main" id="{2BFF4E1B-11F0-6018-4D70-B05874BE7085}"/>
                </a:ext>
              </a:extLst>
            </p:cNvPr>
            <p:cNvPicPr>
              <a:picLocks noChangeAspect="1"/>
            </p:cNvPicPr>
            <p:nvPr/>
          </p:nvPicPr>
          <p:blipFill>
            <a:blip r:embed="rId19"/>
            <a:stretch>
              <a:fillRect/>
            </a:stretch>
          </p:blipFill>
          <p:spPr>
            <a:xfrm>
              <a:off x="9538950" y="2402423"/>
              <a:ext cx="413742" cy="583376"/>
            </a:xfrm>
            <a:prstGeom prst="rect">
              <a:avLst/>
            </a:prstGeom>
          </p:spPr>
        </p:pic>
      </p:grpSp>
      <p:grpSp>
        <p:nvGrpSpPr>
          <p:cNvPr id="42" name="Group 41">
            <a:extLst>
              <a:ext uri="{FF2B5EF4-FFF2-40B4-BE49-F238E27FC236}">
                <a16:creationId xmlns:a16="http://schemas.microsoft.com/office/drawing/2014/main" id="{CFAEC090-8A1F-E5C2-F671-DD2E4B21ED38}"/>
              </a:ext>
            </a:extLst>
          </p:cNvPr>
          <p:cNvGrpSpPr/>
          <p:nvPr/>
        </p:nvGrpSpPr>
        <p:grpSpPr>
          <a:xfrm>
            <a:off x="9999774" y="2074116"/>
            <a:ext cx="1745352" cy="583376"/>
            <a:chOff x="9538950" y="2402423"/>
            <a:chExt cx="1745352" cy="583376"/>
          </a:xfrm>
        </p:grpSpPr>
        <p:pic>
          <p:nvPicPr>
            <p:cNvPr id="202" name="Picture 201">
              <a:extLst>
                <a:ext uri="{FF2B5EF4-FFF2-40B4-BE49-F238E27FC236}">
                  <a16:creationId xmlns:a16="http://schemas.microsoft.com/office/drawing/2014/main" id="{89CB3302-24EF-C448-71A1-0F0C62E577C0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/>
            <a:stretch>
              <a:fillRect/>
            </a:stretch>
          </p:blipFill>
          <p:spPr>
            <a:xfrm>
              <a:off x="10866423" y="2402423"/>
              <a:ext cx="417879" cy="583376"/>
            </a:xfrm>
            <a:prstGeom prst="rect">
              <a:avLst/>
            </a:prstGeom>
          </p:spPr>
        </p:pic>
        <p:pic>
          <p:nvPicPr>
            <p:cNvPr id="203" name="Picture 202">
              <a:extLst>
                <a:ext uri="{FF2B5EF4-FFF2-40B4-BE49-F238E27FC236}">
                  <a16:creationId xmlns:a16="http://schemas.microsoft.com/office/drawing/2014/main" id="{F98DA35E-376B-8916-21DD-0A15E16B5D9F}"/>
                </a:ext>
              </a:extLst>
            </p:cNvPr>
            <p:cNvPicPr>
              <a:picLocks noChangeAspect="1"/>
            </p:cNvPicPr>
            <p:nvPr/>
          </p:nvPicPr>
          <p:blipFill>
            <a:blip r:embed="rId17"/>
            <a:stretch>
              <a:fillRect/>
            </a:stretch>
          </p:blipFill>
          <p:spPr>
            <a:xfrm>
              <a:off x="10423932" y="2402423"/>
              <a:ext cx="413742" cy="583376"/>
            </a:xfrm>
            <a:prstGeom prst="rect">
              <a:avLst/>
            </a:prstGeom>
          </p:spPr>
        </p:pic>
        <p:pic>
          <p:nvPicPr>
            <p:cNvPr id="251" name="Picture 250">
              <a:extLst>
                <a:ext uri="{FF2B5EF4-FFF2-40B4-BE49-F238E27FC236}">
                  <a16:creationId xmlns:a16="http://schemas.microsoft.com/office/drawing/2014/main" id="{1F998BB2-0FB8-EF38-6476-D24B41F831F5}"/>
                </a:ext>
              </a:extLst>
            </p:cNvPr>
            <p:cNvPicPr>
              <a:picLocks noChangeAspect="1"/>
            </p:cNvPicPr>
            <p:nvPr/>
          </p:nvPicPr>
          <p:blipFill>
            <a:blip r:embed="rId18"/>
            <a:stretch>
              <a:fillRect/>
            </a:stretch>
          </p:blipFill>
          <p:spPr>
            <a:xfrm>
              <a:off x="9981441" y="2402423"/>
              <a:ext cx="413742" cy="583376"/>
            </a:xfrm>
            <a:prstGeom prst="rect">
              <a:avLst/>
            </a:prstGeom>
          </p:spPr>
        </p:pic>
        <p:pic>
          <p:nvPicPr>
            <p:cNvPr id="256" name="Picture 255">
              <a:extLst>
                <a:ext uri="{FF2B5EF4-FFF2-40B4-BE49-F238E27FC236}">
                  <a16:creationId xmlns:a16="http://schemas.microsoft.com/office/drawing/2014/main" id="{06B6ACBF-57A3-F6A8-38D1-A4911065D17D}"/>
                </a:ext>
              </a:extLst>
            </p:cNvPr>
            <p:cNvPicPr>
              <a:picLocks noChangeAspect="1"/>
            </p:cNvPicPr>
            <p:nvPr/>
          </p:nvPicPr>
          <p:blipFill>
            <a:blip r:embed="rId19"/>
            <a:stretch>
              <a:fillRect/>
            </a:stretch>
          </p:blipFill>
          <p:spPr>
            <a:xfrm>
              <a:off x="9538950" y="2402423"/>
              <a:ext cx="413742" cy="583376"/>
            </a:xfrm>
            <a:prstGeom prst="rect">
              <a:avLst/>
            </a:prstGeom>
          </p:spPr>
        </p:pic>
      </p:grpSp>
      <p:grpSp>
        <p:nvGrpSpPr>
          <p:cNvPr id="268" name="Group 267">
            <a:extLst>
              <a:ext uri="{FF2B5EF4-FFF2-40B4-BE49-F238E27FC236}">
                <a16:creationId xmlns:a16="http://schemas.microsoft.com/office/drawing/2014/main" id="{E908314E-8786-E587-D83B-CDB54D024859}"/>
              </a:ext>
            </a:extLst>
          </p:cNvPr>
          <p:cNvGrpSpPr/>
          <p:nvPr/>
        </p:nvGrpSpPr>
        <p:grpSpPr>
          <a:xfrm>
            <a:off x="3037962" y="3568446"/>
            <a:ext cx="8224599" cy="2603109"/>
            <a:chOff x="3037962" y="3577971"/>
            <a:chExt cx="8224599" cy="2603109"/>
          </a:xfrm>
        </p:grpSpPr>
        <p:grpSp>
          <p:nvGrpSpPr>
            <p:cNvPr id="269" name="Group 268">
              <a:extLst>
                <a:ext uri="{FF2B5EF4-FFF2-40B4-BE49-F238E27FC236}">
                  <a16:creationId xmlns:a16="http://schemas.microsoft.com/office/drawing/2014/main" id="{6C8B95F8-E6F6-1CF3-95B3-DBF851F5B70D}"/>
                </a:ext>
              </a:extLst>
            </p:cNvPr>
            <p:cNvGrpSpPr/>
            <p:nvPr/>
          </p:nvGrpSpPr>
          <p:grpSpPr>
            <a:xfrm>
              <a:off x="4281843" y="4427055"/>
              <a:ext cx="628907" cy="628907"/>
              <a:chOff x="2867802" y="3950805"/>
              <a:chExt cx="628907" cy="628907"/>
            </a:xfrm>
          </p:grpSpPr>
          <p:sp>
            <p:nvSpPr>
              <p:cNvPr id="296" name="Oval 295">
                <a:extLst>
                  <a:ext uri="{FF2B5EF4-FFF2-40B4-BE49-F238E27FC236}">
                    <a16:creationId xmlns:a16="http://schemas.microsoft.com/office/drawing/2014/main" id="{83039627-49A1-C42B-DF7F-3A142E5F70EA}"/>
                  </a:ext>
                </a:extLst>
              </p:cNvPr>
              <p:cNvSpPr/>
              <p:nvPr/>
            </p:nvSpPr>
            <p:spPr>
              <a:xfrm>
                <a:off x="2867802" y="3950805"/>
                <a:ext cx="628907" cy="628907"/>
              </a:xfrm>
              <a:prstGeom prst="ellipse">
                <a:avLst/>
              </a:prstGeom>
              <a:solidFill>
                <a:schemeClr val="bg1"/>
              </a:solidFill>
              <a:ln w="28575">
                <a:solidFill>
                  <a:schemeClr val="tx1"/>
                </a:solidFill>
              </a:ln>
              <a:effectLst>
                <a:glow rad="101600">
                  <a:schemeClr val="accent5">
                    <a:satMod val="175000"/>
                    <a:alpha val="40000"/>
                  </a:schemeClr>
                </a:glo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297" name="TextBox 296">
                <a:extLst>
                  <a:ext uri="{FF2B5EF4-FFF2-40B4-BE49-F238E27FC236}">
                    <a16:creationId xmlns:a16="http://schemas.microsoft.com/office/drawing/2014/main" id="{D747E6A4-9EED-CC3D-7AEE-A2EA39C7557B}"/>
                  </a:ext>
                </a:extLst>
              </p:cNvPr>
              <p:cNvSpPr txBox="1"/>
              <p:nvPr/>
            </p:nvSpPr>
            <p:spPr>
              <a:xfrm>
                <a:off x="2949594" y="4126758"/>
                <a:ext cx="465322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2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ptos" panose="020B0004020202020204" pitchFamily="34" charset="0"/>
                    <a:ea typeface="+mn-ea"/>
                    <a:cs typeface="Arial" panose="020B0604020202020204" pitchFamily="34" charset="0"/>
                  </a:rPr>
                  <a:t>RTH</a:t>
                </a:r>
              </a:p>
            </p:txBody>
          </p:sp>
        </p:grpSp>
        <p:cxnSp>
          <p:nvCxnSpPr>
            <p:cNvPr id="271" name="Straight Arrow Connector 270">
              <a:extLst>
                <a:ext uri="{FF2B5EF4-FFF2-40B4-BE49-F238E27FC236}">
                  <a16:creationId xmlns:a16="http://schemas.microsoft.com/office/drawing/2014/main" id="{887546E9-9D62-0DF6-9117-1F1A9BBAA946}"/>
                </a:ext>
              </a:extLst>
            </p:cNvPr>
            <p:cNvCxnSpPr>
              <a:cxnSpLocks/>
            </p:cNvCxnSpPr>
            <p:nvPr/>
          </p:nvCxnSpPr>
          <p:spPr>
            <a:xfrm>
              <a:off x="3037962" y="4315266"/>
              <a:ext cx="1175587" cy="306792"/>
            </a:xfrm>
            <a:prstGeom prst="straightConnector1">
              <a:avLst/>
            </a:prstGeom>
            <a:ln>
              <a:solidFill>
                <a:schemeClr val="bg2">
                  <a:lumMod val="90000"/>
                </a:schemeClr>
              </a:solidFill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72" name="Group 271">
              <a:extLst>
                <a:ext uri="{FF2B5EF4-FFF2-40B4-BE49-F238E27FC236}">
                  <a16:creationId xmlns:a16="http://schemas.microsoft.com/office/drawing/2014/main" id="{9E8BEC09-CC65-C1B4-459F-44CC81AC9DC5}"/>
                </a:ext>
              </a:extLst>
            </p:cNvPr>
            <p:cNvGrpSpPr/>
            <p:nvPr/>
          </p:nvGrpSpPr>
          <p:grpSpPr>
            <a:xfrm>
              <a:off x="6188224" y="3577971"/>
              <a:ext cx="628907" cy="628907"/>
              <a:chOff x="2867802" y="3950805"/>
              <a:chExt cx="628907" cy="628907"/>
            </a:xfrm>
          </p:grpSpPr>
          <p:sp>
            <p:nvSpPr>
              <p:cNvPr id="294" name="Oval 293">
                <a:extLst>
                  <a:ext uri="{FF2B5EF4-FFF2-40B4-BE49-F238E27FC236}">
                    <a16:creationId xmlns:a16="http://schemas.microsoft.com/office/drawing/2014/main" id="{A7D38DF9-2151-7C84-1096-56EA3CA15D23}"/>
                  </a:ext>
                </a:extLst>
              </p:cNvPr>
              <p:cNvSpPr/>
              <p:nvPr/>
            </p:nvSpPr>
            <p:spPr>
              <a:xfrm>
                <a:off x="2867802" y="3950805"/>
                <a:ext cx="628907" cy="628907"/>
              </a:xfrm>
              <a:prstGeom prst="ellipse">
                <a:avLst/>
              </a:prstGeom>
              <a:solidFill>
                <a:schemeClr val="bg1"/>
              </a:solidFill>
              <a:ln w="28575">
                <a:solidFill>
                  <a:schemeClr val="tx1"/>
                </a:solidFill>
              </a:ln>
              <a:effectLst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295" name="TextBox 294">
                <a:extLst>
                  <a:ext uri="{FF2B5EF4-FFF2-40B4-BE49-F238E27FC236}">
                    <a16:creationId xmlns:a16="http://schemas.microsoft.com/office/drawing/2014/main" id="{8A9A5B77-6B2D-95A7-782E-B901EA361077}"/>
                  </a:ext>
                </a:extLst>
              </p:cNvPr>
              <p:cNvSpPr txBox="1"/>
              <p:nvPr/>
            </p:nvSpPr>
            <p:spPr>
              <a:xfrm>
                <a:off x="2949594" y="4068702"/>
                <a:ext cx="465322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2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ptos" panose="020B0004020202020204" pitchFamily="34" charset="0"/>
                    <a:ea typeface="+mn-ea"/>
                    <a:cs typeface="Arial" panose="020B0604020202020204" pitchFamily="34" charset="0"/>
                  </a:rPr>
                  <a:t>RTH</a:t>
                </a:r>
              </a:p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8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ptos" panose="020B0004020202020204" pitchFamily="34" charset="0"/>
                    <a:ea typeface="+mn-ea"/>
                    <a:cs typeface="Arial" panose="020B0604020202020204" pitchFamily="34" charset="0"/>
                  </a:rPr>
                  <a:t>Exeter</a:t>
                </a:r>
              </a:p>
            </p:txBody>
          </p:sp>
        </p:grpSp>
        <p:grpSp>
          <p:nvGrpSpPr>
            <p:cNvPr id="273" name="Group 272">
              <a:extLst>
                <a:ext uri="{FF2B5EF4-FFF2-40B4-BE49-F238E27FC236}">
                  <a16:creationId xmlns:a16="http://schemas.microsoft.com/office/drawing/2014/main" id="{3542C4A4-93EC-C280-E334-5138E2BEEDC1}"/>
                </a:ext>
              </a:extLst>
            </p:cNvPr>
            <p:cNvGrpSpPr/>
            <p:nvPr/>
          </p:nvGrpSpPr>
          <p:grpSpPr>
            <a:xfrm>
              <a:off x="9293175" y="3577971"/>
              <a:ext cx="628907" cy="628907"/>
              <a:chOff x="2867802" y="3950805"/>
              <a:chExt cx="628907" cy="628907"/>
            </a:xfrm>
          </p:grpSpPr>
          <p:sp>
            <p:nvSpPr>
              <p:cNvPr id="292" name="Oval 291">
                <a:extLst>
                  <a:ext uri="{FF2B5EF4-FFF2-40B4-BE49-F238E27FC236}">
                    <a16:creationId xmlns:a16="http://schemas.microsoft.com/office/drawing/2014/main" id="{A9737E1C-643E-5327-815D-5AB7F66C025C}"/>
                  </a:ext>
                </a:extLst>
              </p:cNvPr>
              <p:cNvSpPr/>
              <p:nvPr/>
            </p:nvSpPr>
            <p:spPr>
              <a:xfrm>
                <a:off x="2867802" y="3950805"/>
                <a:ext cx="628907" cy="628907"/>
              </a:xfrm>
              <a:prstGeom prst="ellipse">
                <a:avLst/>
              </a:prstGeom>
              <a:solidFill>
                <a:schemeClr val="bg1"/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293" name="TextBox 292">
                <a:extLst>
                  <a:ext uri="{FF2B5EF4-FFF2-40B4-BE49-F238E27FC236}">
                    <a16:creationId xmlns:a16="http://schemas.microsoft.com/office/drawing/2014/main" id="{0F6928E1-0F79-866B-7B94-2BDA8B15675E}"/>
                  </a:ext>
                </a:extLst>
              </p:cNvPr>
              <p:cNvSpPr txBox="1"/>
              <p:nvPr/>
            </p:nvSpPr>
            <p:spPr>
              <a:xfrm>
                <a:off x="2932200" y="4068702"/>
                <a:ext cx="500110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2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ptos" panose="020B0004020202020204" pitchFamily="34" charset="0"/>
                    <a:ea typeface="+mn-ea"/>
                    <a:cs typeface="Arial" panose="020B0604020202020204" pitchFamily="34" charset="0"/>
                  </a:rPr>
                  <a:t>RTH</a:t>
                </a:r>
              </a:p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8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ptos" panose="020B0004020202020204" pitchFamily="34" charset="0"/>
                    <a:ea typeface="+mn-ea"/>
                    <a:cs typeface="Arial" panose="020B0604020202020204" pitchFamily="34" charset="0"/>
                  </a:rPr>
                  <a:t>Beijing</a:t>
                </a:r>
                <a:endParaRPr kumimoji="0" lang="en-GB" sz="7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0B0004020202020204" pitchFamily="34" charset="0"/>
                  <a:ea typeface="+mn-ea"/>
                  <a:cs typeface="Arial" panose="020B0604020202020204" pitchFamily="34" charset="0"/>
                </a:endParaRPr>
              </a:p>
            </p:txBody>
          </p:sp>
        </p:grpSp>
        <p:grpSp>
          <p:nvGrpSpPr>
            <p:cNvPr id="274" name="Group 273">
              <a:extLst>
                <a:ext uri="{FF2B5EF4-FFF2-40B4-BE49-F238E27FC236}">
                  <a16:creationId xmlns:a16="http://schemas.microsoft.com/office/drawing/2014/main" id="{4B766BCB-43B0-EAE2-7B84-1ABAEF4170BE}"/>
                </a:ext>
              </a:extLst>
            </p:cNvPr>
            <p:cNvGrpSpPr/>
            <p:nvPr/>
          </p:nvGrpSpPr>
          <p:grpSpPr>
            <a:xfrm>
              <a:off x="6521485" y="5413675"/>
              <a:ext cx="628907" cy="628907"/>
              <a:chOff x="2867802" y="3950805"/>
              <a:chExt cx="628907" cy="628907"/>
            </a:xfrm>
          </p:grpSpPr>
          <p:sp>
            <p:nvSpPr>
              <p:cNvPr id="290" name="Oval 289">
                <a:extLst>
                  <a:ext uri="{FF2B5EF4-FFF2-40B4-BE49-F238E27FC236}">
                    <a16:creationId xmlns:a16="http://schemas.microsoft.com/office/drawing/2014/main" id="{DB4BF444-0EC2-314D-2ECA-72AA7B7E0949}"/>
                  </a:ext>
                </a:extLst>
              </p:cNvPr>
              <p:cNvSpPr/>
              <p:nvPr/>
            </p:nvSpPr>
            <p:spPr>
              <a:xfrm>
                <a:off x="2867802" y="3950805"/>
                <a:ext cx="628907" cy="628907"/>
              </a:xfrm>
              <a:prstGeom prst="ellipse">
                <a:avLst/>
              </a:prstGeom>
              <a:solidFill>
                <a:schemeClr val="bg1"/>
              </a:solidFill>
              <a:ln w="28575">
                <a:solidFill>
                  <a:schemeClr val="tx1"/>
                </a:solidFill>
              </a:ln>
              <a:effectLst>
                <a:glow rad="101600">
                  <a:schemeClr val="accent5">
                    <a:satMod val="175000"/>
                    <a:alpha val="40000"/>
                  </a:schemeClr>
                </a:glo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>
                      <a:lumMod val="65000"/>
                    </a:prstClr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291" name="TextBox 290">
                <a:extLst>
                  <a:ext uri="{FF2B5EF4-FFF2-40B4-BE49-F238E27FC236}">
                    <a16:creationId xmlns:a16="http://schemas.microsoft.com/office/drawing/2014/main" id="{2F656A9A-E582-C092-F48D-D6163F71586C}"/>
                  </a:ext>
                </a:extLst>
              </p:cNvPr>
              <p:cNvSpPr txBox="1"/>
              <p:nvPr/>
            </p:nvSpPr>
            <p:spPr>
              <a:xfrm>
                <a:off x="2949594" y="4126758"/>
                <a:ext cx="465322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2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ptos" panose="020B0004020202020204" pitchFamily="34" charset="0"/>
                    <a:ea typeface="+mn-ea"/>
                    <a:cs typeface="Arial" panose="020B0604020202020204" pitchFamily="34" charset="0"/>
                  </a:rPr>
                  <a:t>RTH</a:t>
                </a:r>
              </a:p>
            </p:txBody>
          </p:sp>
        </p:grpSp>
        <p:grpSp>
          <p:nvGrpSpPr>
            <p:cNvPr id="275" name="Group 274">
              <a:extLst>
                <a:ext uri="{FF2B5EF4-FFF2-40B4-BE49-F238E27FC236}">
                  <a16:creationId xmlns:a16="http://schemas.microsoft.com/office/drawing/2014/main" id="{0096A3EC-D261-CE69-35DF-10C4FBF35E9B}"/>
                </a:ext>
              </a:extLst>
            </p:cNvPr>
            <p:cNvGrpSpPr/>
            <p:nvPr/>
          </p:nvGrpSpPr>
          <p:grpSpPr>
            <a:xfrm>
              <a:off x="8862418" y="5165872"/>
              <a:ext cx="628907" cy="628907"/>
              <a:chOff x="2867802" y="3950805"/>
              <a:chExt cx="628907" cy="628907"/>
            </a:xfrm>
          </p:grpSpPr>
          <p:sp>
            <p:nvSpPr>
              <p:cNvPr id="288" name="Oval 287">
                <a:extLst>
                  <a:ext uri="{FF2B5EF4-FFF2-40B4-BE49-F238E27FC236}">
                    <a16:creationId xmlns:a16="http://schemas.microsoft.com/office/drawing/2014/main" id="{A3BA45C6-3EAA-A113-1F12-A8C6B41FFE1A}"/>
                  </a:ext>
                </a:extLst>
              </p:cNvPr>
              <p:cNvSpPr/>
              <p:nvPr/>
            </p:nvSpPr>
            <p:spPr>
              <a:xfrm>
                <a:off x="2867802" y="3950805"/>
                <a:ext cx="628907" cy="628907"/>
              </a:xfrm>
              <a:prstGeom prst="ellipse">
                <a:avLst/>
              </a:prstGeom>
              <a:solidFill>
                <a:schemeClr val="bg1"/>
              </a:solidFill>
              <a:ln w="28575">
                <a:solidFill>
                  <a:schemeClr val="tx1"/>
                </a:solidFill>
              </a:ln>
              <a:effectLst>
                <a:glow rad="101600">
                  <a:schemeClr val="accent5">
                    <a:satMod val="175000"/>
                    <a:alpha val="40000"/>
                  </a:schemeClr>
                </a:glo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>
                      <a:lumMod val="65000"/>
                    </a:prstClr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289" name="TextBox 288">
                <a:extLst>
                  <a:ext uri="{FF2B5EF4-FFF2-40B4-BE49-F238E27FC236}">
                    <a16:creationId xmlns:a16="http://schemas.microsoft.com/office/drawing/2014/main" id="{0D31E8E9-6392-00AC-A857-D0B98E211812}"/>
                  </a:ext>
                </a:extLst>
              </p:cNvPr>
              <p:cNvSpPr txBox="1"/>
              <p:nvPr/>
            </p:nvSpPr>
            <p:spPr>
              <a:xfrm>
                <a:off x="2949594" y="4126758"/>
                <a:ext cx="465322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2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ptos" panose="020B0004020202020204" pitchFamily="34" charset="0"/>
                    <a:ea typeface="+mn-ea"/>
                    <a:cs typeface="Arial" panose="020B0604020202020204" pitchFamily="34" charset="0"/>
                  </a:rPr>
                  <a:t>RTH</a:t>
                </a:r>
              </a:p>
            </p:txBody>
          </p:sp>
        </p:grpSp>
        <p:grpSp>
          <p:nvGrpSpPr>
            <p:cNvPr id="276" name="Group 275">
              <a:extLst>
                <a:ext uri="{FF2B5EF4-FFF2-40B4-BE49-F238E27FC236}">
                  <a16:creationId xmlns:a16="http://schemas.microsoft.com/office/drawing/2014/main" id="{E787D51E-842F-C058-6590-456270B9AD7A}"/>
                </a:ext>
              </a:extLst>
            </p:cNvPr>
            <p:cNvGrpSpPr/>
            <p:nvPr/>
          </p:nvGrpSpPr>
          <p:grpSpPr>
            <a:xfrm>
              <a:off x="7543240" y="4536965"/>
              <a:ext cx="628907" cy="628907"/>
              <a:chOff x="2867802" y="3950805"/>
              <a:chExt cx="628907" cy="628907"/>
            </a:xfrm>
          </p:grpSpPr>
          <p:sp>
            <p:nvSpPr>
              <p:cNvPr id="286" name="Oval 285">
                <a:extLst>
                  <a:ext uri="{FF2B5EF4-FFF2-40B4-BE49-F238E27FC236}">
                    <a16:creationId xmlns:a16="http://schemas.microsoft.com/office/drawing/2014/main" id="{2D9D36BD-AA9E-FA67-62A5-E1E5508C4CD9}"/>
                  </a:ext>
                </a:extLst>
              </p:cNvPr>
              <p:cNvSpPr/>
              <p:nvPr/>
            </p:nvSpPr>
            <p:spPr>
              <a:xfrm>
                <a:off x="2867802" y="3950805"/>
                <a:ext cx="628907" cy="628907"/>
              </a:xfrm>
              <a:prstGeom prst="ellipse">
                <a:avLst/>
              </a:prstGeom>
              <a:solidFill>
                <a:schemeClr val="bg1"/>
              </a:solidFill>
              <a:ln w="28575">
                <a:solidFill>
                  <a:schemeClr val="tx1"/>
                </a:solidFill>
              </a:ln>
              <a:effectLst>
                <a:glow rad="101600">
                  <a:schemeClr val="accent5">
                    <a:satMod val="175000"/>
                    <a:alpha val="40000"/>
                  </a:schemeClr>
                </a:glo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>
                      <a:lumMod val="65000"/>
                    </a:prstClr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287" name="TextBox 286">
                <a:extLst>
                  <a:ext uri="{FF2B5EF4-FFF2-40B4-BE49-F238E27FC236}">
                    <a16:creationId xmlns:a16="http://schemas.microsoft.com/office/drawing/2014/main" id="{DD1FCE10-401F-2DF2-C523-3579113B08EB}"/>
                  </a:ext>
                </a:extLst>
              </p:cNvPr>
              <p:cNvSpPr txBox="1"/>
              <p:nvPr/>
            </p:nvSpPr>
            <p:spPr>
              <a:xfrm>
                <a:off x="2949594" y="4126758"/>
                <a:ext cx="465322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2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ptos" panose="020B0004020202020204" pitchFamily="34" charset="0"/>
                    <a:ea typeface="+mn-ea"/>
                    <a:cs typeface="Arial" panose="020B0604020202020204" pitchFamily="34" charset="0"/>
                  </a:rPr>
                  <a:t>RTH</a:t>
                </a:r>
              </a:p>
            </p:txBody>
          </p:sp>
        </p:grpSp>
        <p:cxnSp>
          <p:nvCxnSpPr>
            <p:cNvPr id="277" name="Straight Arrow Connector 276">
              <a:extLst>
                <a:ext uri="{FF2B5EF4-FFF2-40B4-BE49-F238E27FC236}">
                  <a16:creationId xmlns:a16="http://schemas.microsoft.com/office/drawing/2014/main" id="{CFC6D826-063C-4F58-CC10-7328044F296D}"/>
                </a:ext>
              </a:extLst>
            </p:cNvPr>
            <p:cNvCxnSpPr>
              <a:cxnSpLocks/>
            </p:cNvCxnSpPr>
            <p:nvPr/>
          </p:nvCxnSpPr>
          <p:spPr>
            <a:xfrm>
              <a:off x="4975127" y="4870482"/>
              <a:ext cx="1508258" cy="709621"/>
            </a:xfrm>
            <a:prstGeom prst="straightConnector1">
              <a:avLst/>
            </a:prstGeom>
            <a:ln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8" name="Straight Arrow Connector 277">
              <a:extLst>
                <a:ext uri="{FF2B5EF4-FFF2-40B4-BE49-F238E27FC236}">
                  <a16:creationId xmlns:a16="http://schemas.microsoft.com/office/drawing/2014/main" id="{D83BD3A5-2783-2B0E-399F-C994DB3ADBA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948850" y="3983610"/>
              <a:ext cx="1143095" cy="575843"/>
            </a:xfrm>
            <a:prstGeom prst="straightConnector1">
              <a:avLst/>
            </a:prstGeom>
            <a:ln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9" name="Straight Arrow Connector 278">
              <a:extLst>
                <a:ext uri="{FF2B5EF4-FFF2-40B4-BE49-F238E27FC236}">
                  <a16:creationId xmlns:a16="http://schemas.microsoft.com/office/drawing/2014/main" id="{9E55C460-107C-BEF1-5C7C-B104C01C0D1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123124" y="5120144"/>
              <a:ext cx="428025" cy="331605"/>
            </a:xfrm>
            <a:prstGeom prst="straightConnector1">
              <a:avLst/>
            </a:prstGeom>
            <a:ln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0" name="Straight Arrow Connector 279">
              <a:extLst>
                <a:ext uri="{FF2B5EF4-FFF2-40B4-BE49-F238E27FC236}">
                  <a16:creationId xmlns:a16="http://schemas.microsoft.com/office/drawing/2014/main" id="{4810DCEF-6B73-116D-A025-41A1677A4FB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172147" y="4092067"/>
              <a:ext cx="1121028" cy="549041"/>
            </a:xfrm>
            <a:prstGeom prst="straightConnector1">
              <a:avLst/>
            </a:prstGeom>
            <a:ln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1" name="Straight Arrow Connector 280">
              <a:extLst>
                <a:ext uri="{FF2B5EF4-FFF2-40B4-BE49-F238E27FC236}">
                  <a16:creationId xmlns:a16="http://schemas.microsoft.com/office/drawing/2014/main" id="{456152D2-126C-52E2-0A05-B0036452CE4C}"/>
                </a:ext>
              </a:extLst>
            </p:cNvPr>
            <p:cNvCxnSpPr>
              <a:cxnSpLocks/>
            </p:cNvCxnSpPr>
            <p:nvPr/>
          </p:nvCxnSpPr>
          <p:spPr>
            <a:xfrm>
              <a:off x="8191197" y="5026609"/>
              <a:ext cx="652171" cy="305691"/>
            </a:xfrm>
            <a:prstGeom prst="straightConnector1">
              <a:avLst/>
            </a:prstGeom>
            <a:ln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2" name="Straight Arrow Connector 281">
              <a:extLst>
                <a:ext uri="{FF2B5EF4-FFF2-40B4-BE49-F238E27FC236}">
                  <a16:creationId xmlns:a16="http://schemas.microsoft.com/office/drawing/2014/main" id="{16BFCBDB-8765-06C4-9586-5B7733809C5A}"/>
                </a:ext>
              </a:extLst>
            </p:cNvPr>
            <p:cNvCxnSpPr>
              <a:cxnSpLocks/>
            </p:cNvCxnSpPr>
            <p:nvPr/>
          </p:nvCxnSpPr>
          <p:spPr>
            <a:xfrm>
              <a:off x="9538950" y="5570578"/>
              <a:ext cx="981544" cy="276999"/>
            </a:xfrm>
            <a:prstGeom prst="straightConnector1">
              <a:avLst/>
            </a:prstGeom>
            <a:ln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83" name="Group 282">
              <a:extLst>
                <a:ext uri="{FF2B5EF4-FFF2-40B4-BE49-F238E27FC236}">
                  <a16:creationId xmlns:a16="http://schemas.microsoft.com/office/drawing/2014/main" id="{FE7CCB8F-AD61-BCC5-35C1-64BD156E4278}"/>
                </a:ext>
              </a:extLst>
            </p:cNvPr>
            <p:cNvGrpSpPr/>
            <p:nvPr/>
          </p:nvGrpSpPr>
          <p:grpSpPr>
            <a:xfrm>
              <a:off x="10510969" y="5552173"/>
              <a:ext cx="751592" cy="628907"/>
              <a:chOff x="10510969" y="5552173"/>
              <a:chExt cx="751592" cy="628907"/>
            </a:xfrm>
          </p:grpSpPr>
          <p:sp>
            <p:nvSpPr>
              <p:cNvPr id="284" name="Rectangle: Rounded Corners 283">
                <a:extLst>
                  <a:ext uri="{FF2B5EF4-FFF2-40B4-BE49-F238E27FC236}">
                    <a16:creationId xmlns:a16="http://schemas.microsoft.com/office/drawing/2014/main" id="{5EB3461B-CBBB-8A10-99FE-A0AE38BEB600}"/>
                  </a:ext>
                </a:extLst>
              </p:cNvPr>
              <p:cNvSpPr/>
              <p:nvPr/>
            </p:nvSpPr>
            <p:spPr>
              <a:xfrm>
                <a:off x="10572312" y="5552173"/>
                <a:ext cx="628907" cy="628907"/>
              </a:xfrm>
              <a:prstGeom prst="roundRect">
                <a:avLst>
                  <a:gd name="adj" fmla="val 8678"/>
                </a:avLst>
              </a:prstGeom>
              <a:solidFill>
                <a:schemeClr val="bg1"/>
              </a:solidFill>
              <a:ln w="28575">
                <a:solidFill>
                  <a:schemeClr val="tx1"/>
                </a:solidFill>
              </a:ln>
              <a:effectLst>
                <a:glow rad="101600">
                  <a:schemeClr val="accent5">
                    <a:satMod val="175000"/>
                    <a:alpha val="40000"/>
                  </a:schemeClr>
                </a:glo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285" name="TextBox 284">
                <a:extLst>
                  <a:ext uri="{FF2B5EF4-FFF2-40B4-BE49-F238E27FC236}">
                    <a16:creationId xmlns:a16="http://schemas.microsoft.com/office/drawing/2014/main" id="{2357ACC2-1630-7464-1321-1918565E5699}"/>
                  </a:ext>
                </a:extLst>
              </p:cNvPr>
              <p:cNvSpPr txBox="1"/>
              <p:nvPr/>
            </p:nvSpPr>
            <p:spPr>
              <a:xfrm>
                <a:off x="10510969" y="5728127"/>
                <a:ext cx="751592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2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ptos" panose="020B0004020202020204" pitchFamily="34" charset="0"/>
                    <a:ea typeface="+mn-ea"/>
                    <a:cs typeface="Arial" panose="020B0604020202020204" pitchFamily="34" charset="0"/>
                  </a:rPr>
                  <a:t>WDQMS</a:t>
                </a:r>
              </a:p>
            </p:txBody>
          </p:sp>
        </p:grpSp>
      </p:grpSp>
      <p:grpSp>
        <p:nvGrpSpPr>
          <p:cNvPr id="257" name="Group 256">
            <a:extLst>
              <a:ext uri="{FF2B5EF4-FFF2-40B4-BE49-F238E27FC236}">
                <a16:creationId xmlns:a16="http://schemas.microsoft.com/office/drawing/2014/main" id="{2B31D1AB-7F81-E837-CF61-45D440666EFC}"/>
              </a:ext>
            </a:extLst>
          </p:cNvPr>
          <p:cNvGrpSpPr/>
          <p:nvPr/>
        </p:nvGrpSpPr>
        <p:grpSpPr>
          <a:xfrm>
            <a:off x="5191273" y="3763946"/>
            <a:ext cx="4290842" cy="246221"/>
            <a:chOff x="5191273" y="3763946"/>
            <a:chExt cx="4290842" cy="246221"/>
          </a:xfrm>
        </p:grpSpPr>
        <p:sp>
          <p:nvSpPr>
            <p:cNvPr id="258" name="TextBox 257">
              <a:extLst>
                <a:ext uri="{FF2B5EF4-FFF2-40B4-BE49-F238E27FC236}">
                  <a16:creationId xmlns:a16="http://schemas.microsoft.com/office/drawing/2014/main" id="{C2885F41-2E21-A4F5-7016-42A7E3029FA8}"/>
                </a:ext>
              </a:extLst>
            </p:cNvPr>
            <p:cNvSpPr txBox="1"/>
            <p:nvPr/>
          </p:nvSpPr>
          <p:spPr>
            <a:xfrm>
              <a:off x="5191273" y="3763946"/>
              <a:ext cx="1179193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0B0004020202020204" pitchFamily="34" charset="0"/>
                  <a:ea typeface="+mn-ea"/>
                  <a:cs typeface="+mn-cs"/>
                </a:rPr>
                <a:t>ISMD01TEST</a:t>
              </a:r>
              <a:endParaRPr kumimoji="0" lang="en-GB" sz="11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9" name="TextBox 258">
              <a:extLst>
                <a:ext uri="{FF2B5EF4-FFF2-40B4-BE49-F238E27FC236}">
                  <a16:creationId xmlns:a16="http://schemas.microsoft.com/office/drawing/2014/main" id="{9CB5862F-DE29-85D5-8A26-A4AB943E7341}"/>
                </a:ext>
              </a:extLst>
            </p:cNvPr>
            <p:cNvSpPr txBox="1"/>
            <p:nvPr/>
          </p:nvSpPr>
          <p:spPr>
            <a:xfrm>
              <a:off x="8302922" y="3763946"/>
              <a:ext cx="1179193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0B0004020202020204" pitchFamily="34" charset="0"/>
                  <a:ea typeface="+mn-ea"/>
                  <a:cs typeface="+mn-cs"/>
                </a:rPr>
                <a:t>ISMD01TEST</a:t>
              </a:r>
              <a:endParaRPr kumimoji="0" lang="en-GB" sz="11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endParaRPr>
            </a:p>
          </p:txBody>
        </p:sp>
      </p:grpSp>
      <p:grpSp>
        <p:nvGrpSpPr>
          <p:cNvPr id="260" name="Group 259">
            <a:extLst>
              <a:ext uri="{FF2B5EF4-FFF2-40B4-BE49-F238E27FC236}">
                <a16:creationId xmlns:a16="http://schemas.microsoft.com/office/drawing/2014/main" id="{56F6CA9C-71A5-4366-4E5E-4316AF3F15F6}"/>
              </a:ext>
            </a:extLst>
          </p:cNvPr>
          <p:cNvGrpSpPr/>
          <p:nvPr/>
        </p:nvGrpSpPr>
        <p:grpSpPr>
          <a:xfrm>
            <a:off x="4748610" y="4602866"/>
            <a:ext cx="4433249" cy="351277"/>
            <a:chOff x="4748610" y="4602866"/>
            <a:chExt cx="4433249" cy="351277"/>
          </a:xfrm>
        </p:grpSpPr>
        <p:sp>
          <p:nvSpPr>
            <p:cNvPr id="261" name="TextBox 260">
              <a:extLst>
                <a:ext uri="{FF2B5EF4-FFF2-40B4-BE49-F238E27FC236}">
                  <a16:creationId xmlns:a16="http://schemas.microsoft.com/office/drawing/2014/main" id="{0FFB7584-EE35-7450-62B5-7DA1DD3267CF}"/>
                </a:ext>
              </a:extLst>
            </p:cNvPr>
            <p:cNvSpPr txBox="1"/>
            <p:nvPr/>
          </p:nvSpPr>
          <p:spPr>
            <a:xfrm>
              <a:off x="4748610" y="4602866"/>
              <a:ext cx="1179193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0B0004020202020204" pitchFamily="34" charset="0"/>
                  <a:ea typeface="+mn-ea"/>
                  <a:cs typeface="+mn-cs"/>
                </a:rPr>
                <a:t>ISMD01TEST</a:t>
              </a:r>
              <a:endParaRPr kumimoji="0" lang="en-GB" sz="11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8" name="TextBox 297">
              <a:extLst>
                <a:ext uri="{FF2B5EF4-FFF2-40B4-BE49-F238E27FC236}">
                  <a16:creationId xmlns:a16="http://schemas.microsoft.com/office/drawing/2014/main" id="{C265789C-90B2-33BF-ECB0-0D7062AFD10D}"/>
                </a:ext>
              </a:extLst>
            </p:cNvPr>
            <p:cNvSpPr txBox="1"/>
            <p:nvPr/>
          </p:nvSpPr>
          <p:spPr>
            <a:xfrm>
              <a:off x="8002666" y="4707922"/>
              <a:ext cx="1179193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0B0004020202020204" pitchFamily="34" charset="0"/>
                  <a:ea typeface="+mn-ea"/>
                  <a:cs typeface="+mn-cs"/>
                </a:rPr>
                <a:t>ISMD01TEST</a:t>
              </a:r>
              <a:endParaRPr kumimoji="0" lang="en-GB" sz="11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endParaRPr>
            </a:p>
          </p:txBody>
        </p:sp>
      </p:grpSp>
      <p:grpSp>
        <p:nvGrpSpPr>
          <p:cNvPr id="299" name="Group 298">
            <a:extLst>
              <a:ext uri="{FF2B5EF4-FFF2-40B4-BE49-F238E27FC236}">
                <a16:creationId xmlns:a16="http://schemas.microsoft.com/office/drawing/2014/main" id="{ADDC598F-1631-7FB3-345A-4434E54ACA49}"/>
              </a:ext>
            </a:extLst>
          </p:cNvPr>
          <p:cNvGrpSpPr/>
          <p:nvPr/>
        </p:nvGrpSpPr>
        <p:grpSpPr>
          <a:xfrm>
            <a:off x="6996868" y="5289104"/>
            <a:ext cx="3523626" cy="558473"/>
            <a:chOff x="6996868" y="5289104"/>
            <a:chExt cx="3523626" cy="558473"/>
          </a:xfrm>
        </p:grpSpPr>
        <p:sp>
          <p:nvSpPr>
            <p:cNvPr id="300" name="TextBox 299">
              <a:extLst>
                <a:ext uri="{FF2B5EF4-FFF2-40B4-BE49-F238E27FC236}">
                  <a16:creationId xmlns:a16="http://schemas.microsoft.com/office/drawing/2014/main" id="{568062DD-0C3E-980E-C130-5FCBC1D26D0A}"/>
                </a:ext>
              </a:extLst>
            </p:cNvPr>
            <p:cNvSpPr txBox="1"/>
            <p:nvPr/>
          </p:nvSpPr>
          <p:spPr>
            <a:xfrm>
              <a:off x="6996868" y="5601356"/>
              <a:ext cx="1179193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0B0004020202020204" pitchFamily="34" charset="0"/>
                  <a:ea typeface="+mn-ea"/>
                  <a:cs typeface="+mn-cs"/>
                </a:rPr>
                <a:t>ISMD01TEST</a:t>
              </a:r>
              <a:endParaRPr kumimoji="0" lang="en-GB" sz="11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1" name="TextBox 300">
              <a:extLst>
                <a:ext uri="{FF2B5EF4-FFF2-40B4-BE49-F238E27FC236}">
                  <a16:creationId xmlns:a16="http://schemas.microsoft.com/office/drawing/2014/main" id="{8EAB29C7-D2FB-A0B3-E566-FFD6E7242207}"/>
                </a:ext>
              </a:extLst>
            </p:cNvPr>
            <p:cNvSpPr txBox="1"/>
            <p:nvPr/>
          </p:nvSpPr>
          <p:spPr>
            <a:xfrm>
              <a:off x="9341301" y="5289104"/>
              <a:ext cx="1179193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0B0004020202020204" pitchFamily="34" charset="0"/>
                  <a:ea typeface="+mn-ea"/>
                  <a:cs typeface="+mn-cs"/>
                </a:rPr>
                <a:t>ISMD01TEST</a:t>
              </a:r>
              <a:endParaRPr kumimoji="0" lang="en-GB" sz="11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endParaRPr>
            </a:p>
          </p:txBody>
        </p:sp>
      </p:grpSp>
      <p:grpSp>
        <p:nvGrpSpPr>
          <p:cNvPr id="302" name="Group 301">
            <a:extLst>
              <a:ext uri="{FF2B5EF4-FFF2-40B4-BE49-F238E27FC236}">
                <a16:creationId xmlns:a16="http://schemas.microsoft.com/office/drawing/2014/main" id="{0EC1CAD3-98C5-A939-E96E-1C4A4AA33F91}"/>
              </a:ext>
            </a:extLst>
          </p:cNvPr>
          <p:cNvGrpSpPr/>
          <p:nvPr/>
        </p:nvGrpSpPr>
        <p:grpSpPr>
          <a:xfrm>
            <a:off x="10472016" y="4841152"/>
            <a:ext cx="1620073" cy="1617632"/>
            <a:chOff x="10472016" y="4841152"/>
            <a:chExt cx="1620073" cy="1617632"/>
          </a:xfrm>
        </p:grpSpPr>
        <p:grpSp>
          <p:nvGrpSpPr>
            <p:cNvPr id="303" name="Group 302">
              <a:extLst>
                <a:ext uri="{FF2B5EF4-FFF2-40B4-BE49-F238E27FC236}">
                  <a16:creationId xmlns:a16="http://schemas.microsoft.com/office/drawing/2014/main" id="{55B1EFE9-6B1D-8F19-56E0-D46FD671F10F}"/>
                </a:ext>
              </a:extLst>
            </p:cNvPr>
            <p:cNvGrpSpPr/>
            <p:nvPr/>
          </p:nvGrpSpPr>
          <p:grpSpPr>
            <a:xfrm>
              <a:off x="10472016" y="6288980"/>
              <a:ext cx="829498" cy="169804"/>
              <a:chOff x="10572312" y="6343525"/>
              <a:chExt cx="829498" cy="169804"/>
            </a:xfrm>
          </p:grpSpPr>
          <p:sp>
            <p:nvSpPr>
              <p:cNvPr id="335" name="Rectangle 334">
                <a:extLst>
                  <a:ext uri="{FF2B5EF4-FFF2-40B4-BE49-F238E27FC236}">
                    <a16:creationId xmlns:a16="http://schemas.microsoft.com/office/drawing/2014/main" id="{096E292F-98E2-A398-D2AF-19C6B7CB9E10}"/>
                  </a:ext>
                </a:extLst>
              </p:cNvPr>
              <p:cNvSpPr/>
              <p:nvPr/>
            </p:nvSpPr>
            <p:spPr>
              <a:xfrm>
                <a:off x="10572312" y="6343525"/>
                <a:ext cx="169804" cy="169804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A</a:t>
                </a:r>
              </a:p>
            </p:txBody>
          </p:sp>
          <p:sp>
            <p:nvSpPr>
              <p:cNvPr id="336" name="Rectangle 335">
                <a:extLst>
                  <a:ext uri="{FF2B5EF4-FFF2-40B4-BE49-F238E27FC236}">
                    <a16:creationId xmlns:a16="http://schemas.microsoft.com/office/drawing/2014/main" id="{92B9FC83-3597-E610-DBAD-FB7CB17D5B8B}"/>
                  </a:ext>
                </a:extLst>
              </p:cNvPr>
              <p:cNvSpPr/>
              <p:nvPr/>
            </p:nvSpPr>
            <p:spPr>
              <a:xfrm>
                <a:off x="10792210" y="6343525"/>
                <a:ext cx="169804" cy="169804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B</a:t>
                </a:r>
              </a:p>
            </p:txBody>
          </p:sp>
          <p:sp>
            <p:nvSpPr>
              <p:cNvPr id="337" name="Rectangle 336">
                <a:extLst>
                  <a:ext uri="{FF2B5EF4-FFF2-40B4-BE49-F238E27FC236}">
                    <a16:creationId xmlns:a16="http://schemas.microsoft.com/office/drawing/2014/main" id="{69B67C0B-2D48-4A80-40D8-E1BF960876BE}"/>
                  </a:ext>
                </a:extLst>
              </p:cNvPr>
              <p:cNvSpPr/>
              <p:nvPr/>
            </p:nvSpPr>
            <p:spPr>
              <a:xfrm>
                <a:off x="11012108" y="6343525"/>
                <a:ext cx="169804" cy="169804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C</a:t>
                </a:r>
              </a:p>
            </p:txBody>
          </p:sp>
          <p:sp>
            <p:nvSpPr>
              <p:cNvPr id="338" name="Rectangle 337">
                <a:extLst>
                  <a:ext uri="{FF2B5EF4-FFF2-40B4-BE49-F238E27FC236}">
                    <a16:creationId xmlns:a16="http://schemas.microsoft.com/office/drawing/2014/main" id="{EE09D3BF-0F7D-8124-60CD-61C2E33892E4}"/>
                  </a:ext>
                </a:extLst>
              </p:cNvPr>
              <p:cNvSpPr/>
              <p:nvPr/>
            </p:nvSpPr>
            <p:spPr>
              <a:xfrm>
                <a:off x="11232006" y="6343525"/>
                <a:ext cx="169804" cy="169804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D</a:t>
                </a:r>
              </a:p>
            </p:txBody>
          </p:sp>
        </p:grpSp>
        <p:grpSp>
          <p:nvGrpSpPr>
            <p:cNvPr id="304" name="Group 303">
              <a:extLst>
                <a:ext uri="{FF2B5EF4-FFF2-40B4-BE49-F238E27FC236}">
                  <a16:creationId xmlns:a16="http://schemas.microsoft.com/office/drawing/2014/main" id="{9DB96121-4FE0-68E8-5A51-3330AA5C66FF}"/>
                </a:ext>
              </a:extLst>
            </p:cNvPr>
            <p:cNvGrpSpPr/>
            <p:nvPr/>
          </p:nvGrpSpPr>
          <p:grpSpPr>
            <a:xfrm>
              <a:off x="11262591" y="4841152"/>
              <a:ext cx="829498" cy="169804"/>
              <a:chOff x="10572312" y="6343525"/>
              <a:chExt cx="829498" cy="169804"/>
            </a:xfrm>
          </p:grpSpPr>
          <p:sp>
            <p:nvSpPr>
              <p:cNvPr id="305" name="Rectangle 304">
                <a:extLst>
                  <a:ext uri="{FF2B5EF4-FFF2-40B4-BE49-F238E27FC236}">
                    <a16:creationId xmlns:a16="http://schemas.microsoft.com/office/drawing/2014/main" id="{8425F488-0C67-ECF8-43A8-3F35842DE1CA}"/>
                  </a:ext>
                </a:extLst>
              </p:cNvPr>
              <p:cNvSpPr/>
              <p:nvPr/>
            </p:nvSpPr>
            <p:spPr>
              <a:xfrm>
                <a:off x="10572312" y="6343525"/>
                <a:ext cx="169804" cy="169804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A</a:t>
                </a:r>
              </a:p>
            </p:txBody>
          </p:sp>
          <p:sp>
            <p:nvSpPr>
              <p:cNvPr id="332" name="Rectangle 331">
                <a:extLst>
                  <a:ext uri="{FF2B5EF4-FFF2-40B4-BE49-F238E27FC236}">
                    <a16:creationId xmlns:a16="http://schemas.microsoft.com/office/drawing/2014/main" id="{66414E97-3583-7676-B0E8-9AD6946D7019}"/>
                  </a:ext>
                </a:extLst>
              </p:cNvPr>
              <p:cNvSpPr/>
              <p:nvPr/>
            </p:nvSpPr>
            <p:spPr>
              <a:xfrm>
                <a:off x="10792210" y="6343525"/>
                <a:ext cx="169804" cy="169804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B</a:t>
                </a:r>
              </a:p>
            </p:txBody>
          </p:sp>
          <p:sp>
            <p:nvSpPr>
              <p:cNvPr id="333" name="Rectangle 332">
                <a:extLst>
                  <a:ext uri="{FF2B5EF4-FFF2-40B4-BE49-F238E27FC236}">
                    <a16:creationId xmlns:a16="http://schemas.microsoft.com/office/drawing/2014/main" id="{7075B2BA-E7DC-FE4E-BF95-B35FE537F269}"/>
                  </a:ext>
                </a:extLst>
              </p:cNvPr>
              <p:cNvSpPr/>
              <p:nvPr/>
            </p:nvSpPr>
            <p:spPr>
              <a:xfrm>
                <a:off x="11012108" y="6343525"/>
                <a:ext cx="169804" cy="169804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C</a:t>
                </a:r>
              </a:p>
            </p:txBody>
          </p:sp>
          <p:sp>
            <p:nvSpPr>
              <p:cNvPr id="334" name="Rectangle 333">
                <a:extLst>
                  <a:ext uri="{FF2B5EF4-FFF2-40B4-BE49-F238E27FC236}">
                    <a16:creationId xmlns:a16="http://schemas.microsoft.com/office/drawing/2014/main" id="{3058632F-9F66-C0DF-C100-0A4CAC309908}"/>
                  </a:ext>
                </a:extLst>
              </p:cNvPr>
              <p:cNvSpPr/>
              <p:nvPr/>
            </p:nvSpPr>
            <p:spPr>
              <a:xfrm>
                <a:off x="11232006" y="6343525"/>
                <a:ext cx="169804" cy="169804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D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7849011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3C6CDB1-FA64-CCE4-EAEB-28E215F41E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05449" y="1898811"/>
            <a:ext cx="4274474" cy="1600200"/>
          </a:xfrm>
        </p:spPr>
        <p:txBody>
          <a:bodyPr>
            <a:normAutofit/>
          </a:bodyPr>
          <a:lstStyle/>
          <a:p>
            <a:pPr algn="ctr"/>
            <a:r>
              <a:rPr lang="fr-FR" sz="4800" dirty="0" err="1"/>
              <a:t>Thank</a:t>
            </a:r>
            <a:r>
              <a:rPr lang="fr-FR" sz="4800" dirty="0"/>
              <a:t> </a:t>
            </a:r>
            <a:r>
              <a:rPr lang="fr-FR" sz="4800" dirty="0" err="1"/>
              <a:t>you</a:t>
            </a:r>
            <a:r>
              <a:rPr lang="fr-FR" sz="4800" dirty="0"/>
              <a:t>!</a:t>
            </a:r>
          </a:p>
        </p:txBody>
      </p:sp>
    </p:spTree>
    <p:extLst>
      <p:ext uri="{BB962C8B-B14F-4D97-AF65-F5344CB8AC3E}">
        <p14:creationId xmlns:p14="http://schemas.microsoft.com/office/powerpoint/2010/main" val="126499828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1_Custom Design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4.xml><?xml version="1.0" encoding="utf-8"?>
<a:theme xmlns:a="http://schemas.openxmlformats.org/drawingml/2006/main" name="2_Custom Design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5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6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4237E1DFA11F9A49A85050D7E1585839" ma:contentTypeVersion="22" ma:contentTypeDescription="Create a new document." ma:contentTypeScope="" ma:versionID="84a09469d0e73e1df1cd93c3fe863ce1">
  <xsd:schema xmlns:xsd="http://www.w3.org/2001/XMLSchema" xmlns:xs="http://www.w3.org/2001/XMLSchema" xmlns:p="http://schemas.microsoft.com/office/2006/metadata/properties" xmlns:ns1="http://schemas.microsoft.com/sharepoint/v3" xmlns:ns2="3c76eea2-c21a-46e1-8f98-cfc2ba460d51" xmlns:ns3="96d886eb-95f6-47f3-bdfb-70dab5061c60" targetNamespace="http://schemas.microsoft.com/office/2006/metadata/properties" ma:root="true" ma:fieldsID="cb366f29a62391819915fcf53e5b496c" ns1:_="" ns2:_="" ns3:_="">
    <xsd:import namespace="http://schemas.microsoft.com/sharepoint/v3"/>
    <xsd:import namespace="3c76eea2-c21a-46e1-8f98-cfc2ba460d51"/>
    <xsd:import namespace="96d886eb-95f6-47f3-bdfb-70dab5061c60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2:MediaServiceAutoTags" minOccurs="0"/>
                <xsd:element ref="ns2:MediaServiceOCR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2:MediaServiceAutoKeyPoints" minOccurs="0"/>
                <xsd:element ref="ns2:MediaServiceKeyPoints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ink" minOccurs="0"/>
                <xsd:element ref="ns2:MediaServiceLocation" minOccurs="0"/>
                <xsd:element ref="ns2:lcf76f155ced4ddcb4097134ff3c332f" minOccurs="0"/>
                <xsd:element ref="ns3:TaxCatchAll" minOccurs="0"/>
                <xsd:element ref="ns2:links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15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16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c76eea2-c21a-46e1-8f98-cfc2ba460d51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2" nillable="true" ma:displayName="Tags" ma:internalName="MediaServiceAutoTags" ma:readOnly="true">
      <xsd:simpleType>
        <xsd:restriction base="dms:Text"/>
      </xsd:simple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KeyPoints" ma:index="17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8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GenerationTime" ma:index="19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0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21" nillable="true" ma:displayName="Length (seconds)" ma:internalName="MediaLengthInSeconds" ma:readOnly="true">
      <xsd:simpleType>
        <xsd:restriction base="dms:Unknown"/>
      </xsd:simpleType>
    </xsd:element>
    <xsd:element name="Link" ma:index="22" nillable="true" ma:displayName="Link" ma:format="Hyperlink" ma:internalName="Link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Location" ma:index="23" nillable="true" ma:displayName="Location" ma:internalName="MediaServiceLocation" ma:readOnly="true">
      <xsd:simpleType>
        <xsd:restriction base="dms:Text"/>
      </xsd:simpleType>
    </xsd:element>
    <xsd:element name="lcf76f155ced4ddcb4097134ff3c332f" ma:index="25" nillable="true" ma:taxonomy="true" ma:internalName="lcf76f155ced4ddcb4097134ff3c332f" ma:taxonomyFieldName="MediaServiceImageTags" ma:displayName="Image Tags" ma:readOnly="false" ma:fieldId="{5cf76f15-5ced-4ddc-b409-7134ff3c332f}" ma:taxonomyMulti="true" ma:sspId="92a3b380-abf6-46f2-87bb-c2c114de1c9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links" ma:index="27" nillable="true" ma:displayName="links" ma:format="Hyperlink" ma:internalName="links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ObjectDetectorVersions" ma:index="28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6d886eb-95f6-47f3-bdfb-70dab5061c60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6" nillable="true" ma:displayName="Taxonomy Catch All Column" ma:hidden="true" ma:list="{c75f39b5-acb7-46a4-91b0-268d5cabe986}" ma:internalName="TaxCatchAll" ma:showField="CatchAllData" ma:web="96d886eb-95f6-47f3-bdfb-70dab5061c60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3c76eea2-c21a-46e1-8f98-cfc2ba460d51">
      <Terms xmlns="http://schemas.microsoft.com/office/infopath/2007/PartnerControls"/>
    </lcf76f155ced4ddcb4097134ff3c332f>
    <TaxCatchAll xmlns="96d886eb-95f6-47f3-bdfb-70dab5061c60" xsi:nil="true"/>
    <_ip_UnifiedCompliancePolicyUIAction xmlns="http://schemas.microsoft.com/sharepoint/v3" xsi:nil="true"/>
    <_ip_UnifiedCompliancePolicyProperties xmlns="http://schemas.microsoft.com/sharepoint/v3" xsi:nil="true"/>
    <links xmlns="3c76eea2-c21a-46e1-8f98-cfc2ba460d51">
      <Url xsi:nil="true"/>
      <Description xsi:nil="true"/>
    </links>
    <Link xmlns="3c76eea2-c21a-46e1-8f98-cfc2ba460d51">
      <Url xsi:nil="true"/>
      <Description xsi:nil="true"/>
    </Link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44E2A8AC-C2AB-466F-81D6-01D9685890A1}">
  <ds:schemaRefs>
    <ds:schemaRef ds:uri="http://schemas.microsoft.com/office/2006/metadata/contentType"/>
    <ds:schemaRef ds:uri="http://schemas.microsoft.com/office/2006/metadata/properties/metaAttributes"/>
    <ds:schemaRef ds:uri="http://www.w3.org/2000/xmlns/"/>
    <ds:schemaRef ds:uri="http://www.w3.org/2001/XMLSchema"/>
    <ds:schemaRef ds:uri="http://schemas.microsoft.com/sharepoint/v3"/>
    <ds:schemaRef ds:uri="3c76eea2-c21a-46e1-8f98-cfc2ba460d51"/>
    <ds:schemaRef ds:uri="96d886eb-95f6-47f3-bdfb-70dab5061c60"/>
    <ds:schemaRef ds:uri="http://schemas.microsoft.com/office/2006/metadata/properties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F9995722-7EE4-43F0-BFD1-A4A9177742E2}">
  <ds:schemaRefs>
    <ds:schemaRef ds:uri="http://schemas.microsoft.com/office/2006/metadata/properties"/>
    <ds:schemaRef ds:uri="http://www.w3.org/2000/xmlns/"/>
    <ds:schemaRef ds:uri="3c76eea2-c21a-46e1-8f98-cfc2ba460d51"/>
    <ds:schemaRef ds:uri="http://schemas.microsoft.com/office/infopath/2007/PartnerControls"/>
    <ds:schemaRef ds:uri="96d886eb-95f6-47f3-bdfb-70dab5061c60"/>
    <ds:schemaRef ds:uri="http://www.w3.org/2001/XMLSchema-instance"/>
    <ds:schemaRef ds:uri="http://schemas.microsoft.com/sharepoint/v3"/>
  </ds:schemaRefs>
</ds:datastoreItem>
</file>

<file path=customXml/itemProps3.xml><?xml version="1.0" encoding="utf-8"?>
<ds:datastoreItem xmlns:ds="http://schemas.openxmlformats.org/officeDocument/2006/customXml" ds:itemID="{BFEAFFEE-5F5C-4084-82CF-BA64B4593A72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>
  <clbl:label id="{17f18161-20d7-4746-87fd-50fe3e3b6619}" enabled="0" method="" siteId="{17f18161-20d7-4746-87fd-50fe3e3b6619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14235</TotalTime>
  <Words>2291</Words>
  <Application>Microsoft Office PowerPoint</Application>
  <PresentationFormat>Widescreen</PresentationFormat>
  <Paragraphs>1081</Paragraphs>
  <Slides>31</Slides>
  <Notes>27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5</vt:i4>
      </vt:variant>
      <vt:variant>
        <vt:lpstr>Slide Titles</vt:lpstr>
      </vt:variant>
      <vt:variant>
        <vt:i4>31</vt:i4>
      </vt:variant>
    </vt:vector>
  </HeadingPairs>
  <TitlesOfParts>
    <vt:vector size="42" baseType="lpstr">
      <vt:lpstr>Aptos</vt:lpstr>
      <vt:lpstr>Aptos Display</vt:lpstr>
      <vt:lpstr>Arial</vt:lpstr>
      <vt:lpstr>Calibri</vt:lpstr>
      <vt:lpstr>Consolas</vt:lpstr>
      <vt:lpstr>Engravers MT</vt:lpstr>
      <vt:lpstr>Office Theme</vt:lpstr>
      <vt:lpstr>Custom Design</vt:lpstr>
      <vt:lpstr>1_Custom Design</vt:lpstr>
      <vt:lpstr>2_Custom Design</vt:lpstr>
      <vt:lpstr>1_Office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Thank you!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Klara Josipovic</dc:creator>
  <cp:lastModifiedBy>Jeremy Tandy</cp:lastModifiedBy>
  <cp:revision>28</cp:revision>
  <dcterms:created xsi:type="dcterms:W3CDTF">2024-04-23T12:25:23Z</dcterms:created>
  <dcterms:modified xsi:type="dcterms:W3CDTF">2026-03-18T21:54:03Z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0x0101004237E1DFA11F9A49A85050D7E1585839</vt:lpwstr>
  </property>
  <property fmtid="{D5CDD505-2E9C-101B-9397-08002B2CF9AE}" pid="3" name="_dlc_DocIdItemGuid">
    <vt:lpwstr>770e6ac8-842c-40d0-bc92-2c589e2b3feb</vt:lpwstr>
  </property>
  <property fmtid="{D5CDD505-2E9C-101B-9397-08002B2CF9AE}" pid="4" name="MediaServiceImageTags">
    <vt:lpwstr/>
  </property>
</Properties>
</file>