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3.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0" r:id="rId5"/>
    <p:sldMasterId id="2147483682" r:id="rId6"/>
    <p:sldMasterId id="2147483723" r:id="rId7"/>
  </p:sldMasterIdLst>
  <p:notesMasterIdLst>
    <p:notesMasterId r:id="rId23"/>
  </p:notesMasterIdLst>
  <p:sldIdLst>
    <p:sldId id="258" r:id="rId8"/>
    <p:sldId id="309" r:id="rId9"/>
    <p:sldId id="310" r:id="rId10"/>
    <p:sldId id="311" r:id="rId11"/>
    <p:sldId id="312" r:id="rId12"/>
    <p:sldId id="313" r:id="rId13"/>
    <p:sldId id="314" r:id="rId14"/>
    <p:sldId id="315" r:id="rId15"/>
    <p:sldId id="263" r:id="rId16"/>
    <p:sldId id="264" r:id="rId17"/>
    <p:sldId id="265" r:id="rId18"/>
    <p:sldId id="266" r:id="rId19"/>
    <p:sldId id="267" r:id="rId20"/>
    <p:sldId id="268" r:id="rId21"/>
    <p:sldId id="269" r:id="rId22"/>
  </p:sldIdLst>
  <p:sldSz cx="12192000" cy="6858000"/>
  <p:notesSz cx="6858000" cy="9144000"/>
  <p:defaultText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58F6C4-784C-41AD-910F-AEC765B79F8B}" v="5" dt="2024-04-16T13:03:40.8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6014" autoAdjust="0"/>
    <p:restoredTop sz="83046" autoAdjust="0"/>
  </p:normalViewPr>
  <p:slideViewPr>
    <p:cSldViewPr snapToGrid="0">
      <p:cViewPr varScale="1">
        <p:scale>
          <a:sx n="71" d="100"/>
          <a:sy n="71" d="100"/>
        </p:scale>
        <p:origin x="1090" y="58"/>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E0F357-B811-4FC5-8E65-2B8BD505A5B3}" type="datetimeFigureOut">
              <a:rPr lang="en-CH" smtClean="0"/>
              <a:t>06/11/2024</a:t>
            </a:fld>
            <a:endParaRPr lang="en-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F1AC9F-6AFE-4B8B-9CC1-10F44419EB41}" type="slidenum">
              <a:rPr lang="en-CH" smtClean="0"/>
              <a:t>‹#›</a:t>
            </a:fld>
            <a:endParaRPr lang="en-CH"/>
          </a:p>
        </p:txBody>
      </p:sp>
    </p:spTree>
    <p:extLst>
      <p:ext uri="{BB962C8B-B14F-4D97-AF65-F5344CB8AC3E}">
        <p14:creationId xmlns:p14="http://schemas.microsoft.com/office/powerpoint/2010/main" val="11445179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creativecommons.org/licenses/by/4.0/legalcode" TargetMode="External"/><Relationship Id="rId2" Type="http://schemas.openxmlformats.org/officeDocument/2006/relationships/slide" Target="../slides/slide7.xml"/><Relationship Id="rId1" Type="http://schemas.openxmlformats.org/officeDocument/2006/relationships/notesMaster" Target="../notesMasters/notesMaster1.xml"/><Relationship Id="rId5" Type="http://schemas.openxmlformats.org/officeDocument/2006/relationships/hyperlink" Target="https://creativecommons.org/licenses/by-nc-nd/4.0/" TargetMode="External"/><Relationship Id="rId4" Type="http://schemas.openxmlformats.org/officeDocument/2006/relationships/hyperlink" Target="https://creativecommons.org/licenses/by/4.0/"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850E5A11-A43D-4388-8CC5-17801B9DB8A4}" type="slidenum">
              <a:rPr lang="en-GB" smtClean="0"/>
              <a:t>1</a:t>
            </a:fld>
            <a:endParaRPr lang="en-GB" dirty="0"/>
          </a:p>
        </p:txBody>
      </p:sp>
    </p:spTree>
    <p:extLst>
      <p:ext uri="{BB962C8B-B14F-4D97-AF65-F5344CB8AC3E}">
        <p14:creationId xmlns:p14="http://schemas.microsoft.com/office/powerpoint/2010/main" val="2938144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2ca0c0465a1_0_9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2ca0c0465a1_0_9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2cc440533fa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2cc440533fa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2cc440533fa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2cc440533fa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2ca0c0465a1_0_5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2" name="Google Shape;352;g2ca0c0465a1_0_502:notes"/>
          <p:cNvSpPr txBox="1">
            <a:spLocks noGrp="1"/>
          </p:cNvSpPr>
          <p:nvPr>
            <p:ph type="body" idx="1"/>
          </p:nvPr>
        </p:nvSpPr>
        <p:spPr>
          <a:xfrm>
            <a:off x="685800" y="4343400"/>
            <a:ext cx="5486400" cy="3733800"/>
          </a:xfrm>
          <a:prstGeom prst="rect">
            <a:avLst/>
          </a:prstGeom>
          <a:noFill/>
          <a:ln>
            <a:noFill/>
          </a:ln>
        </p:spPr>
        <p:txBody>
          <a:bodyPr spcFirstLastPara="1" wrap="square" lIns="91425" tIns="45700" rIns="91425" bIns="45700" anchor="t" anchorCtr="0">
            <a:noAutofit/>
          </a:bodyPr>
          <a:lstStyle/>
          <a:p>
            <a:pPr marL="142345"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2ca0c0465a1_0_4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2ca0c0465a1_0_468: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You can communicate the license in three ways: one way for lawyers, one way for normal users, and one way for machines. This layered design is part of what makes CC the global standard for copyright licensing. </a:t>
            </a:r>
            <a:endParaRPr sz="1200"/>
          </a:p>
          <a:p>
            <a:pPr marL="0" lvl="0" indent="0" algn="l" rtl="0">
              <a:spcBef>
                <a:spcPts val="0"/>
              </a:spcBef>
              <a:spcAft>
                <a:spcPts val="0"/>
              </a:spcAft>
              <a:buNone/>
            </a:pPr>
            <a:endParaRPr sz="1200"/>
          </a:p>
          <a:p>
            <a:pPr marL="0" lvl="0" indent="0" algn="l" rtl="0">
              <a:spcBef>
                <a:spcPts val="0"/>
              </a:spcBef>
              <a:spcAft>
                <a:spcPts val="0"/>
              </a:spcAft>
              <a:buNone/>
            </a:pPr>
            <a:endParaRPr sz="1200"/>
          </a:p>
          <a:p>
            <a:pPr marL="457200" lvl="0" indent="-304800" algn="l" rtl="0">
              <a:spcBef>
                <a:spcPts val="0"/>
              </a:spcBef>
              <a:spcAft>
                <a:spcPts val="0"/>
              </a:spcAft>
              <a:buSzPts val="1200"/>
              <a:buAutoNum type="arabicParenR"/>
            </a:pPr>
            <a:r>
              <a:rPr lang="en" sz="1200"/>
              <a:t>The legal code contains the “lawyer-readable” terms and conditions that are legally enforceable in court. </a:t>
            </a:r>
            <a:endParaRPr sz="1200"/>
          </a:p>
          <a:p>
            <a:pPr marL="914400" lvl="1" indent="-304800" algn="l" rtl="0">
              <a:spcBef>
                <a:spcPts val="0"/>
              </a:spcBef>
              <a:spcAft>
                <a:spcPts val="0"/>
              </a:spcAft>
              <a:buSzPts val="1200"/>
              <a:buAutoNum type="alphaLcParenR"/>
            </a:pPr>
            <a:r>
              <a:rPr lang="en" sz="1200" u="sng">
                <a:solidFill>
                  <a:schemeClr val="hlink"/>
                </a:solidFill>
                <a:hlinkClick r:id="rId3"/>
              </a:rPr>
              <a:t>https://creativecommons.org/licenses/by/4.0/legalcode</a:t>
            </a:r>
            <a:endParaRPr sz="1200">
              <a:solidFill>
                <a:srgbClr val="0000FF"/>
              </a:solidFill>
            </a:endParaRPr>
          </a:p>
          <a:p>
            <a:pPr marL="914400" lvl="1" indent="-304800" algn="l" rtl="0">
              <a:spcBef>
                <a:spcPts val="0"/>
              </a:spcBef>
              <a:spcAft>
                <a:spcPts val="0"/>
              </a:spcAft>
              <a:buSzPts val="1200"/>
              <a:buAutoNum type="alphaLcParenR"/>
            </a:pPr>
            <a:r>
              <a:rPr lang="en" sz="1200">
                <a:solidFill>
                  <a:srgbClr val="0000FF"/>
                </a:solidFill>
              </a:rPr>
              <a:t>[Facilitator prompt: “Take a minute 1) google CC BY license. 2) Scan through the legal code of CC BY to see how it is structured. Can you find where the attribution requirements are listed?”</a:t>
            </a:r>
            <a:endParaRPr sz="1200">
              <a:solidFill>
                <a:srgbClr val="0000FF"/>
              </a:solidFill>
            </a:endParaRPr>
          </a:p>
          <a:p>
            <a:pPr marL="0" lvl="0" indent="0" algn="l" rtl="0">
              <a:spcBef>
                <a:spcPts val="0"/>
              </a:spcBef>
              <a:spcAft>
                <a:spcPts val="0"/>
              </a:spcAft>
              <a:buNone/>
            </a:pPr>
            <a:endParaRPr sz="1200"/>
          </a:p>
          <a:p>
            <a:pPr marL="457200" lvl="0" indent="-304800" algn="l" rtl="0">
              <a:spcBef>
                <a:spcPts val="0"/>
              </a:spcBef>
              <a:spcAft>
                <a:spcPts val="0"/>
              </a:spcAft>
              <a:buSzPts val="1200"/>
              <a:buAutoNum type="arabicParenR"/>
            </a:pPr>
            <a:r>
              <a:rPr lang="en" sz="1200"/>
              <a:t>The commons deeds are the most well-known layer of the licenses. These are the web pages that summarize key license terms in so-called “human-readable” terms. The deeds are not legally enforceable </a:t>
            </a:r>
            <a:endParaRPr sz="1200"/>
          </a:p>
          <a:p>
            <a:pPr marL="914400" lvl="1" indent="-304800" algn="l" rtl="0">
              <a:spcBef>
                <a:spcPts val="0"/>
              </a:spcBef>
              <a:spcAft>
                <a:spcPts val="0"/>
              </a:spcAft>
              <a:buSzPts val="1200"/>
              <a:buAutoNum type="alphaLcParenR"/>
            </a:pPr>
            <a:r>
              <a:rPr lang="en" sz="1200" u="sng">
                <a:solidFill>
                  <a:schemeClr val="hlink"/>
                </a:solidFill>
                <a:hlinkClick r:id="rId4"/>
              </a:rPr>
              <a:t>https://creativecommons.org/licenses/by/4.0/</a:t>
            </a:r>
            <a:r>
              <a:rPr lang="en" sz="1200"/>
              <a:t>  and </a:t>
            </a:r>
            <a:r>
              <a:rPr lang="en" sz="1200" u="sng">
                <a:solidFill>
                  <a:schemeClr val="hlink"/>
                </a:solidFill>
                <a:hlinkClick r:id="rId5"/>
              </a:rPr>
              <a:t>https://creativecommons.org/licenses/by-nc-nd/4.0/</a:t>
            </a:r>
            <a:r>
              <a:rPr lang="en" sz="1200"/>
              <a:t> </a:t>
            </a:r>
            <a:endParaRPr sz="1200"/>
          </a:p>
          <a:p>
            <a:pPr marL="914400" lvl="1" indent="-304800" algn="l" rtl="0">
              <a:spcBef>
                <a:spcPts val="0"/>
              </a:spcBef>
              <a:spcAft>
                <a:spcPts val="0"/>
              </a:spcAft>
              <a:buSzPts val="1200"/>
              <a:buAutoNum type="alphaLcParenR"/>
            </a:pPr>
            <a:r>
              <a:rPr lang="en" sz="1200">
                <a:solidFill>
                  <a:srgbClr val="0000FF"/>
                </a:solidFill>
              </a:rPr>
              <a:t>[Facilitator prompt. Take some time to explore the deeds for CC BY and CC BY-NC-ND and identify how they differ. Can you find the links to the legal code from each deed?”]</a:t>
            </a:r>
            <a:endParaRPr sz="1200">
              <a:solidFill>
                <a:srgbClr val="0000FF"/>
              </a:solidFill>
            </a:endParaRPr>
          </a:p>
          <a:p>
            <a:pPr marL="0" lvl="0" indent="0" algn="l" rtl="0">
              <a:spcBef>
                <a:spcPts val="0"/>
              </a:spcBef>
              <a:spcAft>
                <a:spcPts val="0"/>
              </a:spcAft>
              <a:buNone/>
            </a:pPr>
            <a:endParaRPr sz="1200">
              <a:solidFill>
                <a:srgbClr val="0000FF"/>
              </a:solidFill>
            </a:endParaRPr>
          </a:p>
          <a:p>
            <a:pPr marL="457200" lvl="0" indent="-304800" algn="l" rtl="0">
              <a:spcBef>
                <a:spcPts val="0"/>
              </a:spcBef>
              <a:spcAft>
                <a:spcPts val="0"/>
              </a:spcAft>
              <a:buSzPts val="1200"/>
              <a:buAutoNum type="arabicParenR"/>
            </a:pPr>
            <a:r>
              <a:rPr lang="en" sz="1200"/>
              <a:t>The “machine readable” layer of the license design recognizes that software plays a critical role in the creation, copying, discovery, and distribution of works. The “machine readable” version summarizes the key freedoms granted and obligations imposed written into a format that applications, search engines, and other kinds of technology can understand.  </a:t>
            </a:r>
            <a:endParaRPr sz="1200"/>
          </a:p>
          <a:p>
            <a:pPr marL="914400" lvl="0" indent="0" algn="l" rtl="0">
              <a:spcBef>
                <a:spcPts val="0"/>
              </a:spcBef>
              <a:spcAft>
                <a:spcPts val="0"/>
              </a:spcAft>
              <a:buNone/>
            </a:pPr>
            <a:endParaRPr sz="1400" strike="sngStrike">
              <a:solidFill>
                <a:srgbClr val="0000FF"/>
              </a:solidFill>
            </a:endParaRPr>
          </a:p>
          <a:p>
            <a:pPr marL="0" lvl="0" indent="0" algn="l" rtl="0">
              <a:spcBef>
                <a:spcPts val="0"/>
              </a:spcBef>
              <a:spcAft>
                <a:spcPts val="0"/>
              </a:spcAft>
              <a:buNone/>
            </a:pPr>
            <a:endParaRPr sz="1400"/>
          </a:p>
          <a:p>
            <a:pPr marL="0" lvl="0" indent="0" algn="l" rtl="0">
              <a:spcBef>
                <a:spcPts val="0"/>
              </a:spcBef>
              <a:spcAft>
                <a:spcPts val="0"/>
              </a:spcAft>
              <a:buNone/>
            </a:pPr>
            <a:endParaRPr sz="14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2ca0c0465a1_0_9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2ca0c0465a1_0_9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2ca0c0465a1_0_528:notes"/>
          <p:cNvSpPr txBox="1">
            <a:spLocks noGrp="1"/>
          </p:cNvSpPr>
          <p:nvPr>
            <p:ph type="sldNum" idx="12"/>
          </p:nvPr>
        </p:nvSpPr>
        <p:spPr>
          <a:xfrm>
            <a:off x="3884613" y="8685213"/>
            <a:ext cx="2971800" cy="457200"/>
          </a:xfrm>
          <a:prstGeom prst="rect">
            <a:avLst/>
          </a:prstGeom>
          <a:noFill/>
          <a:ln>
            <a:noFill/>
          </a:ln>
        </p:spPr>
        <p:txBody>
          <a:bodyPr spcFirstLastPara="1" wrap="square" lIns="89725" tIns="44850" rIns="89725" bIns="448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9</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5" name="Google Shape;385;g2ca0c0465a1_0_528:notes"/>
          <p:cNvSpPr>
            <a:spLocks noGrp="1" noRot="1" noChangeAspect="1"/>
          </p:cNvSpPr>
          <p:nvPr>
            <p:ph type="sldImg" idx="2"/>
          </p:nvPr>
        </p:nvSpPr>
        <p:spPr>
          <a:xfrm>
            <a:off x="0" y="0"/>
            <a:ext cx="1588" cy="15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6" name="Google Shape;386;g2ca0c0465a1_0_528:notes"/>
          <p:cNvSpPr txBox="1">
            <a:spLocks noGrp="1"/>
          </p:cNvSpPr>
          <p:nvPr>
            <p:ph type="body" idx="1"/>
          </p:nvPr>
        </p:nvSpPr>
        <p:spPr>
          <a:xfrm>
            <a:off x="0" y="0"/>
            <a:ext cx="1500" cy="1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sz="2000">
              <a:latin typeface="Arial"/>
              <a:ea typeface="Arial"/>
              <a:cs typeface="Arial"/>
              <a:sym typeface="Arial"/>
            </a:endParaRPr>
          </a:p>
        </p:txBody>
      </p:sp>
      <p:sp>
        <p:nvSpPr>
          <p:cNvPr id="387" name="Google Shape;387;g2ca0c0465a1_0_528:notes"/>
          <p:cNvSpPr txBox="1"/>
          <p:nvPr/>
        </p:nvSpPr>
        <p:spPr>
          <a:xfrm>
            <a:off x="0" y="0"/>
            <a:ext cx="1500" cy="1500"/>
          </a:xfrm>
          <a:prstGeom prst="rect">
            <a:avLst/>
          </a:prstGeom>
          <a:noFill/>
          <a:ln>
            <a:noFill/>
          </a:ln>
        </p:spPr>
        <p:txBody>
          <a:bodyPr spcFirstLastPara="1" wrap="square" lIns="89975" tIns="44975" rIns="89975" bIns="4497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4200" b="0" i="0" u="none" strike="noStrike" kern="0" cap="none" spc="0" normalizeH="0" baseline="0" noProof="0">
                <a:ln>
                  <a:noFill/>
                </a:ln>
                <a:solidFill>
                  <a:srgbClr val="FFFFFF"/>
                </a:solidFill>
                <a:effectLst/>
                <a:uLnTx/>
                <a:uFillTx/>
                <a:latin typeface="Calibri"/>
                <a:ea typeface="Calibri"/>
                <a:cs typeface="Calibri"/>
                <a:sym typeface="Calibri"/>
              </a:rPr>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t>9</a:t>
            </a:fld>
            <a:endParaRPr kumimoji="0" sz="4200" b="0" i="0" u="none" strike="noStrike" kern="0" cap="none" spc="0" normalizeH="0" baseline="0" noProof="0">
              <a:ln>
                <a:noFill/>
              </a:ln>
              <a:solidFill>
                <a:srgbClr val="FFFFFF"/>
              </a:solidFill>
              <a:effectLst/>
              <a:uLnTx/>
              <a:uFillTx/>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g2cc440533fa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1" name="Google Shape;411;g2cc440533fa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ca0c0465a1_0_8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2ca0c0465a1_0_8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2ca0c0465a1_0_9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2ca0c0465a1_0_9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b8d211178c_1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b8d211178c_1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2b8756304e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 name="Google Shape;439;g2b8756304e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r>
              <a:rPr lang="en"/>
              <a:t>Do you have any suggestions or takeaways?</a:t>
            </a:r>
            <a:endParaRPr/>
          </a:p>
          <a:p>
            <a:pPr marL="0" lvl="0" indent="0" algn="l" rtl="0">
              <a:spcBef>
                <a:spcPts val="0"/>
              </a:spcBef>
              <a:spcAft>
                <a:spcPts val="0"/>
              </a:spcAft>
              <a:buNone/>
            </a:pPr>
            <a:r>
              <a:rPr lang="en"/>
              <a:t>Takeaways / Recommendations / Suggestions</a:t>
            </a:r>
            <a:endParaRPr/>
          </a:p>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2b8d211178c_1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 name="Google Shape;446;g2b8d211178c_1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Slide Number Placeholder 5"/>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162290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9259AF2F-52C6-9B46-B8B2-0579234AE62E}" type="slidenum">
              <a:rPr lang="en-US" smtClean="0"/>
              <a:t>‹#›</a:t>
            </a:fld>
            <a:endParaRPr lang="en-US"/>
          </a:p>
        </p:txBody>
      </p:sp>
      <p:pic>
        <p:nvPicPr>
          <p:cNvPr id="7" name="Picture 6" descr="wmo2016_powerpoint_standard_v2-2.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143500"/>
            <a:ext cx="1988820" cy="1714500"/>
          </a:xfrm>
          <a:prstGeom prst="rect">
            <a:avLst/>
          </a:prstGeom>
        </p:spPr>
      </p:pic>
    </p:spTree>
    <p:extLst>
      <p:ext uri="{BB962C8B-B14F-4D97-AF65-F5344CB8AC3E}">
        <p14:creationId xmlns:p14="http://schemas.microsoft.com/office/powerpoint/2010/main" val="4665927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1326635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221927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3745119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3329421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40410873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3002660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952160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705331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5297289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4201792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3" name="Google Shape;23;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6752811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9353949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0" name="Google Shape;30;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31" name="Google Shape;31;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645928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4" name="Google Shape;34;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4050302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 name="Google Shape;37;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8" name="Google Shape;38;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9" name="Google Shape;39;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012426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268684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6" name="Google Shape;46;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6366019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5132109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Title with photo" type="title">
  <p:cSld name="Title with photo">
    <p:bg>
      <p:bgPr>
        <a:solidFill>
          <a:srgbClr val="FFFFFF"/>
        </a:solidFill>
        <a:effectLst/>
      </p:bgPr>
    </p:bg>
    <p:spTree>
      <p:nvGrpSpPr>
        <p:cNvPr id="1" name="Shape 55"/>
        <p:cNvGrpSpPr/>
        <p:nvPr/>
      </p:nvGrpSpPr>
      <p:grpSpPr>
        <a:xfrm>
          <a:off x="0" y="0"/>
          <a:ext cx="0" cy="0"/>
          <a:chOff x="0" y="0"/>
          <a:chExt cx="0" cy="0"/>
        </a:xfrm>
      </p:grpSpPr>
      <p:sp>
        <p:nvSpPr>
          <p:cNvPr id="56" name="Google Shape;56;p14"/>
          <p:cNvSpPr>
            <a:spLocks noGrp="1"/>
          </p:cNvSpPr>
          <p:nvPr>
            <p:ph type="pic" idx="2"/>
          </p:nvPr>
        </p:nvSpPr>
        <p:spPr>
          <a:xfrm flipH="1">
            <a:off x="-105727" y="-1658296"/>
            <a:ext cx="16258400" cy="9145200"/>
          </a:xfrm>
          <a:prstGeom prst="rect">
            <a:avLst/>
          </a:prstGeom>
          <a:noFill/>
          <a:ln>
            <a:noFill/>
          </a:ln>
        </p:spPr>
        <p:txBody>
          <a:bodyPr spcFirstLastPara="1" wrap="square" lIns="34275" tIns="34275" rIns="34275" bIns="34275" anchor="t" anchorCtr="0">
            <a:noAutofit/>
          </a:bodyPr>
          <a:lstStyle>
            <a:lvl1pPr marR="0" lvl="0"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1pPr>
            <a:lvl2pPr marR="0" lvl="1"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2pPr>
            <a:lvl3pPr marR="0" lvl="2"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3pPr>
            <a:lvl4pPr marR="0" lvl="3"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4pPr>
            <a:lvl5pPr marR="0" lvl="4"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5pPr>
            <a:lvl6pPr marR="0" lvl="5"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6pPr>
            <a:lvl7pPr marR="0" lvl="6"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7pPr>
            <a:lvl8pPr marR="0" lvl="7"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8pPr>
            <a:lvl9pPr marR="0" lvl="8"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57" name="Google Shape;57;p14"/>
          <p:cNvSpPr txBox="1">
            <a:spLocks noGrp="1"/>
          </p:cNvSpPr>
          <p:nvPr>
            <p:ph type="title"/>
          </p:nvPr>
        </p:nvSpPr>
        <p:spPr>
          <a:xfrm>
            <a:off x="889000" y="2508251"/>
            <a:ext cx="10502800" cy="1143200"/>
          </a:xfrm>
          <a:prstGeom prst="rect">
            <a:avLst/>
          </a:prstGeom>
          <a:noFill/>
          <a:ln>
            <a:noFill/>
          </a:ln>
        </p:spPr>
        <p:txBody>
          <a:bodyPr spcFirstLastPara="1" wrap="square" lIns="34275" tIns="34275" rIns="34275" bIns="34275" anchor="ctr" anchorCtr="0">
            <a:noAutofit/>
          </a:bodyPr>
          <a:lstStyle>
            <a:lvl1pPr marR="0" lvl="0" algn="l" rtl="0">
              <a:lnSpc>
                <a:spcPct val="100000"/>
              </a:lnSpc>
              <a:spcBef>
                <a:spcPts val="0"/>
              </a:spcBef>
              <a:spcAft>
                <a:spcPts val="0"/>
              </a:spcAft>
              <a:buClr>
                <a:srgbClr val="000000"/>
              </a:buClr>
              <a:buSzPts val="3400"/>
              <a:buFont typeface="Helvetica Neue"/>
              <a:buNone/>
              <a:defRPr sz="4533" b="1"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9pPr>
          </a:lstStyle>
          <a:p>
            <a:endParaRPr/>
          </a:p>
        </p:txBody>
      </p:sp>
      <p:sp>
        <p:nvSpPr>
          <p:cNvPr id="58" name="Google Shape;58;p14"/>
          <p:cNvSpPr txBox="1">
            <a:spLocks noGrp="1"/>
          </p:cNvSpPr>
          <p:nvPr>
            <p:ph type="body" idx="1"/>
          </p:nvPr>
        </p:nvSpPr>
        <p:spPr>
          <a:xfrm>
            <a:off x="901700" y="3536951"/>
            <a:ext cx="10502800" cy="2408800"/>
          </a:xfrm>
          <a:prstGeom prst="rect">
            <a:avLst/>
          </a:prstGeom>
          <a:noFill/>
          <a:ln>
            <a:noFill/>
          </a:ln>
        </p:spPr>
        <p:txBody>
          <a:bodyPr spcFirstLastPara="1" wrap="square" lIns="34275" tIns="34275" rIns="34275" bIns="34275" anchor="t" anchorCtr="0">
            <a:noAutofit/>
          </a:bodyPr>
          <a:lstStyle>
            <a:lvl1pPr marL="609585" marR="0" lvl="0" indent="-304792" algn="l" rtl="0">
              <a:lnSpc>
                <a:spcPct val="100000"/>
              </a:lnSpc>
              <a:spcBef>
                <a:spcPts val="0"/>
              </a:spcBef>
              <a:spcAft>
                <a:spcPts val="0"/>
              </a:spcAft>
              <a:buClr>
                <a:srgbClr val="03BDDF"/>
              </a:buClr>
              <a:buSzPts val="1900"/>
              <a:buFont typeface="Helvetica Neue"/>
              <a:buNone/>
              <a:defRPr sz="2533" b="0" i="0" u="none" strike="noStrike" cap="none">
                <a:solidFill>
                  <a:srgbClr val="03BDDF"/>
                </a:solidFill>
                <a:latin typeface="Helvetica Neue"/>
                <a:ea typeface="Helvetica Neue"/>
                <a:cs typeface="Helvetica Neue"/>
                <a:sym typeface="Helvetica Neue"/>
              </a:defRPr>
            </a:lvl1pPr>
            <a:lvl2pPr marL="1219170" marR="0" lvl="1" indent="-304792" algn="l" rtl="0">
              <a:lnSpc>
                <a:spcPct val="100000"/>
              </a:lnSpc>
              <a:spcBef>
                <a:spcPts val="0"/>
              </a:spcBef>
              <a:spcAft>
                <a:spcPts val="0"/>
              </a:spcAft>
              <a:buClr>
                <a:srgbClr val="03BDDF"/>
              </a:buClr>
              <a:buSzPts val="1900"/>
              <a:buFont typeface="Helvetica Neue"/>
              <a:buNone/>
              <a:defRPr sz="2533" b="0" i="0" u="none" strike="noStrike" cap="none">
                <a:solidFill>
                  <a:srgbClr val="03BDDF"/>
                </a:solidFill>
                <a:latin typeface="Helvetica Neue"/>
                <a:ea typeface="Helvetica Neue"/>
                <a:cs typeface="Helvetica Neue"/>
                <a:sym typeface="Helvetica Neue"/>
              </a:defRPr>
            </a:lvl2pPr>
            <a:lvl3pPr marL="1828754" marR="0" lvl="2" indent="-304792" algn="l" rtl="0">
              <a:lnSpc>
                <a:spcPct val="100000"/>
              </a:lnSpc>
              <a:spcBef>
                <a:spcPts val="0"/>
              </a:spcBef>
              <a:spcAft>
                <a:spcPts val="0"/>
              </a:spcAft>
              <a:buClr>
                <a:srgbClr val="03BDDF"/>
              </a:buClr>
              <a:buSzPts val="1900"/>
              <a:buFont typeface="Helvetica Neue"/>
              <a:buNone/>
              <a:defRPr sz="2533" b="0" i="0" u="none" strike="noStrike" cap="none">
                <a:solidFill>
                  <a:srgbClr val="03BDDF"/>
                </a:solidFill>
                <a:latin typeface="Helvetica Neue"/>
                <a:ea typeface="Helvetica Neue"/>
                <a:cs typeface="Helvetica Neue"/>
                <a:sym typeface="Helvetica Neue"/>
              </a:defRPr>
            </a:lvl3pPr>
            <a:lvl4pPr marL="2438339" marR="0" lvl="3" indent="-304792" algn="l" rtl="0">
              <a:lnSpc>
                <a:spcPct val="100000"/>
              </a:lnSpc>
              <a:spcBef>
                <a:spcPts val="0"/>
              </a:spcBef>
              <a:spcAft>
                <a:spcPts val="0"/>
              </a:spcAft>
              <a:buClr>
                <a:srgbClr val="03BDDF"/>
              </a:buClr>
              <a:buSzPts val="1900"/>
              <a:buFont typeface="Helvetica Neue"/>
              <a:buNone/>
              <a:defRPr sz="2533" b="0" i="0" u="none" strike="noStrike" cap="none">
                <a:solidFill>
                  <a:srgbClr val="03BDDF"/>
                </a:solidFill>
                <a:latin typeface="Helvetica Neue"/>
                <a:ea typeface="Helvetica Neue"/>
                <a:cs typeface="Helvetica Neue"/>
                <a:sym typeface="Helvetica Neue"/>
              </a:defRPr>
            </a:lvl4pPr>
            <a:lvl5pPr marL="3047924" marR="0" lvl="4" indent="-304792" algn="l" rtl="0">
              <a:lnSpc>
                <a:spcPct val="100000"/>
              </a:lnSpc>
              <a:spcBef>
                <a:spcPts val="0"/>
              </a:spcBef>
              <a:spcAft>
                <a:spcPts val="0"/>
              </a:spcAft>
              <a:buClr>
                <a:srgbClr val="03BDDF"/>
              </a:buClr>
              <a:buSzPts val="1900"/>
              <a:buFont typeface="Helvetica Neue"/>
              <a:buNone/>
              <a:defRPr sz="2533" b="0" i="0" u="none" strike="noStrike" cap="none">
                <a:solidFill>
                  <a:srgbClr val="03BDDF"/>
                </a:solidFill>
                <a:latin typeface="Helvetica Neue"/>
                <a:ea typeface="Helvetica Neue"/>
                <a:cs typeface="Helvetica Neue"/>
                <a:sym typeface="Helvetica Neue"/>
              </a:defRPr>
            </a:lvl5pPr>
            <a:lvl6pPr marL="3657509" marR="0" lvl="5"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6pPr>
            <a:lvl7pPr marL="4267093" marR="0" lvl="6"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7pPr>
            <a:lvl8pPr marL="4876678" marR="0" lvl="7"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8pPr>
            <a:lvl9pPr marL="5486263" marR="0" lvl="8"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9pPr>
          </a:lstStyle>
          <a:p>
            <a:endParaRPr/>
          </a:p>
        </p:txBody>
      </p:sp>
      <p:pic>
        <p:nvPicPr>
          <p:cNvPr id="59" name="Google Shape;59;p14" descr="cc.large.png"/>
          <p:cNvPicPr preferRelativeResize="0"/>
          <p:nvPr/>
        </p:nvPicPr>
        <p:blipFill rotWithShape="1">
          <a:blip r:embed="rId2">
            <a:alphaModFix/>
          </a:blip>
          <a:srcRect/>
          <a:stretch/>
        </p:blipFill>
        <p:spPr>
          <a:xfrm>
            <a:off x="11121123" y="308086"/>
            <a:ext cx="759261" cy="759261"/>
          </a:xfrm>
          <a:prstGeom prst="rect">
            <a:avLst/>
          </a:prstGeom>
          <a:noFill/>
          <a:ln>
            <a:noFill/>
          </a:ln>
        </p:spPr>
      </p:pic>
      <p:sp>
        <p:nvSpPr>
          <p:cNvPr id="60" name="Google Shape;60;p14"/>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8700897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ue title/subtitle slide" type="tx">
  <p:cSld name="Blue title/subtitle slide">
    <p:spTree>
      <p:nvGrpSpPr>
        <p:cNvPr id="1" name="Shape 61"/>
        <p:cNvGrpSpPr/>
        <p:nvPr/>
      </p:nvGrpSpPr>
      <p:grpSpPr>
        <a:xfrm>
          <a:off x="0" y="0"/>
          <a:ext cx="0" cy="0"/>
          <a:chOff x="0" y="0"/>
          <a:chExt cx="0" cy="0"/>
        </a:xfrm>
      </p:grpSpPr>
      <p:sp>
        <p:nvSpPr>
          <p:cNvPr id="62" name="Google Shape;62;p15"/>
          <p:cNvSpPr txBox="1">
            <a:spLocks noGrp="1"/>
          </p:cNvSpPr>
          <p:nvPr>
            <p:ph type="title"/>
          </p:nvPr>
        </p:nvSpPr>
        <p:spPr>
          <a:xfrm>
            <a:off x="889000" y="1149351"/>
            <a:ext cx="10414000" cy="2324000"/>
          </a:xfrm>
          <a:prstGeom prst="rect">
            <a:avLst/>
          </a:prstGeom>
          <a:noFill/>
          <a:ln>
            <a:noFill/>
          </a:ln>
        </p:spPr>
        <p:txBody>
          <a:bodyPr spcFirstLastPara="1" wrap="square" lIns="34275" tIns="34275" rIns="34275" bIns="34275" anchor="b" anchorCtr="0">
            <a:noAutofit/>
          </a:bodyPr>
          <a:lstStyle>
            <a:lvl1pPr marR="0" lvl="0"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9pPr>
          </a:lstStyle>
          <a:p>
            <a:endParaRPr/>
          </a:p>
        </p:txBody>
      </p:sp>
      <p:sp>
        <p:nvSpPr>
          <p:cNvPr id="63" name="Google Shape;63;p15"/>
          <p:cNvSpPr txBox="1">
            <a:spLocks noGrp="1"/>
          </p:cNvSpPr>
          <p:nvPr>
            <p:ph type="body" idx="1"/>
          </p:nvPr>
        </p:nvSpPr>
        <p:spPr>
          <a:xfrm>
            <a:off x="889000" y="3498851"/>
            <a:ext cx="10414000" cy="1376000"/>
          </a:xfrm>
          <a:prstGeom prst="rect">
            <a:avLst/>
          </a:prstGeom>
          <a:noFill/>
          <a:ln>
            <a:noFill/>
          </a:ln>
        </p:spPr>
        <p:txBody>
          <a:bodyPr spcFirstLastPara="1" wrap="square" lIns="34275" tIns="34275" rIns="34275" bIns="34275" anchor="t" anchorCtr="0">
            <a:noAutofit/>
          </a:bodyPr>
          <a:lstStyle>
            <a:lvl1pPr marL="609585" marR="0" lvl="0" indent="-304792" algn="l" rtl="0">
              <a:lnSpc>
                <a:spcPct val="100000"/>
              </a:lnSpc>
              <a:spcBef>
                <a:spcPts val="0"/>
              </a:spcBef>
              <a:spcAft>
                <a:spcPts val="0"/>
              </a:spcAft>
              <a:buClr>
                <a:srgbClr val="FFFFFF"/>
              </a:buClr>
              <a:buSzPts val="1900"/>
              <a:buFont typeface="Helvetica Neue"/>
              <a:buNone/>
              <a:defRPr sz="2533" b="1" i="0" u="none" strike="noStrike" cap="none">
                <a:solidFill>
                  <a:srgbClr val="FFFFFF"/>
                </a:solidFill>
                <a:latin typeface="Helvetica Neue"/>
                <a:ea typeface="Helvetica Neue"/>
                <a:cs typeface="Helvetica Neue"/>
                <a:sym typeface="Helvetica Neue"/>
              </a:defRPr>
            </a:lvl1pPr>
            <a:lvl2pPr marL="1219170" marR="0" lvl="1" indent="-304792" algn="l" rtl="0">
              <a:lnSpc>
                <a:spcPct val="100000"/>
              </a:lnSpc>
              <a:spcBef>
                <a:spcPts val="0"/>
              </a:spcBef>
              <a:spcAft>
                <a:spcPts val="0"/>
              </a:spcAft>
              <a:buClr>
                <a:srgbClr val="FFFFFF"/>
              </a:buClr>
              <a:buSzPts val="1900"/>
              <a:buFont typeface="Helvetica Neue"/>
              <a:buNone/>
              <a:defRPr sz="2533" b="1" i="0" u="none" strike="noStrike" cap="none">
                <a:solidFill>
                  <a:srgbClr val="FFFFFF"/>
                </a:solidFill>
                <a:latin typeface="Helvetica Neue"/>
                <a:ea typeface="Helvetica Neue"/>
                <a:cs typeface="Helvetica Neue"/>
                <a:sym typeface="Helvetica Neue"/>
              </a:defRPr>
            </a:lvl2pPr>
            <a:lvl3pPr marL="1828754" marR="0" lvl="2" indent="-304792" algn="l" rtl="0">
              <a:lnSpc>
                <a:spcPct val="100000"/>
              </a:lnSpc>
              <a:spcBef>
                <a:spcPts val="0"/>
              </a:spcBef>
              <a:spcAft>
                <a:spcPts val="0"/>
              </a:spcAft>
              <a:buClr>
                <a:srgbClr val="FFFFFF"/>
              </a:buClr>
              <a:buSzPts val="1900"/>
              <a:buFont typeface="Helvetica Neue"/>
              <a:buNone/>
              <a:defRPr sz="2533" b="1" i="0" u="none" strike="noStrike" cap="none">
                <a:solidFill>
                  <a:srgbClr val="FFFFFF"/>
                </a:solidFill>
                <a:latin typeface="Helvetica Neue"/>
                <a:ea typeface="Helvetica Neue"/>
                <a:cs typeface="Helvetica Neue"/>
                <a:sym typeface="Helvetica Neue"/>
              </a:defRPr>
            </a:lvl3pPr>
            <a:lvl4pPr marL="2438339" marR="0" lvl="3" indent="-304792" algn="l" rtl="0">
              <a:lnSpc>
                <a:spcPct val="100000"/>
              </a:lnSpc>
              <a:spcBef>
                <a:spcPts val="0"/>
              </a:spcBef>
              <a:spcAft>
                <a:spcPts val="0"/>
              </a:spcAft>
              <a:buClr>
                <a:srgbClr val="FFFFFF"/>
              </a:buClr>
              <a:buSzPts val="1900"/>
              <a:buFont typeface="Helvetica Neue"/>
              <a:buNone/>
              <a:defRPr sz="2533" b="1" i="0" u="none" strike="noStrike" cap="none">
                <a:solidFill>
                  <a:srgbClr val="FFFFFF"/>
                </a:solidFill>
                <a:latin typeface="Helvetica Neue"/>
                <a:ea typeface="Helvetica Neue"/>
                <a:cs typeface="Helvetica Neue"/>
                <a:sym typeface="Helvetica Neue"/>
              </a:defRPr>
            </a:lvl4pPr>
            <a:lvl5pPr marL="3047924" marR="0" lvl="4" indent="-304792" algn="l" rtl="0">
              <a:lnSpc>
                <a:spcPct val="100000"/>
              </a:lnSpc>
              <a:spcBef>
                <a:spcPts val="0"/>
              </a:spcBef>
              <a:spcAft>
                <a:spcPts val="0"/>
              </a:spcAft>
              <a:buClr>
                <a:srgbClr val="FFFFFF"/>
              </a:buClr>
              <a:buSzPts val="1900"/>
              <a:buFont typeface="Helvetica Neue"/>
              <a:buNone/>
              <a:defRPr sz="2533" b="1" i="0" u="none" strike="noStrike" cap="none">
                <a:solidFill>
                  <a:srgbClr val="FFFFFF"/>
                </a:solidFill>
                <a:latin typeface="Helvetica Neue"/>
                <a:ea typeface="Helvetica Neue"/>
                <a:cs typeface="Helvetica Neue"/>
                <a:sym typeface="Helvetica Neue"/>
              </a:defRPr>
            </a:lvl5pPr>
            <a:lvl6pPr marL="3657509" marR="0" lvl="5"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6pPr>
            <a:lvl7pPr marL="4267093" marR="0" lvl="6"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7pPr>
            <a:lvl8pPr marL="4876678" marR="0" lvl="7"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8pPr>
            <a:lvl9pPr marL="5486263" marR="0" lvl="8"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64" name="Google Shape;64;p15"/>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0345820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ue title &amp; bullets">
  <p:cSld name="Blue title &amp; bullets">
    <p:spTree>
      <p:nvGrpSpPr>
        <p:cNvPr id="1" name="Shape 65"/>
        <p:cNvGrpSpPr/>
        <p:nvPr/>
      </p:nvGrpSpPr>
      <p:grpSpPr>
        <a:xfrm>
          <a:off x="0" y="0"/>
          <a:ext cx="0" cy="0"/>
          <a:chOff x="0" y="0"/>
          <a:chExt cx="0" cy="0"/>
        </a:xfrm>
      </p:grpSpPr>
      <p:sp>
        <p:nvSpPr>
          <p:cNvPr id="66" name="Google Shape;66;p16"/>
          <p:cNvSpPr txBox="1">
            <a:spLocks noGrp="1"/>
          </p:cNvSpPr>
          <p:nvPr>
            <p:ph type="title"/>
          </p:nvPr>
        </p:nvSpPr>
        <p:spPr>
          <a:xfrm>
            <a:off x="844551" y="476251"/>
            <a:ext cx="10502800" cy="1143200"/>
          </a:xfrm>
          <a:prstGeom prst="rect">
            <a:avLst/>
          </a:prstGeom>
          <a:noFill/>
          <a:ln>
            <a:noFill/>
          </a:ln>
        </p:spPr>
        <p:txBody>
          <a:bodyPr spcFirstLastPara="1" wrap="square" lIns="34275" tIns="34275" rIns="34275" bIns="34275" anchor="ctr" anchorCtr="0">
            <a:noAutofit/>
          </a:bodyPr>
          <a:lstStyle>
            <a:lvl1pPr marR="0" lvl="0" algn="l" rtl="0">
              <a:lnSpc>
                <a:spcPct val="100000"/>
              </a:lnSpc>
              <a:spcBef>
                <a:spcPts val="0"/>
              </a:spcBef>
              <a:spcAft>
                <a:spcPts val="0"/>
              </a:spcAft>
              <a:buClr>
                <a:srgbClr val="FFFFFF"/>
              </a:buClr>
              <a:buSzPts val="2800"/>
              <a:buFont typeface="Helvetica Neue"/>
              <a:buNone/>
              <a:defRPr sz="3733" b="1" i="0" u="none" strike="noStrike" cap="none">
                <a:solidFill>
                  <a:srgbClr val="FFFFFF"/>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9pPr>
          </a:lstStyle>
          <a:p>
            <a:endParaRPr/>
          </a:p>
        </p:txBody>
      </p:sp>
      <p:sp>
        <p:nvSpPr>
          <p:cNvPr id="67" name="Google Shape;67;p16"/>
          <p:cNvSpPr txBox="1">
            <a:spLocks noGrp="1"/>
          </p:cNvSpPr>
          <p:nvPr>
            <p:ph type="body" idx="1"/>
          </p:nvPr>
        </p:nvSpPr>
        <p:spPr>
          <a:xfrm>
            <a:off x="844551" y="1809751"/>
            <a:ext cx="10502800" cy="4604000"/>
          </a:xfrm>
          <a:prstGeom prst="rect">
            <a:avLst/>
          </a:prstGeom>
          <a:noFill/>
          <a:ln>
            <a:noFill/>
          </a:ln>
        </p:spPr>
        <p:txBody>
          <a:bodyPr spcFirstLastPara="1" wrap="square" lIns="34275" tIns="34275" rIns="34275" bIns="34275" anchor="t" anchorCtr="0">
            <a:noAutofit/>
          </a:bodyPr>
          <a:lstStyle>
            <a:lvl1pPr marL="609585" marR="0" lvl="0" indent="-507987" algn="l" rtl="0">
              <a:lnSpc>
                <a:spcPct val="100000"/>
              </a:lnSpc>
              <a:spcBef>
                <a:spcPts val="2933"/>
              </a:spcBef>
              <a:spcAft>
                <a:spcPts val="0"/>
              </a:spcAft>
              <a:buClr>
                <a:srgbClr val="FFFFFF"/>
              </a:buClr>
              <a:buSzPts val="2400"/>
              <a:buFont typeface="Helvetica Neue"/>
              <a:buChar char="•"/>
              <a:defRPr sz="2667" b="1" i="0" u="none" strike="noStrike" cap="none">
                <a:solidFill>
                  <a:srgbClr val="FFFFFF"/>
                </a:solidFill>
                <a:latin typeface="Helvetica Neue"/>
                <a:ea typeface="Helvetica Neue"/>
                <a:cs typeface="Helvetica Neue"/>
                <a:sym typeface="Helvetica Neue"/>
              </a:defRPr>
            </a:lvl1pPr>
            <a:lvl2pPr marL="1219170" marR="0" lvl="1" indent="-507987" algn="l" rtl="0">
              <a:lnSpc>
                <a:spcPct val="100000"/>
              </a:lnSpc>
              <a:spcBef>
                <a:spcPts val="2933"/>
              </a:spcBef>
              <a:spcAft>
                <a:spcPts val="0"/>
              </a:spcAft>
              <a:buClr>
                <a:srgbClr val="FFFFFF"/>
              </a:buClr>
              <a:buSzPts val="2400"/>
              <a:buFont typeface="Helvetica Neue"/>
              <a:buChar char="•"/>
              <a:defRPr sz="2667" b="1" i="0" u="none" strike="noStrike" cap="none">
                <a:solidFill>
                  <a:srgbClr val="FFFFFF"/>
                </a:solidFill>
                <a:latin typeface="Helvetica Neue"/>
                <a:ea typeface="Helvetica Neue"/>
                <a:cs typeface="Helvetica Neue"/>
                <a:sym typeface="Helvetica Neue"/>
              </a:defRPr>
            </a:lvl2pPr>
            <a:lvl3pPr marL="1828754" marR="0" lvl="2" indent="-507987" algn="l" rtl="0">
              <a:lnSpc>
                <a:spcPct val="100000"/>
              </a:lnSpc>
              <a:spcBef>
                <a:spcPts val="2933"/>
              </a:spcBef>
              <a:spcAft>
                <a:spcPts val="0"/>
              </a:spcAft>
              <a:buClr>
                <a:srgbClr val="FFFFFF"/>
              </a:buClr>
              <a:buSzPts val="2400"/>
              <a:buFont typeface="Helvetica Neue"/>
              <a:buChar char="•"/>
              <a:defRPr sz="2667" b="1" i="0" u="none" strike="noStrike" cap="none">
                <a:solidFill>
                  <a:srgbClr val="FFFFFF"/>
                </a:solidFill>
                <a:latin typeface="Helvetica Neue"/>
                <a:ea typeface="Helvetica Neue"/>
                <a:cs typeface="Helvetica Neue"/>
                <a:sym typeface="Helvetica Neue"/>
              </a:defRPr>
            </a:lvl3pPr>
            <a:lvl4pPr marL="2438339" marR="0" lvl="3" indent="-507987" algn="l" rtl="0">
              <a:lnSpc>
                <a:spcPct val="100000"/>
              </a:lnSpc>
              <a:spcBef>
                <a:spcPts val="2933"/>
              </a:spcBef>
              <a:spcAft>
                <a:spcPts val="0"/>
              </a:spcAft>
              <a:buClr>
                <a:srgbClr val="FFFFFF"/>
              </a:buClr>
              <a:buSzPts val="2400"/>
              <a:buFont typeface="Helvetica Neue"/>
              <a:buChar char="•"/>
              <a:defRPr sz="2667" b="1" i="0" u="none" strike="noStrike" cap="none">
                <a:solidFill>
                  <a:srgbClr val="FFFFFF"/>
                </a:solidFill>
                <a:latin typeface="Helvetica Neue"/>
                <a:ea typeface="Helvetica Neue"/>
                <a:cs typeface="Helvetica Neue"/>
                <a:sym typeface="Helvetica Neue"/>
              </a:defRPr>
            </a:lvl4pPr>
            <a:lvl5pPr marL="3047924" marR="0" lvl="4" indent="-507987" algn="l" rtl="0">
              <a:lnSpc>
                <a:spcPct val="100000"/>
              </a:lnSpc>
              <a:spcBef>
                <a:spcPts val="2933"/>
              </a:spcBef>
              <a:spcAft>
                <a:spcPts val="0"/>
              </a:spcAft>
              <a:buClr>
                <a:srgbClr val="FFFFFF"/>
              </a:buClr>
              <a:buSzPts val="2400"/>
              <a:buFont typeface="Helvetica Neue"/>
              <a:buChar char="•"/>
              <a:defRPr sz="2667" b="1" i="0" u="none" strike="noStrike" cap="none">
                <a:solidFill>
                  <a:srgbClr val="FFFFFF"/>
                </a:solidFill>
                <a:latin typeface="Helvetica Neue"/>
                <a:ea typeface="Helvetica Neue"/>
                <a:cs typeface="Helvetica Neue"/>
                <a:sym typeface="Helvetica Neue"/>
              </a:defRPr>
            </a:lvl5pPr>
            <a:lvl6pPr marL="3657509" marR="0" lvl="5"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6pPr>
            <a:lvl7pPr marL="4267093" marR="0" lvl="6"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7pPr>
            <a:lvl8pPr marL="4876678" marR="0" lvl="7"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8pPr>
            <a:lvl9pPr marL="5486263" marR="0" lvl="8"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68" name="Google Shape;68;p16"/>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1898171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ue agenda / center title">
  <p:cSld name="Blue agenda / center title">
    <p:spTree>
      <p:nvGrpSpPr>
        <p:cNvPr id="1" name="Shape 69"/>
        <p:cNvGrpSpPr/>
        <p:nvPr/>
      </p:nvGrpSpPr>
      <p:grpSpPr>
        <a:xfrm>
          <a:off x="0" y="0"/>
          <a:ext cx="0" cy="0"/>
          <a:chOff x="0" y="0"/>
          <a:chExt cx="0" cy="0"/>
        </a:xfrm>
      </p:grpSpPr>
      <p:sp>
        <p:nvSpPr>
          <p:cNvPr id="70" name="Google Shape;70;p17"/>
          <p:cNvSpPr txBox="1">
            <a:spLocks noGrp="1"/>
          </p:cNvSpPr>
          <p:nvPr>
            <p:ph type="title"/>
          </p:nvPr>
        </p:nvSpPr>
        <p:spPr>
          <a:xfrm>
            <a:off x="889000" y="2266951"/>
            <a:ext cx="10414000" cy="2324000"/>
          </a:xfrm>
          <a:prstGeom prst="rect">
            <a:avLst/>
          </a:prstGeom>
          <a:noFill/>
          <a:ln>
            <a:noFill/>
          </a:ln>
        </p:spPr>
        <p:txBody>
          <a:bodyPr spcFirstLastPara="1" wrap="square" lIns="34275" tIns="34275" rIns="34275" bIns="34275" anchor="ctr" anchorCtr="0">
            <a:noAutofit/>
          </a:bodyPr>
          <a:lstStyle>
            <a:lvl1pPr marR="0" lvl="0"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9pPr>
          </a:lstStyle>
          <a:p>
            <a:endParaRPr/>
          </a:p>
        </p:txBody>
      </p:sp>
      <p:sp>
        <p:nvSpPr>
          <p:cNvPr id="71" name="Google Shape;71;p17"/>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8849144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Orange agenda / center title">
  <p:cSld name="Orange agenda / center title">
    <p:bg>
      <p:bgPr>
        <a:solidFill>
          <a:srgbClr val="F16938"/>
        </a:solidFill>
        <a:effectLst/>
      </p:bgPr>
    </p:bg>
    <p:spTree>
      <p:nvGrpSpPr>
        <p:cNvPr id="1" name="Shape 72"/>
        <p:cNvGrpSpPr/>
        <p:nvPr/>
      </p:nvGrpSpPr>
      <p:grpSpPr>
        <a:xfrm>
          <a:off x="0" y="0"/>
          <a:ext cx="0" cy="0"/>
          <a:chOff x="0" y="0"/>
          <a:chExt cx="0" cy="0"/>
        </a:xfrm>
      </p:grpSpPr>
      <p:sp>
        <p:nvSpPr>
          <p:cNvPr id="73" name="Google Shape;73;p18"/>
          <p:cNvSpPr txBox="1">
            <a:spLocks noGrp="1"/>
          </p:cNvSpPr>
          <p:nvPr>
            <p:ph type="title"/>
          </p:nvPr>
        </p:nvSpPr>
        <p:spPr>
          <a:xfrm>
            <a:off x="889000" y="2266951"/>
            <a:ext cx="10414000" cy="2324000"/>
          </a:xfrm>
          <a:prstGeom prst="rect">
            <a:avLst/>
          </a:prstGeom>
          <a:noFill/>
          <a:ln>
            <a:noFill/>
          </a:ln>
        </p:spPr>
        <p:txBody>
          <a:bodyPr spcFirstLastPara="1" wrap="square" lIns="34275" tIns="34275" rIns="34275" bIns="34275" anchor="ctr" anchorCtr="0">
            <a:noAutofit/>
          </a:bodyPr>
          <a:lstStyle>
            <a:lvl1pPr marR="0" lvl="0"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9pPr>
          </a:lstStyle>
          <a:p>
            <a:endParaRPr/>
          </a:p>
        </p:txBody>
      </p:sp>
      <p:sp>
        <p:nvSpPr>
          <p:cNvPr id="74" name="Google Shape;74;p18"/>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8118572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Yellow agenda / center title">
  <p:cSld name="Yellow agenda / center title">
    <p:bg>
      <p:bgPr>
        <a:solidFill>
          <a:srgbClr val="F1C600"/>
        </a:solidFill>
        <a:effectLst/>
      </p:bgPr>
    </p:bg>
    <p:spTree>
      <p:nvGrpSpPr>
        <p:cNvPr id="1" name="Shape 75"/>
        <p:cNvGrpSpPr/>
        <p:nvPr/>
      </p:nvGrpSpPr>
      <p:grpSpPr>
        <a:xfrm>
          <a:off x="0" y="0"/>
          <a:ext cx="0" cy="0"/>
          <a:chOff x="0" y="0"/>
          <a:chExt cx="0" cy="0"/>
        </a:xfrm>
      </p:grpSpPr>
      <p:sp>
        <p:nvSpPr>
          <p:cNvPr id="76" name="Google Shape;76;p19"/>
          <p:cNvSpPr txBox="1">
            <a:spLocks noGrp="1"/>
          </p:cNvSpPr>
          <p:nvPr>
            <p:ph type="title"/>
          </p:nvPr>
        </p:nvSpPr>
        <p:spPr>
          <a:xfrm>
            <a:off x="889000" y="2266951"/>
            <a:ext cx="10414000" cy="2324000"/>
          </a:xfrm>
          <a:prstGeom prst="rect">
            <a:avLst/>
          </a:prstGeom>
          <a:noFill/>
          <a:ln>
            <a:noFill/>
          </a:ln>
        </p:spPr>
        <p:txBody>
          <a:bodyPr spcFirstLastPara="1" wrap="square" lIns="34275" tIns="34275" rIns="34275" bIns="34275" anchor="ctr" anchorCtr="0">
            <a:noAutofit/>
          </a:bodyPr>
          <a:lstStyle>
            <a:lvl1pPr marR="0" lvl="0"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9pPr>
          </a:lstStyle>
          <a:p>
            <a:endParaRPr/>
          </a:p>
        </p:txBody>
      </p:sp>
      <p:sp>
        <p:nvSpPr>
          <p:cNvPr id="77" name="Google Shape;77;p19"/>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6813456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Neutral agenda / center title">
  <p:cSld name="Neutral agenda / center title">
    <p:bg>
      <p:bgPr>
        <a:solidFill>
          <a:srgbClr val="E9E9E9"/>
        </a:solidFill>
        <a:effectLst/>
      </p:bgPr>
    </p:bg>
    <p:spTree>
      <p:nvGrpSpPr>
        <p:cNvPr id="1" name="Shape 78"/>
        <p:cNvGrpSpPr/>
        <p:nvPr/>
      </p:nvGrpSpPr>
      <p:grpSpPr>
        <a:xfrm>
          <a:off x="0" y="0"/>
          <a:ext cx="0" cy="0"/>
          <a:chOff x="0" y="0"/>
          <a:chExt cx="0" cy="0"/>
        </a:xfrm>
      </p:grpSpPr>
      <p:sp>
        <p:nvSpPr>
          <p:cNvPr id="79" name="Google Shape;79;p20"/>
          <p:cNvSpPr txBox="1">
            <a:spLocks noGrp="1"/>
          </p:cNvSpPr>
          <p:nvPr>
            <p:ph type="title"/>
          </p:nvPr>
        </p:nvSpPr>
        <p:spPr>
          <a:xfrm>
            <a:off x="889000" y="2266951"/>
            <a:ext cx="10414000" cy="2324000"/>
          </a:xfrm>
          <a:prstGeom prst="rect">
            <a:avLst/>
          </a:prstGeom>
          <a:noFill/>
          <a:ln>
            <a:noFill/>
          </a:ln>
        </p:spPr>
        <p:txBody>
          <a:bodyPr spcFirstLastPara="1" wrap="square" lIns="34275" tIns="34275" rIns="34275" bIns="34275" anchor="ctr" anchorCtr="0">
            <a:noAutofit/>
          </a:bodyPr>
          <a:lstStyle>
            <a:lvl1pPr marR="0" lvl="0" algn="l" rtl="0">
              <a:lnSpc>
                <a:spcPct val="100000"/>
              </a:lnSpc>
              <a:spcBef>
                <a:spcPts val="0"/>
              </a:spcBef>
              <a:spcAft>
                <a:spcPts val="0"/>
              </a:spcAft>
              <a:buClr>
                <a:srgbClr val="000000"/>
              </a:buClr>
              <a:buSzPts val="3400"/>
              <a:buFont typeface="Helvetica Neue"/>
              <a:buNone/>
              <a:defRPr sz="4533" b="1"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9pPr>
          </a:lstStyle>
          <a:p>
            <a:endParaRPr/>
          </a:p>
        </p:txBody>
      </p:sp>
      <p:pic>
        <p:nvPicPr>
          <p:cNvPr id="80" name="Google Shape;80;p20" descr="cc.large.png"/>
          <p:cNvPicPr preferRelativeResize="0"/>
          <p:nvPr/>
        </p:nvPicPr>
        <p:blipFill rotWithShape="1">
          <a:blip r:embed="rId2">
            <a:alphaModFix/>
          </a:blip>
          <a:srcRect/>
          <a:stretch/>
        </p:blipFill>
        <p:spPr>
          <a:xfrm>
            <a:off x="11063972" y="5769086"/>
            <a:ext cx="759261" cy="759261"/>
          </a:xfrm>
          <a:prstGeom prst="rect">
            <a:avLst/>
          </a:prstGeom>
          <a:noFill/>
          <a:ln>
            <a:noFill/>
          </a:ln>
        </p:spPr>
      </p:pic>
      <p:sp>
        <p:nvSpPr>
          <p:cNvPr id="81" name="Google Shape;81;p20"/>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0283978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Photo - yellow footer">
  <p:cSld name="Photo - yellow footer">
    <p:bg>
      <p:bgPr>
        <a:solidFill>
          <a:srgbClr val="FFFFFF"/>
        </a:solidFill>
        <a:effectLst/>
      </p:bgPr>
    </p:bg>
    <p:spTree>
      <p:nvGrpSpPr>
        <p:cNvPr id="1" name="Shape 82"/>
        <p:cNvGrpSpPr/>
        <p:nvPr/>
      </p:nvGrpSpPr>
      <p:grpSpPr>
        <a:xfrm>
          <a:off x="0" y="0"/>
          <a:ext cx="0" cy="0"/>
          <a:chOff x="0" y="0"/>
          <a:chExt cx="0" cy="0"/>
        </a:xfrm>
      </p:grpSpPr>
      <p:sp>
        <p:nvSpPr>
          <p:cNvPr id="83" name="Google Shape;83;p21"/>
          <p:cNvSpPr>
            <a:spLocks noGrp="1"/>
          </p:cNvSpPr>
          <p:nvPr>
            <p:ph type="pic" idx="2"/>
          </p:nvPr>
        </p:nvSpPr>
        <p:spPr>
          <a:xfrm>
            <a:off x="0" y="0"/>
            <a:ext cx="12192000" cy="6858000"/>
          </a:xfrm>
          <a:prstGeom prst="rect">
            <a:avLst/>
          </a:prstGeom>
          <a:noFill/>
          <a:ln>
            <a:noFill/>
          </a:ln>
        </p:spPr>
        <p:txBody>
          <a:bodyPr spcFirstLastPara="1" wrap="square" lIns="34275" tIns="34275" rIns="34275" bIns="34275" anchor="t" anchorCtr="0">
            <a:noAutofit/>
          </a:bodyPr>
          <a:lstStyle>
            <a:lvl1pPr marR="0" lvl="0"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1pPr>
            <a:lvl2pPr marR="0" lvl="1"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2pPr>
            <a:lvl3pPr marR="0" lvl="2"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3pPr>
            <a:lvl4pPr marR="0" lvl="3"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4pPr>
            <a:lvl5pPr marR="0" lvl="4"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5pPr>
            <a:lvl6pPr marR="0" lvl="5"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6pPr>
            <a:lvl7pPr marR="0" lvl="6"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7pPr>
            <a:lvl8pPr marR="0" lvl="7"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8pPr>
            <a:lvl9pPr marR="0" lvl="8"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84" name="Google Shape;84;p21"/>
          <p:cNvSpPr/>
          <p:nvPr/>
        </p:nvSpPr>
        <p:spPr>
          <a:xfrm>
            <a:off x="74009" y="6139420"/>
            <a:ext cx="12044000" cy="634800"/>
          </a:xfrm>
          <a:prstGeom prst="roundRect">
            <a:avLst>
              <a:gd name="adj" fmla="val 15000"/>
            </a:avLst>
          </a:prstGeom>
          <a:solidFill>
            <a:srgbClr val="F1C600">
              <a:alpha val="74900"/>
            </a:srgbClr>
          </a:solidFill>
          <a:ln>
            <a:noFill/>
          </a:ln>
        </p:spPr>
        <p:txBody>
          <a:bodyPr spcFirstLastPara="1" wrap="square" lIns="25400" tIns="25400" rIns="25400" bIns="25400" anchor="ctr" anchorCtr="0">
            <a:noAutofit/>
          </a:bodyPr>
          <a:lstStyle/>
          <a:p>
            <a:pPr marL="0" marR="0" lvl="0" indent="0" algn="ctr" rtl="0">
              <a:lnSpc>
                <a:spcPct val="100000"/>
              </a:lnSpc>
              <a:spcBef>
                <a:spcPts val="0"/>
              </a:spcBef>
              <a:spcAft>
                <a:spcPts val="0"/>
              </a:spcAft>
              <a:buClr>
                <a:srgbClr val="000000"/>
              </a:buClr>
              <a:buSzPts val="1200"/>
              <a:buFont typeface="Helvetica Neue Light"/>
              <a:buNone/>
            </a:pPr>
            <a:endParaRPr sz="1600" b="0" i="0" u="none" strike="noStrike" cap="none">
              <a:solidFill>
                <a:srgbClr val="000000"/>
              </a:solidFill>
              <a:latin typeface="Helvetica Neue Light"/>
              <a:ea typeface="Helvetica Neue Light"/>
              <a:cs typeface="Helvetica Neue Light"/>
              <a:sym typeface="Helvetica Neue Light"/>
            </a:endParaRPr>
          </a:p>
        </p:txBody>
      </p:sp>
      <p:pic>
        <p:nvPicPr>
          <p:cNvPr id="85" name="Google Shape;85;p21" descr="cc.large.png"/>
          <p:cNvPicPr preferRelativeResize="0"/>
          <p:nvPr/>
        </p:nvPicPr>
        <p:blipFill rotWithShape="1">
          <a:blip r:embed="rId2">
            <a:alphaModFix/>
          </a:blip>
          <a:srcRect/>
          <a:stretch/>
        </p:blipFill>
        <p:spPr>
          <a:xfrm>
            <a:off x="164521" y="6215268"/>
            <a:ext cx="483307" cy="483307"/>
          </a:xfrm>
          <a:prstGeom prst="rect">
            <a:avLst/>
          </a:prstGeom>
          <a:noFill/>
          <a:ln>
            <a:noFill/>
          </a:ln>
        </p:spPr>
      </p:pic>
      <p:sp>
        <p:nvSpPr>
          <p:cNvPr id="86" name="Google Shape;86;p21"/>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2029290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Closer + handle / blue">
  <p:cSld name="Closer + handle / blue">
    <p:spTree>
      <p:nvGrpSpPr>
        <p:cNvPr id="1" name="Shape 87"/>
        <p:cNvGrpSpPr/>
        <p:nvPr/>
      </p:nvGrpSpPr>
      <p:grpSpPr>
        <a:xfrm>
          <a:off x="0" y="0"/>
          <a:ext cx="0" cy="0"/>
          <a:chOff x="0" y="0"/>
          <a:chExt cx="0" cy="0"/>
        </a:xfrm>
      </p:grpSpPr>
      <p:sp>
        <p:nvSpPr>
          <p:cNvPr id="88" name="Google Shape;88;p22"/>
          <p:cNvSpPr txBox="1">
            <a:spLocks noGrp="1"/>
          </p:cNvSpPr>
          <p:nvPr>
            <p:ph type="title"/>
          </p:nvPr>
        </p:nvSpPr>
        <p:spPr>
          <a:xfrm>
            <a:off x="2408039" y="4032251"/>
            <a:ext cx="7376000" cy="1143200"/>
          </a:xfrm>
          <a:prstGeom prst="rect">
            <a:avLst/>
          </a:prstGeom>
          <a:noFill/>
          <a:ln>
            <a:noFill/>
          </a:ln>
        </p:spPr>
        <p:txBody>
          <a:bodyPr spcFirstLastPara="1" wrap="square" lIns="34275" tIns="34275" rIns="34275" bIns="34275" anchor="ctr" anchorCtr="0">
            <a:noAutofit/>
          </a:bodyPr>
          <a:lstStyle>
            <a:lvl1pPr marR="0" lvl="0" algn="ctr" rtl="0">
              <a:lnSpc>
                <a:spcPct val="100000"/>
              </a:lnSpc>
              <a:spcBef>
                <a:spcPts val="0"/>
              </a:spcBef>
              <a:spcAft>
                <a:spcPts val="0"/>
              </a:spcAft>
              <a:buClr>
                <a:srgbClr val="FFFFFF"/>
              </a:buClr>
              <a:buSzPts val="2800"/>
              <a:buFont typeface="Helvetica Neue"/>
              <a:buNone/>
              <a:defRPr sz="3733" b="0" i="0" u="none" strike="noStrike" cap="none">
                <a:solidFill>
                  <a:srgbClr val="FFFFFF"/>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9pPr>
          </a:lstStyle>
          <a:p>
            <a:endParaRPr/>
          </a:p>
        </p:txBody>
      </p:sp>
      <p:pic>
        <p:nvPicPr>
          <p:cNvPr id="89" name="Google Shape;89;p22" descr="cc_logo_white_large.pdf"/>
          <p:cNvPicPr preferRelativeResize="0"/>
          <p:nvPr/>
        </p:nvPicPr>
        <p:blipFill rotWithShape="1">
          <a:blip r:embed="rId2">
            <a:alphaModFix/>
          </a:blip>
          <a:srcRect/>
          <a:stretch/>
        </p:blipFill>
        <p:spPr>
          <a:xfrm>
            <a:off x="4790124" y="932424"/>
            <a:ext cx="2611755" cy="2611755"/>
          </a:xfrm>
          <a:prstGeom prst="rect">
            <a:avLst/>
          </a:prstGeom>
          <a:noFill/>
          <a:ln>
            <a:noFill/>
          </a:ln>
        </p:spPr>
      </p:pic>
      <p:sp>
        <p:nvSpPr>
          <p:cNvPr id="90" name="Google Shape;90;p22"/>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51886481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Charts and graphs title only">
  <p:cSld name="Charts and graphs title only">
    <p:bg>
      <p:bgPr>
        <a:solidFill>
          <a:srgbClr val="E9E9E9"/>
        </a:solidFill>
        <a:effectLst/>
      </p:bgPr>
    </p:bg>
    <p:spTree>
      <p:nvGrpSpPr>
        <p:cNvPr id="1" name="Shape 91"/>
        <p:cNvGrpSpPr/>
        <p:nvPr/>
      </p:nvGrpSpPr>
      <p:grpSpPr>
        <a:xfrm>
          <a:off x="0" y="0"/>
          <a:ext cx="0" cy="0"/>
          <a:chOff x="0" y="0"/>
          <a:chExt cx="0" cy="0"/>
        </a:xfrm>
      </p:grpSpPr>
      <p:sp>
        <p:nvSpPr>
          <p:cNvPr id="92" name="Google Shape;92;p23"/>
          <p:cNvSpPr txBox="1">
            <a:spLocks noGrp="1"/>
          </p:cNvSpPr>
          <p:nvPr>
            <p:ph type="title"/>
          </p:nvPr>
        </p:nvSpPr>
        <p:spPr>
          <a:xfrm>
            <a:off x="844551" y="444500"/>
            <a:ext cx="10502800" cy="1206400"/>
          </a:xfrm>
          <a:prstGeom prst="rect">
            <a:avLst/>
          </a:prstGeom>
          <a:noFill/>
          <a:ln>
            <a:noFill/>
          </a:ln>
        </p:spPr>
        <p:txBody>
          <a:bodyPr spcFirstLastPara="1" wrap="square" lIns="34275" tIns="34275" rIns="34275" bIns="34275" anchor="t" anchorCtr="0">
            <a:noAutofit/>
          </a:bodyPr>
          <a:lstStyle>
            <a:lvl1pPr marR="0" lvl="0" algn="l" rtl="0">
              <a:lnSpc>
                <a:spcPct val="80000"/>
              </a:lnSpc>
              <a:spcBef>
                <a:spcPts val="0"/>
              </a:spcBef>
              <a:spcAft>
                <a:spcPts val="0"/>
              </a:spcAft>
              <a:buClr>
                <a:srgbClr val="000000"/>
              </a:buClr>
              <a:buSzPts val="2800"/>
              <a:buFont typeface="Helvetica Neue"/>
              <a:buNone/>
              <a:defRPr sz="3733" b="1"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9pPr>
          </a:lstStyle>
          <a:p>
            <a:endParaRPr/>
          </a:p>
        </p:txBody>
      </p:sp>
      <p:pic>
        <p:nvPicPr>
          <p:cNvPr id="93" name="Google Shape;93;p23" descr="cc.large.png"/>
          <p:cNvPicPr preferRelativeResize="0"/>
          <p:nvPr/>
        </p:nvPicPr>
        <p:blipFill rotWithShape="1">
          <a:blip r:embed="rId2">
            <a:alphaModFix/>
          </a:blip>
          <a:srcRect/>
          <a:stretch/>
        </p:blipFill>
        <p:spPr>
          <a:xfrm>
            <a:off x="11121123" y="308086"/>
            <a:ext cx="759261" cy="759261"/>
          </a:xfrm>
          <a:prstGeom prst="rect">
            <a:avLst/>
          </a:prstGeom>
          <a:noFill/>
          <a:ln>
            <a:noFill/>
          </a:ln>
        </p:spPr>
      </p:pic>
      <p:sp>
        <p:nvSpPr>
          <p:cNvPr id="94" name="Google Shape;94;p23"/>
          <p:cNvSpPr txBox="1">
            <a:spLocks noGrp="1"/>
          </p:cNvSpPr>
          <p:nvPr>
            <p:ph type="sldNum" idx="12"/>
          </p:nvPr>
        </p:nvSpPr>
        <p:spPr>
          <a:xfrm>
            <a:off x="5970497" y="6508751"/>
            <a:ext cx="254000" cy="260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1pPr>
            <a:lvl2pPr marL="0" marR="0" lvl="1"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2pPr>
            <a:lvl3pPr marL="0" marR="0" lvl="2"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3pPr>
            <a:lvl4pPr marL="0" marR="0" lvl="3"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4pPr>
            <a:lvl5pPr marL="0" marR="0" lvl="4"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5pPr>
            <a:lvl6pPr marL="0" marR="0" lvl="5"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6pPr>
            <a:lvl7pPr marL="0" marR="0" lvl="6"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7pPr>
            <a:lvl8pPr marL="0" marR="0" lvl="7"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8pPr>
            <a:lvl9pPr marL="0" marR="0" lvl="8"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9pPr>
          </a:lstStyle>
          <a:p>
            <a:fld id="{00000000-1234-1234-1234-123412341234}" type="slidenum">
              <a:rPr lang="en" smtClean="0"/>
              <a:pPr/>
              <a:t>‹#›</a:t>
            </a:fld>
            <a:endParaRPr lang="en" b="0">
              <a:solidFill>
                <a:srgbClr val="000000"/>
              </a:solidFill>
              <a:latin typeface="Helvetica Neue Light"/>
              <a:ea typeface="Helvetica Neue Light"/>
              <a:cs typeface="Helvetica Neue Light"/>
              <a:sym typeface="Helvetica Neue Light"/>
            </a:endParaRPr>
          </a:p>
        </p:txBody>
      </p:sp>
    </p:spTree>
    <p:extLst>
      <p:ext uri="{BB962C8B-B14F-4D97-AF65-F5344CB8AC3E}">
        <p14:creationId xmlns:p14="http://schemas.microsoft.com/office/powerpoint/2010/main" val="279536911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Orange title/subtitle slide">
  <p:cSld name="Orange title/subtitle slide">
    <p:bg>
      <p:bgPr>
        <a:solidFill>
          <a:srgbClr val="F16938"/>
        </a:solidFill>
        <a:effectLst/>
      </p:bgPr>
    </p:bg>
    <p:spTree>
      <p:nvGrpSpPr>
        <p:cNvPr id="1" name="Shape 95"/>
        <p:cNvGrpSpPr/>
        <p:nvPr/>
      </p:nvGrpSpPr>
      <p:grpSpPr>
        <a:xfrm>
          <a:off x="0" y="0"/>
          <a:ext cx="0" cy="0"/>
          <a:chOff x="0" y="0"/>
          <a:chExt cx="0" cy="0"/>
        </a:xfrm>
      </p:grpSpPr>
      <p:sp>
        <p:nvSpPr>
          <p:cNvPr id="96" name="Google Shape;96;p24"/>
          <p:cNvSpPr txBox="1">
            <a:spLocks noGrp="1"/>
          </p:cNvSpPr>
          <p:nvPr>
            <p:ph type="title"/>
          </p:nvPr>
        </p:nvSpPr>
        <p:spPr>
          <a:xfrm>
            <a:off x="889000" y="1149351"/>
            <a:ext cx="10414000" cy="2324000"/>
          </a:xfrm>
          <a:prstGeom prst="rect">
            <a:avLst/>
          </a:prstGeom>
          <a:noFill/>
          <a:ln>
            <a:noFill/>
          </a:ln>
        </p:spPr>
        <p:txBody>
          <a:bodyPr spcFirstLastPara="1" wrap="square" lIns="34275" tIns="34275" rIns="34275" bIns="34275" anchor="b" anchorCtr="0">
            <a:noAutofit/>
          </a:bodyPr>
          <a:lstStyle>
            <a:lvl1pPr marR="0" lvl="0"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9pPr>
          </a:lstStyle>
          <a:p>
            <a:endParaRPr/>
          </a:p>
        </p:txBody>
      </p:sp>
      <p:sp>
        <p:nvSpPr>
          <p:cNvPr id="97" name="Google Shape;97;p24"/>
          <p:cNvSpPr txBox="1">
            <a:spLocks noGrp="1"/>
          </p:cNvSpPr>
          <p:nvPr>
            <p:ph type="body" idx="1"/>
          </p:nvPr>
        </p:nvSpPr>
        <p:spPr>
          <a:xfrm>
            <a:off x="889000" y="3498851"/>
            <a:ext cx="10414000" cy="1376000"/>
          </a:xfrm>
          <a:prstGeom prst="rect">
            <a:avLst/>
          </a:prstGeom>
          <a:noFill/>
          <a:ln>
            <a:noFill/>
          </a:ln>
        </p:spPr>
        <p:txBody>
          <a:bodyPr spcFirstLastPara="1" wrap="square" lIns="34275" tIns="34275" rIns="34275" bIns="34275" anchor="t" anchorCtr="0">
            <a:noAutofit/>
          </a:bodyPr>
          <a:lstStyle>
            <a:lvl1pPr marL="609585" marR="0" lvl="0" indent="-304792" algn="l" rtl="0">
              <a:lnSpc>
                <a:spcPct val="100000"/>
              </a:lnSpc>
              <a:spcBef>
                <a:spcPts val="0"/>
              </a:spcBef>
              <a:spcAft>
                <a:spcPts val="0"/>
              </a:spcAft>
              <a:buClr>
                <a:srgbClr val="FFFFFF"/>
              </a:buClr>
              <a:buSzPts val="1900"/>
              <a:buFont typeface="Helvetica Neue"/>
              <a:buNone/>
              <a:defRPr sz="2533" b="1" i="0" u="none" strike="noStrike" cap="none">
                <a:solidFill>
                  <a:srgbClr val="FFFFFF"/>
                </a:solidFill>
                <a:latin typeface="Helvetica Neue"/>
                <a:ea typeface="Helvetica Neue"/>
                <a:cs typeface="Helvetica Neue"/>
                <a:sym typeface="Helvetica Neue"/>
              </a:defRPr>
            </a:lvl1pPr>
            <a:lvl2pPr marL="1219170" marR="0" lvl="1" indent="-304792" algn="l" rtl="0">
              <a:lnSpc>
                <a:spcPct val="100000"/>
              </a:lnSpc>
              <a:spcBef>
                <a:spcPts val="0"/>
              </a:spcBef>
              <a:spcAft>
                <a:spcPts val="0"/>
              </a:spcAft>
              <a:buClr>
                <a:srgbClr val="FFFFFF"/>
              </a:buClr>
              <a:buSzPts val="1900"/>
              <a:buFont typeface="Helvetica Neue"/>
              <a:buNone/>
              <a:defRPr sz="2533" b="1" i="0" u="none" strike="noStrike" cap="none">
                <a:solidFill>
                  <a:srgbClr val="FFFFFF"/>
                </a:solidFill>
                <a:latin typeface="Helvetica Neue"/>
                <a:ea typeface="Helvetica Neue"/>
                <a:cs typeface="Helvetica Neue"/>
                <a:sym typeface="Helvetica Neue"/>
              </a:defRPr>
            </a:lvl2pPr>
            <a:lvl3pPr marL="1828754" marR="0" lvl="2" indent="-304792" algn="l" rtl="0">
              <a:lnSpc>
                <a:spcPct val="100000"/>
              </a:lnSpc>
              <a:spcBef>
                <a:spcPts val="0"/>
              </a:spcBef>
              <a:spcAft>
                <a:spcPts val="0"/>
              </a:spcAft>
              <a:buClr>
                <a:srgbClr val="FFFFFF"/>
              </a:buClr>
              <a:buSzPts val="1900"/>
              <a:buFont typeface="Helvetica Neue"/>
              <a:buNone/>
              <a:defRPr sz="2533" b="1" i="0" u="none" strike="noStrike" cap="none">
                <a:solidFill>
                  <a:srgbClr val="FFFFFF"/>
                </a:solidFill>
                <a:latin typeface="Helvetica Neue"/>
                <a:ea typeface="Helvetica Neue"/>
                <a:cs typeface="Helvetica Neue"/>
                <a:sym typeface="Helvetica Neue"/>
              </a:defRPr>
            </a:lvl3pPr>
            <a:lvl4pPr marL="2438339" marR="0" lvl="3" indent="-304792" algn="l" rtl="0">
              <a:lnSpc>
                <a:spcPct val="100000"/>
              </a:lnSpc>
              <a:spcBef>
                <a:spcPts val="0"/>
              </a:spcBef>
              <a:spcAft>
                <a:spcPts val="0"/>
              </a:spcAft>
              <a:buClr>
                <a:srgbClr val="FFFFFF"/>
              </a:buClr>
              <a:buSzPts val="1900"/>
              <a:buFont typeface="Helvetica Neue"/>
              <a:buNone/>
              <a:defRPr sz="2533" b="1" i="0" u="none" strike="noStrike" cap="none">
                <a:solidFill>
                  <a:srgbClr val="FFFFFF"/>
                </a:solidFill>
                <a:latin typeface="Helvetica Neue"/>
                <a:ea typeface="Helvetica Neue"/>
                <a:cs typeface="Helvetica Neue"/>
                <a:sym typeface="Helvetica Neue"/>
              </a:defRPr>
            </a:lvl4pPr>
            <a:lvl5pPr marL="3047924" marR="0" lvl="4" indent="-304792" algn="l" rtl="0">
              <a:lnSpc>
                <a:spcPct val="100000"/>
              </a:lnSpc>
              <a:spcBef>
                <a:spcPts val="0"/>
              </a:spcBef>
              <a:spcAft>
                <a:spcPts val="0"/>
              </a:spcAft>
              <a:buClr>
                <a:srgbClr val="FFFFFF"/>
              </a:buClr>
              <a:buSzPts val="1900"/>
              <a:buFont typeface="Helvetica Neue"/>
              <a:buNone/>
              <a:defRPr sz="2533" b="1" i="0" u="none" strike="noStrike" cap="none">
                <a:solidFill>
                  <a:srgbClr val="FFFFFF"/>
                </a:solidFill>
                <a:latin typeface="Helvetica Neue"/>
                <a:ea typeface="Helvetica Neue"/>
                <a:cs typeface="Helvetica Neue"/>
                <a:sym typeface="Helvetica Neue"/>
              </a:defRPr>
            </a:lvl5pPr>
            <a:lvl6pPr marL="3657509" marR="0" lvl="5"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6pPr>
            <a:lvl7pPr marL="4267093" marR="0" lvl="6"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7pPr>
            <a:lvl8pPr marL="4876678" marR="0" lvl="7"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8pPr>
            <a:lvl9pPr marL="5486263" marR="0" lvl="8"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98" name="Google Shape;98;p24"/>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42830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Yellow title/subtitle slide">
  <p:cSld name="Yellow title/subtitle slide">
    <p:bg>
      <p:bgPr>
        <a:solidFill>
          <a:srgbClr val="F1C600"/>
        </a:solidFill>
        <a:effectLst/>
      </p:bgPr>
    </p:bg>
    <p:spTree>
      <p:nvGrpSpPr>
        <p:cNvPr id="1" name="Shape 99"/>
        <p:cNvGrpSpPr/>
        <p:nvPr/>
      </p:nvGrpSpPr>
      <p:grpSpPr>
        <a:xfrm>
          <a:off x="0" y="0"/>
          <a:ext cx="0" cy="0"/>
          <a:chOff x="0" y="0"/>
          <a:chExt cx="0" cy="0"/>
        </a:xfrm>
      </p:grpSpPr>
      <p:sp>
        <p:nvSpPr>
          <p:cNvPr id="100" name="Google Shape;100;p25"/>
          <p:cNvSpPr txBox="1">
            <a:spLocks noGrp="1"/>
          </p:cNvSpPr>
          <p:nvPr>
            <p:ph type="title"/>
          </p:nvPr>
        </p:nvSpPr>
        <p:spPr>
          <a:xfrm>
            <a:off x="889000" y="1149351"/>
            <a:ext cx="10414000" cy="2324000"/>
          </a:xfrm>
          <a:prstGeom prst="rect">
            <a:avLst/>
          </a:prstGeom>
          <a:noFill/>
          <a:ln>
            <a:noFill/>
          </a:ln>
        </p:spPr>
        <p:txBody>
          <a:bodyPr spcFirstLastPara="1" wrap="square" lIns="34275" tIns="34275" rIns="34275" bIns="34275" anchor="b" anchorCtr="0">
            <a:noAutofit/>
          </a:bodyPr>
          <a:lstStyle>
            <a:lvl1pPr marR="0" lvl="0"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9pPr>
          </a:lstStyle>
          <a:p>
            <a:endParaRPr/>
          </a:p>
        </p:txBody>
      </p:sp>
      <p:sp>
        <p:nvSpPr>
          <p:cNvPr id="101" name="Google Shape;101;p25"/>
          <p:cNvSpPr txBox="1">
            <a:spLocks noGrp="1"/>
          </p:cNvSpPr>
          <p:nvPr>
            <p:ph type="body" idx="1"/>
          </p:nvPr>
        </p:nvSpPr>
        <p:spPr>
          <a:xfrm>
            <a:off x="889000" y="3498851"/>
            <a:ext cx="10414000" cy="1376000"/>
          </a:xfrm>
          <a:prstGeom prst="rect">
            <a:avLst/>
          </a:prstGeom>
          <a:noFill/>
          <a:ln>
            <a:noFill/>
          </a:ln>
        </p:spPr>
        <p:txBody>
          <a:bodyPr spcFirstLastPara="1" wrap="square" lIns="34275" tIns="34275" rIns="34275" bIns="34275" anchor="t" anchorCtr="0">
            <a:noAutofit/>
          </a:bodyPr>
          <a:lstStyle>
            <a:lvl1pPr marL="609585" marR="0" lvl="0" indent="-304792" algn="l" rtl="0">
              <a:lnSpc>
                <a:spcPct val="100000"/>
              </a:lnSpc>
              <a:spcBef>
                <a:spcPts val="0"/>
              </a:spcBef>
              <a:spcAft>
                <a:spcPts val="0"/>
              </a:spcAft>
              <a:buClr>
                <a:srgbClr val="FFFFFF"/>
              </a:buClr>
              <a:buSzPts val="1900"/>
              <a:buFont typeface="Helvetica Neue"/>
              <a:buNone/>
              <a:defRPr sz="2533" b="1" i="0" u="none" strike="noStrike" cap="none">
                <a:solidFill>
                  <a:srgbClr val="FFFFFF"/>
                </a:solidFill>
                <a:latin typeface="Helvetica Neue"/>
                <a:ea typeface="Helvetica Neue"/>
                <a:cs typeface="Helvetica Neue"/>
                <a:sym typeface="Helvetica Neue"/>
              </a:defRPr>
            </a:lvl1pPr>
            <a:lvl2pPr marL="1219170" marR="0" lvl="1" indent="-304792" algn="l" rtl="0">
              <a:lnSpc>
                <a:spcPct val="100000"/>
              </a:lnSpc>
              <a:spcBef>
                <a:spcPts val="0"/>
              </a:spcBef>
              <a:spcAft>
                <a:spcPts val="0"/>
              </a:spcAft>
              <a:buClr>
                <a:srgbClr val="FFFFFF"/>
              </a:buClr>
              <a:buSzPts val="1900"/>
              <a:buFont typeface="Helvetica Neue"/>
              <a:buNone/>
              <a:defRPr sz="2533" b="1" i="0" u="none" strike="noStrike" cap="none">
                <a:solidFill>
                  <a:srgbClr val="FFFFFF"/>
                </a:solidFill>
                <a:latin typeface="Helvetica Neue"/>
                <a:ea typeface="Helvetica Neue"/>
                <a:cs typeface="Helvetica Neue"/>
                <a:sym typeface="Helvetica Neue"/>
              </a:defRPr>
            </a:lvl2pPr>
            <a:lvl3pPr marL="1828754" marR="0" lvl="2" indent="-304792" algn="l" rtl="0">
              <a:lnSpc>
                <a:spcPct val="100000"/>
              </a:lnSpc>
              <a:spcBef>
                <a:spcPts val="0"/>
              </a:spcBef>
              <a:spcAft>
                <a:spcPts val="0"/>
              </a:spcAft>
              <a:buClr>
                <a:srgbClr val="FFFFFF"/>
              </a:buClr>
              <a:buSzPts val="1900"/>
              <a:buFont typeface="Helvetica Neue"/>
              <a:buNone/>
              <a:defRPr sz="2533" b="1" i="0" u="none" strike="noStrike" cap="none">
                <a:solidFill>
                  <a:srgbClr val="FFFFFF"/>
                </a:solidFill>
                <a:latin typeface="Helvetica Neue"/>
                <a:ea typeface="Helvetica Neue"/>
                <a:cs typeface="Helvetica Neue"/>
                <a:sym typeface="Helvetica Neue"/>
              </a:defRPr>
            </a:lvl3pPr>
            <a:lvl4pPr marL="2438339" marR="0" lvl="3" indent="-304792" algn="l" rtl="0">
              <a:lnSpc>
                <a:spcPct val="100000"/>
              </a:lnSpc>
              <a:spcBef>
                <a:spcPts val="0"/>
              </a:spcBef>
              <a:spcAft>
                <a:spcPts val="0"/>
              </a:spcAft>
              <a:buClr>
                <a:srgbClr val="FFFFFF"/>
              </a:buClr>
              <a:buSzPts val="1900"/>
              <a:buFont typeface="Helvetica Neue"/>
              <a:buNone/>
              <a:defRPr sz="2533" b="1" i="0" u="none" strike="noStrike" cap="none">
                <a:solidFill>
                  <a:srgbClr val="FFFFFF"/>
                </a:solidFill>
                <a:latin typeface="Helvetica Neue"/>
                <a:ea typeface="Helvetica Neue"/>
                <a:cs typeface="Helvetica Neue"/>
                <a:sym typeface="Helvetica Neue"/>
              </a:defRPr>
            </a:lvl4pPr>
            <a:lvl5pPr marL="3047924" marR="0" lvl="4" indent="-304792" algn="l" rtl="0">
              <a:lnSpc>
                <a:spcPct val="100000"/>
              </a:lnSpc>
              <a:spcBef>
                <a:spcPts val="0"/>
              </a:spcBef>
              <a:spcAft>
                <a:spcPts val="0"/>
              </a:spcAft>
              <a:buClr>
                <a:srgbClr val="FFFFFF"/>
              </a:buClr>
              <a:buSzPts val="1900"/>
              <a:buFont typeface="Helvetica Neue"/>
              <a:buNone/>
              <a:defRPr sz="2533" b="1" i="0" u="none" strike="noStrike" cap="none">
                <a:solidFill>
                  <a:srgbClr val="FFFFFF"/>
                </a:solidFill>
                <a:latin typeface="Helvetica Neue"/>
                <a:ea typeface="Helvetica Neue"/>
                <a:cs typeface="Helvetica Neue"/>
                <a:sym typeface="Helvetica Neue"/>
              </a:defRPr>
            </a:lvl5pPr>
            <a:lvl6pPr marL="3657509" marR="0" lvl="5"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6pPr>
            <a:lvl7pPr marL="4267093" marR="0" lvl="6"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7pPr>
            <a:lvl8pPr marL="4876678" marR="0" lvl="7"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8pPr>
            <a:lvl9pPr marL="5486263" marR="0" lvl="8"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102" name="Google Shape;102;p25"/>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08770553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matchingName="Neutral title/subtitle slide">
  <p:cSld name="Neutral title/subtitle slide">
    <p:bg>
      <p:bgPr>
        <a:solidFill>
          <a:srgbClr val="E8E8E8"/>
        </a:solidFill>
        <a:effectLst/>
      </p:bgPr>
    </p:bg>
    <p:spTree>
      <p:nvGrpSpPr>
        <p:cNvPr id="1" name="Shape 103"/>
        <p:cNvGrpSpPr/>
        <p:nvPr/>
      </p:nvGrpSpPr>
      <p:grpSpPr>
        <a:xfrm>
          <a:off x="0" y="0"/>
          <a:ext cx="0" cy="0"/>
          <a:chOff x="0" y="0"/>
          <a:chExt cx="0" cy="0"/>
        </a:xfrm>
      </p:grpSpPr>
      <p:sp>
        <p:nvSpPr>
          <p:cNvPr id="104" name="Google Shape;104;p26"/>
          <p:cNvSpPr txBox="1">
            <a:spLocks noGrp="1"/>
          </p:cNvSpPr>
          <p:nvPr>
            <p:ph type="title"/>
          </p:nvPr>
        </p:nvSpPr>
        <p:spPr>
          <a:xfrm>
            <a:off x="889000" y="1149351"/>
            <a:ext cx="10414000" cy="2324000"/>
          </a:xfrm>
          <a:prstGeom prst="rect">
            <a:avLst/>
          </a:prstGeom>
          <a:noFill/>
          <a:ln>
            <a:noFill/>
          </a:ln>
        </p:spPr>
        <p:txBody>
          <a:bodyPr spcFirstLastPara="1" wrap="square" lIns="34275" tIns="34275" rIns="34275" bIns="34275" anchor="b" anchorCtr="0">
            <a:noAutofit/>
          </a:bodyPr>
          <a:lstStyle>
            <a:lvl1pPr marR="0" lvl="0" algn="l" rtl="0">
              <a:lnSpc>
                <a:spcPct val="100000"/>
              </a:lnSpc>
              <a:spcBef>
                <a:spcPts val="0"/>
              </a:spcBef>
              <a:spcAft>
                <a:spcPts val="0"/>
              </a:spcAft>
              <a:buClr>
                <a:srgbClr val="000000"/>
              </a:buClr>
              <a:buSzPts val="3400"/>
              <a:buFont typeface="Helvetica Neue"/>
              <a:buNone/>
              <a:defRPr sz="4533" b="1"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9pPr>
          </a:lstStyle>
          <a:p>
            <a:endParaRPr/>
          </a:p>
        </p:txBody>
      </p:sp>
      <p:sp>
        <p:nvSpPr>
          <p:cNvPr id="105" name="Google Shape;105;p26"/>
          <p:cNvSpPr txBox="1">
            <a:spLocks noGrp="1"/>
          </p:cNvSpPr>
          <p:nvPr>
            <p:ph type="body" idx="1"/>
          </p:nvPr>
        </p:nvSpPr>
        <p:spPr>
          <a:xfrm>
            <a:off x="889000" y="3498851"/>
            <a:ext cx="10414000" cy="1376000"/>
          </a:xfrm>
          <a:prstGeom prst="rect">
            <a:avLst/>
          </a:prstGeom>
          <a:noFill/>
          <a:ln>
            <a:noFill/>
          </a:ln>
        </p:spPr>
        <p:txBody>
          <a:bodyPr spcFirstLastPara="1" wrap="square" lIns="34275" tIns="34275" rIns="34275" bIns="34275" anchor="t" anchorCtr="0">
            <a:noAutofit/>
          </a:bodyPr>
          <a:lstStyle>
            <a:lvl1pPr marL="609585" marR="0" lvl="0" indent="-304792" algn="l" rtl="0">
              <a:lnSpc>
                <a:spcPct val="100000"/>
              </a:lnSpc>
              <a:spcBef>
                <a:spcPts val="0"/>
              </a:spcBef>
              <a:spcAft>
                <a:spcPts val="0"/>
              </a:spcAft>
              <a:buClr>
                <a:srgbClr val="000000"/>
              </a:buClr>
              <a:buSzPts val="1900"/>
              <a:buFont typeface="Helvetica Neue"/>
              <a:buNone/>
              <a:defRPr sz="2533" b="0" i="0" u="none" strike="noStrike" cap="none">
                <a:solidFill>
                  <a:srgbClr val="000000"/>
                </a:solidFill>
                <a:latin typeface="Helvetica Neue"/>
                <a:ea typeface="Helvetica Neue"/>
                <a:cs typeface="Helvetica Neue"/>
                <a:sym typeface="Helvetica Neue"/>
              </a:defRPr>
            </a:lvl1pPr>
            <a:lvl2pPr marL="1219170" marR="0" lvl="1" indent="-304792" algn="l" rtl="0">
              <a:lnSpc>
                <a:spcPct val="100000"/>
              </a:lnSpc>
              <a:spcBef>
                <a:spcPts val="0"/>
              </a:spcBef>
              <a:spcAft>
                <a:spcPts val="0"/>
              </a:spcAft>
              <a:buClr>
                <a:srgbClr val="000000"/>
              </a:buClr>
              <a:buSzPts val="1900"/>
              <a:buFont typeface="Helvetica Neue"/>
              <a:buNone/>
              <a:defRPr sz="2533" b="0" i="0" u="none" strike="noStrike" cap="none">
                <a:solidFill>
                  <a:srgbClr val="000000"/>
                </a:solidFill>
                <a:latin typeface="Helvetica Neue"/>
                <a:ea typeface="Helvetica Neue"/>
                <a:cs typeface="Helvetica Neue"/>
                <a:sym typeface="Helvetica Neue"/>
              </a:defRPr>
            </a:lvl2pPr>
            <a:lvl3pPr marL="1828754" marR="0" lvl="2" indent="-304792" algn="l" rtl="0">
              <a:lnSpc>
                <a:spcPct val="100000"/>
              </a:lnSpc>
              <a:spcBef>
                <a:spcPts val="0"/>
              </a:spcBef>
              <a:spcAft>
                <a:spcPts val="0"/>
              </a:spcAft>
              <a:buClr>
                <a:srgbClr val="000000"/>
              </a:buClr>
              <a:buSzPts val="1900"/>
              <a:buFont typeface="Helvetica Neue"/>
              <a:buNone/>
              <a:defRPr sz="2533" b="0" i="0" u="none" strike="noStrike" cap="none">
                <a:solidFill>
                  <a:srgbClr val="000000"/>
                </a:solidFill>
                <a:latin typeface="Helvetica Neue"/>
                <a:ea typeface="Helvetica Neue"/>
                <a:cs typeface="Helvetica Neue"/>
                <a:sym typeface="Helvetica Neue"/>
              </a:defRPr>
            </a:lvl3pPr>
            <a:lvl4pPr marL="2438339" marR="0" lvl="3" indent="-304792" algn="l" rtl="0">
              <a:lnSpc>
                <a:spcPct val="100000"/>
              </a:lnSpc>
              <a:spcBef>
                <a:spcPts val="0"/>
              </a:spcBef>
              <a:spcAft>
                <a:spcPts val="0"/>
              </a:spcAft>
              <a:buClr>
                <a:srgbClr val="000000"/>
              </a:buClr>
              <a:buSzPts val="1900"/>
              <a:buFont typeface="Helvetica Neue"/>
              <a:buNone/>
              <a:defRPr sz="2533" b="0" i="0" u="none" strike="noStrike" cap="none">
                <a:solidFill>
                  <a:srgbClr val="000000"/>
                </a:solidFill>
                <a:latin typeface="Helvetica Neue"/>
                <a:ea typeface="Helvetica Neue"/>
                <a:cs typeface="Helvetica Neue"/>
                <a:sym typeface="Helvetica Neue"/>
              </a:defRPr>
            </a:lvl4pPr>
            <a:lvl5pPr marL="3047924" marR="0" lvl="4" indent="-304792" algn="l" rtl="0">
              <a:lnSpc>
                <a:spcPct val="100000"/>
              </a:lnSpc>
              <a:spcBef>
                <a:spcPts val="0"/>
              </a:spcBef>
              <a:spcAft>
                <a:spcPts val="0"/>
              </a:spcAft>
              <a:buClr>
                <a:srgbClr val="000000"/>
              </a:buClr>
              <a:buSzPts val="1900"/>
              <a:buFont typeface="Helvetica Neue"/>
              <a:buNone/>
              <a:defRPr sz="2533" b="0" i="0" u="none" strike="noStrike" cap="none">
                <a:solidFill>
                  <a:srgbClr val="000000"/>
                </a:solidFill>
                <a:latin typeface="Helvetica Neue"/>
                <a:ea typeface="Helvetica Neue"/>
                <a:cs typeface="Helvetica Neue"/>
                <a:sym typeface="Helvetica Neue"/>
              </a:defRPr>
            </a:lvl5pPr>
            <a:lvl6pPr marL="3657509" marR="0" lvl="5"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6pPr>
            <a:lvl7pPr marL="4267093" marR="0" lvl="6"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7pPr>
            <a:lvl8pPr marL="4876678" marR="0" lvl="7"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8pPr>
            <a:lvl9pPr marL="5486263" marR="0" lvl="8"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9pPr>
          </a:lstStyle>
          <a:p>
            <a:endParaRPr/>
          </a:p>
        </p:txBody>
      </p:sp>
      <p:pic>
        <p:nvPicPr>
          <p:cNvPr id="106" name="Google Shape;106;p26" descr="cc.large.png"/>
          <p:cNvPicPr preferRelativeResize="0"/>
          <p:nvPr/>
        </p:nvPicPr>
        <p:blipFill rotWithShape="1">
          <a:blip r:embed="rId2">
            <a:alphaModFix/>
          </a:blip>
          <a:srcRect/>
          <a:stretch/>
        </p:blipFill>
        <p:spPr>
          <a:xfrm>
            <a:off x="11063972" y="5769086"/>
            <a:ext cx="759261" cy="759261"/>
          </a:xfrm>
          <a:prstGeom prst="rect">
            <a:avLst/>
          </a:prstGeom>
          <a:noFill/>
          <a:ln>
            <a:noFill/>
          </a:ln>
        </p:spPr>
      </p:pic>
      <p:sp>
        <p:nvSpPr>
          <p:cNvPr id="107" name="Google Shape;107;p26"/>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5525262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lue top title">
  <p:cSld name="Blue top title">
    <p:spTree>
      <p:nvGrpSpPr>
        <p:cNvPr id="1" name="Shape 108"/>
        <p:cNvGrpSpPr/>
        <p:nvPr/>
      </p:nvGrpSpPr>
      <p:grpSpPr>
        <a:xfrm>
          <a:off x="0" y="0"/>
          <a:ext cx="0" cy="0"/>
          <a:chOff x="0" y="0"/>
          <a:chExt cx="0" cy="0"/>
        </a:xfrm>
      </p:grpSpPr>
      <p:sp>
        <p:nvSpPr>
          <p:cNvPr id="109" name="Google Shape;109;p27"/>
          <p:cNvSpPr txBox="1">
            <a:spLocks noGrp="1"/>
          </p:cNvSpPr>
          <p:nvPr>
            <p:ph type="title"/>
          </p:nvPr>
        </p:nvSpPr>
        <p:spPr>
          <a:xfrm>
            <a:off x="844551" y="476251"/>
            <a:ext cx="10502800" cy="1143200"/>
          </a:xfrm>
          <a:prstGeom prst="rect">
            <a:avLst/>
          </a:prstGeom>
          <a:noFill/>
          <a:ln>
            <a:noFill/>
          </a:ln>
        </p:spPr>
        <p:txBody>
          <a:bodyPr spcFirstLastPara="1" wrap="square" lIns="34275" tIns="34275" rIns="34275" bIns="34275" anchor="ctr" anchorCtr="0">
            <a:noAutofit/>
          </a:bodyPr>
          <a:lstStyle>
            <a:lvl1pPr marR="0" lvl="0"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9pPr>
          </a:lstStyle>
          <a:p>
            <a:endParaRPr/>
          </a:p>
        </p:txBody>
      </p:sp>
      <p:sp>
        <p:nvSpPr>
          <p:cNvPr id="110" name="Google Shape;110;p27"/>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29364495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Orange top title">
  <p:cSld name="Orange top title">
    <p:bg>
      <p:bgPr>
        <a:solidFill>
          <a:srgbClr val="F16938"/>
        </a:solidFill>
        <a:effectLst/>
      </p:bgPr>
    </p:bg>
    <p:spTree>
      <p:nvGrpSpPr>
        <p:cNvPr id="1" name="Shape 111"/>
        <p:cNvGrpSpPr/>
        <p:nvPr/>
      </p:nvGrpSpPr>
      <p:grpSpPr>
        <a:xfrm>
          <a:off x="0" y="0"/>
          <a:ext cx="0" cy="0"/>
          <a:chOff x="0" y="0"/>
          <a:chExt cx="0" cy="0"/>
        </a:xfrm>
      </p:grpSpPr>
      <p:sp>
        <p:nvSpPr>
          <p:cNvPr id="112" name="Google Shape;112;p28"/>
          <p:cNvSpPr txBox="1">
            <a:spLocks noGrp="1"/>
          </p:cNvSpPr>
          <p:nvPr>
            <p:ph type="title"/>
          </p:nvPr>
        </p:nvSpPr>
        <p:spPr>
          <a:xfrm>
            <a:off x="844551" y="476251"/>
            <a:ext cx="10502800" cy="1143200"/>
          </a:xfrm>
          <a:prstGeom prst="rect">
            <a:avLst/>
          </a:prstGeom>
          <a:noFill/>
          <a:ln>
            <a:noFill/>
          </a:ln>
        </p:spPr>
        <p:txBody>
          <a:bodyPr spcFirstLastPara="1" wrap="square" lIns="34275" tIns="34275" rIns="34275" bIns="34275" anchor="ctr" anchorCtr="0">
            <a:noAutofit/>
          </a:bodyPr>
          <a:lstStyle>
            <a:lvl1pPr marR="0" lvl="0"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9pPr>
          </a:lstStyle>
          <a:p>
            <a:endParaRPr/>
          </a:p>
        </p:txBody>
      </p:sp>
      <p:sp>
        <p:nvSpPr>
          <p:cNvPr id="113" name="Google Shape;113;p28"/>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4798353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Yellow top title">
  <p:cSld name="Yellow top title">
    <p:bg>
      <p:bgPr>
        <a:solidFill>
          <a:srgbClr val="F1C600"/>
        </a:solidFill>
        <a:effectLst/>
      </p:bgPr>
    </p:bg>
    <p:spTree>
      <p:nvGrpSpPr>
        <p:cNvPr id="1" name="Shape 114"/>
        <p:cNvGrpSpPr/>
        <p:nvPr/>
      </p:nvGrpSpPr>
      <p:grpSpPr>
        <a:xfrm>
          <a:off x="0" y="0"/>
          <a:ext cx="0" cy="0"/>
          <a:chOff x="0" y="0"/>
          <a:chExt cx="0" cy="0"/>
        </a:xfrm>
      </p:grpSpPr>
      <p:sp>
        <p:nvSpPr>
          <p:cNvPr id="115" name="Google Shape;115;p29"/>
          <p:cNvSpPr txBox="1">
            <a:spLocks noGrp="1"/>
          </p:cNvSpPr>
          <p:nvPr>
            <p:ph type="title"/>
          </p:nvPr>
        </p:nvSpPr>
        <p:spPr>
          <a:xfrm>
            <a:off x="844551" y="476251"/>
            <a:ext cx="10502800" cy="1143200"/>
          </a:xfrm>
          <a:prstGeom prst="rect">
            <a:avLst/>
          </a:prstGeom>
          <a:noFill/>
          <a:ln>
            <a:noFill/>
          </a:ln>
        </p:spPr>
        <p:txBody>
          <a:bodyPr spcFirstLastPara="1" wrap="square" lIns="34275" tIns="34275" rIns="34275" bIns="34275" anchor="ctr" anchorCtr="0">
            <a:noAutofit/>
          </a:bodyPr>
          <a:lstStyle>
            <a:lvl1pPr marR="0" lvl="0"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9pPr>
          </a:lstStyle>
          <a:p>
            <a:endParaRPr/>
          </a:p>
        </p:txBody>
      </p:sp>
      <p:sp>
        <p:nvSpPr>
          <p:cNvPr id="116" name="Google Shape;116;p29"/>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16191639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matchingName="Neutral top title">
  <p:cSld name="Neutral top title">
    <p:bg>
      <p:bgPr>
        <a:solidFill>
          <a:srgbClr val="E9E9E9"/>
        </a:solidFill>
        <a:effectLst/>
      </p:bgPr>
    </p:bg>
    <p:spTree>
      <p:nvGrpSpPr>
        <p:cNvPr id="1" name="Shape 117"/>
        <p:cNvGrpSpPr/>
        <p:nvPr/>
      </p:nvGrpSpPr>
      <p:grpSpPr>
        <a:xfrm>
          <a:off x="0" y="0"/>
          <a:ext cx="0" cy="0"/>
          <a:chOff x="0" y="0"/>
          <a:chExt cx="0" cy="0"/>
        </a:xfrm>
      </p:grpSpPr>
      <p:sp>
        <p:nvSpPr>
          <p:cNvPr id="118" name="Google Shape;118;p30"/>
          <p:cNvSpPr txBox="1">
            <a:spLocks noGrp="1"/>
          </p:cNvSpPr>
          <p:nvPr>
            <p:ph type="title"/>
          </p:nvPr>
        </p:nvSpPr>
        <p:spPr>
          <a:xfrm>
            <a:off x="844551" y="476251"/>
            <a:ext cx="10502800" cy="1143200"/>
          </a:xfrm>
          <a:prstGeom prst="rect">
            <a:avLst/>
          </a:prstGeom>
          <a:noFill/>
          <a:ln>
            <a:noFill/>
          </a:ln>
        </p:spPr>
        <p:txBody>
          <a:bodyPr spcFirstLastPara="1" wrap="square" lIns="34275" tIns="34275" rIns="34275" bIns="34275" anchor="ctr" anchorCtr="0">
            <a:noAutofit/>
          </a:bodyPr>
          <a:lstStyle>
            <a:lvl1pPr marR="0" lvl="0" algn="l" rtl="0">
              <a:lnSpc>
                <a:spcPct val="100000"/>
              </a:lnSpc>
              <a:spcBef>
                <a:spcPts val="0"/>
              </a:spcBef>
              <a:spcAft>
                <a:spcPts val="0"/>
              </a:spcAft>
              <a:buClr>
                <a:srgbClr val="000000"/>
              </a:buClr>
              <a:buSzPts val="3400"/>
              <a:buFont typeface="Helvetica Neue"/>
              <a:buNone/>
              <a:defRPr sz="4533" b="1"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9pPr>
          </a:lstStyle>
          <a:p>
            <a:endParaRPr/>
          </a:p>
        </p:txBody>
      </p:sp>
      <p:pic>
        <p:nvPicPr>
          <p:cNvPr id="119" name="Google Shape;119;p30" descr="cc.large.png"/>
          <p:cNvPicPr preferRelativeResize="0"/>
          <p:nvPr/>
        </p:nvPicPr>
        <p:blipFill rotWithShape="1">
          <a:blip r:embed="rId2">
            <a:alphaModFix/>
          </a:blip>
          <a:srcRect/>
          <a:stretch/>
        </p:blipFill>
        <p:spPr>
          <a:xfrm>
            <a:off x="11063972" y="5769086"/>
            <a:ext cx="759261" cy="759261"/>
          </a:xfrm>
          <a:prstGeom prst="rect">
            <a:avLst/>
          </a:prstGeom>
          <a:noFill/>
          <a:ln>
            <a:noFill/>
          </a:ln>
        </p:spPr>
      </p:pic>
      <p:sp>
        <p:nvSpPr>
          <p:cNvPr id="120" name="Google Shape;120;p30"/>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1524286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Orange title &amp; bullets">
  <p:cSld name="Orange title &amp; bullets">
    <p:bg>
      <p:bgPr>
        <a:solidFill>
          <a:srgbClr val="F16938"/>
        </a:solidFill>
        <a:effectLst/>
      </p:bgPr>
    </p:bg>
    <p:spTree>
      <p:nvGrpSpPr>
        <p:cNvPr id="1" name="Shape 121"/>
        <p:cNvGrpSpPr/>
        <p:nvPr/>
      </p:nvGrpSpPr>
      <p:grpSpPr>
        <a:xfrm>
          <a:off x="0" y="0"/>
          <a:ext cx="0" cy="0"/>
          <a:chOff x="0" y="0"/>
          <a:chExt cx="0" cy="0"/>
        </a:xfrm>
      </p:grpSpPr>
      <p:sp>
        <p:nvSpPr>
          <p:cNvPr id="122" name="Google Shape;122;p31"/>
          <p:cNvSpPr txBox="1">
            <a:spLocks noGrp="1"/>
          </p:cNvSpPr>
          <p:nvPr>
            <p:ph type="title"/>
          </p:nvPr>
        </p:nvSpPr>
        <p:spPr>
          <a:xfrm>
            <a:off x="844551" y="476251"/>
            <a:ext cx="10502800" cy="1143200"/>
          </a:xfrm>
          <a:prstGeom prst="rect">
            <a:avLst/>
          </a:prstGeom>
          <a:noFill/>
          <a:ln>
            <a:noFill/>
          </a:ln>
        </p:spPr>
        <p:txBody>
          <a:bodyPr spcFirstLastPara="1" wrap="square" lIns="34275" tIns="34275" rIns="34275" bIns="34275" anchor="ctr" anchorCtr="0">
            <a:noAutofit/>
          </a:bodyPr>
          <a:lstStyle>
            <a:lvl1pPr marR="0" lvl="0" algn="l" rtl="0">
              <a:lnSpc>
                <a:spcPct val="100000"/>
              </a:lnSpc>
              <a:spcBef>
                <a:spcPts val="0"/>
              </a:spcBef>
              <a:spcAft>
                <a:spcPts val="0"/>
              </a:spcAft>
              <a:buClr>
                <a:srgbClr val="FFFFFF"/>
              </a:buClr>
              <a:buSzPts val="2800"/>
              <a:buFont typeface="Helvetica Neue"/>
              <a:buNone/>
              <a:defRPr sz="3733" b="1" i="0" u="none" strike="noStrike" cap="none">
                <a:solidFill>
                  <a:srgbClr val="FFFFFF"/>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9pPr>
          </a:lstStyle>
          <a:p>
            <a:endParaRPr/>
          </a:p>
        </p:txBody>
      </p:sp>
      <p:sp>
        <p:nvSpPr>
          <p:cNvPr id="123" name="Google Shape;123;p31"/>
          <p:cNvSpPr txBox="1">
            <a:spLocks noGrp="1"/>
          </p:cNvSpPr>
          <p:nvPr>
            <p:ph type="body" idx="1"/>
          </p:nvPr>
        </p:nvSpPr>
        <p:spPr>
          <a:xfrm>
            <a:off x="844551" y="1809751"/>
            <a:ext cx="10502800" cy="4604000"/>
          </a:xfrm>
          <a:prstGeom prst="rect">
            <a:avLst/>
          </a:prstGeom>
          <a:noFill/>
          <a:ln>
            <a:noFill/>
          </a:ln>
        </p:spPr>
        <p:txBody>
          <a:bodyPr spcFirstLastPara="1" wrap="square" lIns="34275" tIns="34275" rIns="34275" bIns="34275" anchor="t" anchorCtr="0">
            <a:noAutofit/>
          </a:bodyPr>
          <a:lstStyle>
            <a:lvl1pPr marL="609585" marR="0" lvl="0" indent="-507987" algn="l" rtl="0">
              <a:lnSpc>
                <a:spcPct val="100000"/>
              </a:lnSpc>
              <a:spcBef>
                <a:spcPts val="2933"/>
              </a:spcBef>
              <a:spcAft>
                <a:spcPts val="0"/>
              </a:spcAft>
              <a:buClr>
                <a:srgbClr val="FFFFFF"/>
              </a:buClr>
              <a:buSzPts val="2400"/>
              <a:buFont typeface="Helvetica Neue"/>
              <a:buChar char="•"/>
              <a:defRPr sz="2667" b="1" i="0" u="none" strike="noStrike" cap="none">
                <a:solidFill>
                  <a:srgbClr val="FFFFFF"/>
                </a:solidFill>
                <a:latin typeface="Helvetica Neue"/>
                <a:ea typeface="Helvetica Neue"/>
                <a:cs typeface="Helvetica Neue"/>
                <a:sym typeface="Helvetica Neue"/>
              </a:defRPr>
            </a:lvl1pPr>
            <a:lvl2pPr marL="1219170" marR="0" lvl="1" indent="-507987" algn="l" rtl="0">
              <a:lnSpc>
                <a:spcPct val="100000"/>
              </a:lnSpc>
              <a:spcBef>
                <a:spcPts val="2933"/>
              </a:spcBef>
              <a:spcAft>
                <a:spcPts val="0"/>
              </a:spcAft>
              <a:buClr>
                <a:srgbClr val="FFFFFF"/>
              </a:buClr>
              <a:buSzPts val="2400"/>
              <a:buFont typeface="Helvetica Neue"/>
              <a:buChar char="•"/>
              <a:defRPr sz="2667" b="1" i="0" u="none" strike="noStrike" cap="none">
                <a:solidFill>
                  <a:srgbClr val="FFFFFF"/>
                </a:solidFill>
                <a:latin typeface="Helvetica Neue"/>
                <a:ea typeface="Helvetica Neue"/>
                <a:cs typeface="Helvetica Neue"/>
                <a:sym typeface="Helvetica Neue"/>
              </a:defRPr>
            </a:lvl2pPr>
            <a:lvl3pPr marL="1828754" marR="0" lvl="2" indent="-507987" algn="l" rtl="0">
              <a:lnSpc>
                <a:spcPct val="100000"/>
              </a:lnSpc>
              <a:spcBef>
                <a:spcPts val="2933"/>
              </a:spcBef>
              <a:spcAft>
                <a:spcPts val="0"/>
              </a:spcAft>
              <a:buClr>
                <a:srgbClr val="FFFFFF"/>
              </a:buClr>
              <a:buSzPts val="2400"/>
              <a:buFont typeface="Helvetica Neue"/>
              <a:buChar char="•"/>
              <a:defRPr sz="2667" b="1" i="0" u="none" strike="noStrike" cap="none">
                <a:solidFill>
                  <a:srgbClr val="FFFFFF"/>
                </a:solidFill>
                <a:latin typeface="Helvetica Neue"/>
                <a:ea typeface="Helvetica Neue"/>
                <a:cs typeface="Helvetica Neue"/>
                <a:sym typeface="Helvetica Neue"/>
              </a:defRPr>
            </a:lvl3pPr>
            <a:lvl4pPr marL="2438339" marR="0" lvl="3" indent="-507987" algn="l" rtl="0">
              <a:lnSpc>
                <a:spcPct val="100000"/>
              </a:lnSpc>
              <a:spcBef>
                <a:spcPts val="2933"/>
              </a:spcBef>
              <a:spcAft>
                <a:spcPts val="0"/>
              </a:spcAft>
              <a:buClr>
                <a:srgbClr val="FFFFFF"/>
              </a:buClr>
              <a:buSzPts val="2400"/>
              <a:buFont typeface="Helvetica Neue"/>
              <a:buChar char="•"/>
              <a:defRPr sz="2667" b="1" i="0" u="none" strike="noStrike" cap="none">
                <a:solidFill>
                  <a:srgbClr val="FFFFFF"/>
                </a:solidFill>
                <a:latin typeface="Helvetica Neue"/>
                <a:ea typeface="Helvetica Neue"/>
                <a:cs typeface="Helvetica Neue"/>
                <a:sym typeface="Helvetica Neue"/>
              </a:defRPr>
            </a:lvl4pPr>
            <a:lvl5pPr marL="3047924" marR="0" lvl="4" indent="-507987" algn="l" rtl="0">
              <a:lnSpc>
                <a:spcPct val="100000"/>
              </a:lnSpc>
              <a:spcBef>
                <a:spcPts val="2933"/>
              </a:spcBef>
              <a:spcAft>
                <a:spcPts val="0"/>
              </a:spcAft>
              <a:buClr>
                <a:srgbClr val="FFFFFF"/>
              </a:buClr>
              <a:buSzPts val="2400"/>
              <a:buFont typeface="Helvetica Neue"/>
              <a:buChar char="•"/>
              <a:defRPr sz="2667" b="1" i="0" u="none" strike="noStrike" cap="none">
                <a:solidFill>
                  <a:srgbClr val="FFFFFF"/>
                </a:solidFill>
                <a:latin typeface="Helvetica Neue"/>
                <a:ea typeface="Helvetica Neue"/>
                <a:cs typeface="Helvetica Neue"/>
                <a:sym typeface="Helvetica Neue"/>
              </a:defRPr>
            </a:lvl5pPr>
            <a:lvl6pPr marL="3657509" marR="0" lvl="5"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6pPr>
            <a:lvl7pPr marL="4267093" marR="0" lvl="6"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7pPr>
            <a:lvl8pPr marL="4876678" marR="0" lvl="7"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8pPr>
            <a:lvl9pPr marL="5486263" marR="0" lvl="8"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124" name="Google Shape;124;p31"/>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58338717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Yellow title &amp; bullets">
  <p:cSld name="Yellow title &amp; bullets">
    <p:bg>
      <p:bgPr>
        <a:solidFill>
          <a:srgbClr val="F1C600"/>
        </a:solidFill>
        <a:effectLst/>
      </p:bgPr>
    </p:bg>
    <p:spTree>
      <p:nvGrpSpPr>
        <p:cNvPr id="1" name="Shape 125"/>
        <p:cNvGrpSpPr/>
        <p:nvPr/>
      </p:nvGrpSpPr>
      <p:grpSpPr>
        <a:xfrm>
          <a:off x="0" y="0"/>
          <a:ext cx="0" cy="0"/>
          <a:chOff x="0" y="0"/>
          <a:chExt cx="0" cy="0"/>
        </a:xfrm>
      </p:grpSpPr>
      <p:sp>
        <p:nvSpPr>
          <p:cNvPr id="126" name="Google Shape;126;p32"/>
          <p:cNvSpPr txBox="1">
            <a:spLocks noGrp="1"/>
          </p:cNvSpPr>
          <p:nvPr>
            <p:ph type="title"/>
          </p:nvPr>
        </p:nvSpPr>
        <p:spPr>
          <a:xfrm>
            <a:off x="844551" y="476251"/>
            <a:ext cx="10502800" cy="1143200"/>
          </a:xfrm>
          <a:prstGeom prst="rect">
            <a:avLst/>
          </a:prstGeom>
          <a:noFill/>
          <a:ln>
            <a:noFill/>
          </a:ln>
        </p:spPr>
        <p:txBody>
          <a:bodyPr spcFirstLastPara="1" wrap="square" lIns="34275" tIns="34275" rIns="34275" bIns="34275" anchor="ctr" anchorCtr="0">
            <a:noAutofit/>
          </a:bodyPr>
          <a:lstStyle>
            <a:lvl1pPr marR="0" lvl="0" algn="l" rtl="0">
              <a:lnSpc>
                <a:spcPct val="100000"/>
              </a:lnSpc>
              <a:spcBef>
                <a:spcPts val="0"/>
              </a:spcBef>
              <a:spcAft>
                <a:spcPts val="0"/>
              </a:spcAft>
              <a:buClr>
                <a:srgbClr val="FFFFFF"/>
              </a:buClr>
              <a:buSzPts val="2800"/>
              <a:buFont typeface="Helvetica Neue"/>
              <a:buNone/>
              <a:defRPr sz="3733" b="1" i="0" u="none" strike="noStrike" cap="none">
                <a:solidFill>
                  <a:srgbClr val="FFFFFF"/>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9pPr>
          </a:lstStyle>
          <a:p>
            <a:endParaRPr/>
          </a:p>
        </p:txBody>
      </p:sp>
      <p:sp>
        <p:nvSpPr>
          <p:cNvPr id="127" name="Google Shape;127;p32"/>
          <p:cNvSpPr txBox="1">
            <a:spLocks noGrp="1"/>
          </p:cNvSpPr>
          <p:nvPr>
            <p:ph type="body" idx="1"/>
          </p:nvPr>
        </p:nvSpPr>
        <p:spPr>
          <a:xfrm>
            <a:off x="844551" y="1809751"/>
            <a:ext cx="10502800" cy="4604000"/>
          </a:xfrm>
          <a:prstGeom prst="rect">
            <a:avLst/>
          </a:prstGeom>
          <a:noFill/>
          <a:ln>
            <a:noFill/>
          </a:ln>
        </p:spPr>
        <p:txBody>
          <a:bodyPr spcFirstLastPara="1" wrap="square" lIns="34275" tIns="34275" rIns="34275" bIns="34275" anchor="t" anchorCtr="0">
            <a:noAutofit/>
          </a:bodyPr>
          <a:lstStyle>
            <a:lvl1pPr marL="609585" marR="0" lvl="0" indent="-507987" algn="l" rtl="0">
              <a:lnSpc>
                <a:spcPct val="100000"/>
              </a:lnSpc>
              <a:spcBef>
                <a:spcPts val="2933"/>
              </a:spcBef>
              <a:spcAft>
                <a:spcPts val="0"/>
              </a:spcAft>
              <a:buClr>
                <a:srgbClr val="FFFFFF"/>
              </a:buClr>
              <a:buSzPts val="2400"/>
              <a:buFont typeface="Helvetica Neue"/>
              <a:buChar char="•"/>
              <a:defRPr sz="2667" b="1" i="0" u="none" strike="noStrike" cap="none">
                <a:solidFill>
                  <a:srgbClr val="FFFFFF"/>
                </a:solidFill>
                <a:latin typeface="Helvetica Neue"/>
                <a:ea typeface="Helvetica Neue"/>
                <a:cs typeface="Helvetica Neue"/>
                <a:sym typeface="Helvetica Neue"/>
              </a:defRPr>
            </a:lvl1pPr>
            <a:lvl2pPr marL="1219170" marR="0" lvl="1" indent="-507987" algn="l" rtl="0">
              <a:lnSpc>
                <a:spcPct val="100000"/>
              </a:lnSpc>
              <a:spcBef>
                <a:spcPts val="2933"/>
              </a:spcBef>
              <a:spcAft>
                <a:spcPts val="0"/>
              </a:spcAft>
              <a:buClr>
                <a:srgbClr val="FFFFFF"/>
              </a:buClr>
              <a:buSzPts val="2400"/>
              <a:buFont typeface="Helvetica Neue"/>
              <a:buChar char="•"/>
              <a:defRPr sz="2667" b="1" i="0" u="none" strike="noStrike" cap="none">
                <a:solidFill>
                  <a:srgbClr val="FFFFFF"/>
                </a:solidFill>
                <a:latin typeface="Helvetica Neue"/>
                <a:ea typeface="Helvetica Neue"/>
                <a:cs typeface="Helvetica Neue"/>
                <a:sym typeface="Helvetica Neue"/>
              </a:defRPr>
            </a:lvl2pPr>
            <a:lvl3pPr marL="1828754" marR="0" lvl="2" indent="-507987" algn="l" rtl="0">
              <a:lnSpc>
                <a:spcPct val="100000"/>
              </a:lnSpc>
              <a:spcBef>
                <a:spcPts val="2933"/>
              </a:spcBef>
              <a:spcAft>
                <a:spcPts val="0"/>
              </a:spcAft>
              <a:buClr>
                <a:srgbClr val="FFFFFF"/>
              </a:buClr>
              <a:buSzPts val="2400"/>
              <a:buFont typeface="Helvetica Neue"/>
              <a:buChar char="•"/>
              <a:defRPr sz="2667" b="1" i="0" u="none" strike="noStrike" cap="none">
                <a:solidFill>
                  <a:srgbClr val="FFFFFF"/>
                </a:solidFill>
                <a:latin typeface="Helvetica Neue"/>
                <a:ea typeface="Helvetica Neue"/>
                <a:cs typeface="Helvetica Neue"/>
                <a:sym typeface="Helvetica Neue"/>
              </a:defRPr>
            </a:lvl3pPr>
            <a:lvl4pPr marL="2438339" marR="0" lvl="3" indent="-507987" algn="l" rtl="0">
              <a:lnSpc>
                <a:spcPct val="100000"/>
              </a:lnSpc>
              <a:spcBef>
                <a:spcPts val="2933"/>
              </a:spcBef>
              <a:spcAft>
                <a:spcPts val="0"/>
              </a:spcAft>
              <a:buClr>
                <a:srgbClr val="FFFFFF"/>
              </a:buClr>
              <a:buSzPts val="2400"/>
              <a:buFont typeface="Helvetica Neue"/>
              <a:buChar char="•"/>
              <a:defRPr sz="2667" b="1" i="0" u="none" strike="noStrike" cap="none">
                <a:solidFill>
                  <a:srgbClr val="FFFFFF"/>
                </a:solidFill>
                <a:latin typeface="Helvetica Neue"/>
                <a:ea typeface="Helvetica Neue"/>
                <a:cs typeface="Helvetica Neue"/>
                <a:sym typeface="Helvetica Neue"/>
              </a:defRPr>
            </a:lvl4pPr>
            <a:lvl5pPr marL="3047924" marR="0" lvl="4" indent="-507987" algn="l" rtl="0">
              <a:lnSpc>
                <a:spcPct val="100000"/>
              </a:lnSpc>
              <a:spcBef>
                <a:spcPts val="2933"/>
              </a:spcBef>
              <a:spcAft>
                <a:spcPts val="0"/>
              </a:spcAft>
              <a:buClr>
                <a:srgbClr val="FFFFFF"/>
              </a:buClr>
              <a:buSzPts val="2400"/>
              <a:buFont typeface="Helvetica Neue"/>
              <a:buChar char="•"/>
              <a:defRPr sz="2667" b="1" i="0" u="none" strike="noStrike" cap="none">
                <a:solidFill>
                  <a:srgbClr val="FFFFFF"/>
                </a:solidFill>
                <a:latin typeface="Helvetica Neue"/>
                <a:ea typeface="Helvetica Neue"/>
                <a:cs typeface="Helvetica Neue"/>
                <a:sym typeface="Helvetica Neue"/>
              </a:defRPr>
            </a:lvl5pPr>
            <a:lvl6pPr marL="3657509" marR="0" lvl="5"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6pPr>
            <a:lvl7pPr marL="4267093" marR="0" lvl="6"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7pPr>
            <a:lvl8pPr marL="4876678" marR="0" lvl="7"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8pPr>
            <a:lvl9pPr marL="5486263" marR="0" lvl="8"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128" name="Google Shape;128;p32"/>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78164467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matchingName="Neutral title &amp; bullets">
  <p:cSld name="Neutral title &amp; bullets">
    <p:bg>
      <p:bgPr>
        <a:solidFill>
          <a:srgbClr val="E9E9E9"/>
        </a:solidFill>
        <a:effectLst/>
      </p:bgPr>
    </p:bg>
    <p:spTree>
      <p:nvGrpSpPr>
        <p:cNvPr id="1" name="Shape 129"/>
        <p:cNvGrpSpPr/>
        <p:nvPr/>
      </p:nvGrpSpPr>
      <p:grpSpPr>
        <a:xfrm>
          <a:off x="0" y="0"/>
          <a:ext cx="0" cy="0"/>
          <a:chOff x="0" y="0"/>
          <a:chExt cx="0" cy="0"/>
        </a:xfrm>
      </p:grpSpPr>
      <p:sp>
        <p:nvSpPr>
          <p:cNvPr id="130" name="Google Shape;130;p33"/>
          <p:cNvSpPr txBox="1">
            <a:spLocks noGrp="1"/>
          </p:cNvSpPr>
          <p:nvPr>
            <p:ph type="title"/>
          </p:nvPr>
        </p:nvSpPr>
        <p:spPr>
          <a:xfrm>
            <a:off x="844551" y="476251"/>
            <a:ext cx="10502800" cy="1143200"/>
          </a:xfrm>
          <a:prstGeom prst="rect">
            <a:avLst/>
          </a:prstGeom>
          <a:noFill/>
          <a:ln>
            <a:noFill/>
          </a:ln>
        </p:spPr>
        <p:txBody>
          <a:bodyPr spcFirstLastPara="1" wrap="square" lIns="34275" tIns="34275" rIns="34275" bIns="34275" anchor="ctr" anchorCtr="0">
            <a:noAutofit/>
          </a:bodyPr>
          <a:lstStyle>
            <a:lvl1pPr marR="0" lvl="0" algn="l" rtl="0">
              <a:lnSpc>
                <a:spcPct val="100000"/>
              </a:lnSpc>
              <a:spcBef>
                <a:spcPts val="0"/>
              </a:spcBef>
              <a:spcAft>
                <a:spcPts val="0"/>
              </a:spcAft>
              <a:buClr>
                <a:srgbClr val="000000"/>
              </a:buClr>
              <a:buSzPts val="2800"/>
              <a:buFont typeface="Helvetica Neue"/>
              <a:buNone/>
              <a:defRPr sz="3733" b="1"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9pPr>
          </a:lstStyle>
          <a:p>
            <a:endParaRPr/>
          </a:p>
        </p:txBody>
      </p:sp>
      <p:sp>
        <p:nvSpPr>
          <p:cNvPr id="131" name="Google Shape;131;p33"/>
          <p:cNvSpPr txBox="1">
            <a:spLocks noGrp="1"/>
          </p:cNvSpPr>
          <p:nvPr>
            <p:ph type="body" idx="1"/>
          </p:nvPr>
        </p:nvSpPr>
        <p:spPr>
          <a:xfrm>
            <a:off x="844551" y="1809751"/>
            <a:ext cx="10502800" cy="4604000"/>
          </a:xfrm>
          <a:prstGeom prst="rect">
            <a:avLst/>
          </a:prstGeom>
          <a:noFill/>
          <a:ln>
            <a:noFill/>
          </a:ln>
        </p:spPr>
        <p:txBody>
          <a:bodyPr spcFirstLastPara="1" wrap="square" lIns="34275" tIns="34275" rIns="34275" bIns="34275" anchor="t" anchorCtr="0">
            <a:noAutofit/>
          </a:bodyPr>
          <a:lstStyle>
            <a:lvl1pPr marL="609585" marR="0" lvl="0" indent="-507987" algn="l" rtl="0">
              <a:lnSpc>
                <a:spcPct val="100000"/>
              </a:lnSpc>
              <a:spcBef>
                <a:spcPts val="2933"/>
              </a:spcBef>
              <a:spcAft>
                <a:spcPts val="0"/>
              </a:spcAft>
              <a:buClr>
                <a:srgbClr val="000000"/>
              </a:buClr>
              <a:buSzPts val="2400"/>
              <a:buFont typeface="Helvetica Neue"/>
              <a:buChar char="•"/>
              <a:defRPr sz="2667" b="0" i="0" u="none" strike="noStrike" cap="none">
                <a:solidFill>
                  <a:srgbClr val="000000"/>
                </a:solidFill>
                <a:latin typeface="Helvetica Neue"/>
                <a:ea typeface="Helvetica Neue"/>
                <a:cs typeface="Helvetica Neue"/>
                <a:sym typeface="Helvetica Neue"/>
              </a:defRPr>
            </a:lvl1pPr>
            <a:lvl2pPr marL="1219170" marR="0" lvl="1" indent="-507987" algn="l" rtl="0">
              <a:lnSpc>
                <a:spcPct val="100000"/>
              </a:lnSpc>
              <a:spcBef>
                <a:spcPts val="2933"/>
              </a:spcBef>
              <a:spcAft>
                <a:spcPts val="0"/>
              </a:spcAft>
              <a:buClr>
                <a:srgbClr val="000000"/>
              </a:buClr>
              <a:buSzPts val="2400"/>
              <a:buFont typeface="Helvetica Neue"/>
              <a:buChar char="•"/>
              <a:defRPr sz="2667" b="0" i="0" u="none" strike="noStrike" cap="none">
                <a:solidFill>
                  <a:srgbClr val="000000"/>
                </a:solidFill>
                <a:latin typeface="Helvetica Neue"/>
                <a:ea typeface="Helvetica Neue"/>
                <a:cs typeface="Helvetica Neue"/>
                <a:sym typeface="Helvetica Neue"/>
              </a:defRPr>
            </a:lvl2pPr>
            <a:lvl3pPr marL="1828754" marR="0" lvl="2" indent="-507987" algn="l" rtl="0">
              <a:lnSpc>
                <a:spcPct val="100000"/>
              </a:lnSpc>
              <a:spcBef>
                <a:spcPts val="2933"/>
              </a:spcBef>
              <a:spcAft>
                <a:spcPts val="0"/>
              </a:spcAft>
              <a:buClr>
                <a:srgbClr val="000000"/>
              </a:buClr>
              <a:buSzPts val="2400"/>
              <a:buFont typeface="Helvetica Neue"/>
              <a:buChar char="•"/>
              <a:defRPr sz="2667" b="0" i="0" u="none" strike="noStrike" cap="none">
                <a:solidFill>
                  <a:srgbClr val="000000"/>
                </a:solidFill>
                <a:latin typeface="Helvetica Neue"/>
                <a:ea typeface="Helvetica Neue"/>
                <a:cs typeface="Helvetica Neue"/>
                <a:sym typeface="Helvetica Neue"/>
              </a:defRPr>
            </a:lvl3pPr>
            <a:lvl4pPr marL="2438339" marR="0" lvl="3" indent="-507987" algn="l" rtl="0">
              <a:lnSpc>
                <a:spcPct val="100000"/>
              </a:lnSpc>
              <a:spcBef>
                <a:spcPts val="2933"/>
              </a:spcBef>
              <a:spcAft>
                <a:spcPts val="0"/>
              </a:spcAft>
              <a:buClr>
                <a:srgbClr val="000000"/>
              </a:buClr>
              <a:buSzPts val="2400"/>
              <a:buFont typeface="Helvetica Neue"/>
              <a:buChar char="•"/>
              <a:defRPr sz="2667" b="0" i="0" u="none" strike="noStrike" cap="none">
                <a:solidFill>
                  <a:srgbClr val="000000"/>
                </a:solidFill>
                <a:latin typeface="Helvetica Neue"/>
                <a:ea typeface="Helvetica Neue"/>
                <a:cs typeface="Helvetica Neue"/>
                <a:sym typeface="Helvetica Neue"/>
              </a:defRPr>
            </a:lvl4pPr>
            <a:lvl5pPr marL="3047924" marR="0" lvl="4" indent="-507987" algn="l" rtl="0">
              <a:lnSpc>
                <a:spcPct val="100000"/>
              </a:lnSpc>
              <a:spcBef>
                <a:spcPts val="2933"/>
              </a:spcBef>
              <a:spcAft>
                <a:spcPts val="0"/>
              </a:spcAft>
              <a:buClr>
                <a:srgbClr val="000000"/>
              </a:buClr>
              <a:buSzPts val="2400"/>
              <a:buFont typeface="Helvetica Neue"/>
              <a:buChar char="•"/>
              <a:defRPr sz="2667" b="0" i="0" u="none" strike="noStrike" cap="none">
                <a:solidFill>
                  <a:srgbClr val="000000"/>
                </a:solidFill>
                <a:latin typeface="Helvetica Neue"/>
                <a:ea typeface="Helvetica Neue"/>
                <a:cs typeface="Helvetica Neue"/>
                <a:sym typeface="Helvetica Neue"/>
              </a:defRPr>
            </a:lvl5pPr>
            <a:lvl6pPr marL="3657509" marR="0" lvl="5"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6pPr>
            <a:lvl7pPr marL="4267093" marR="0" lvl="6"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7pPr>
            <a:lvl8pPr marL="4876678" marR="0" lvl="7"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8pPr>
            <a:lvl9pPr marL="5486263" marR="0" lvl="8"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9pPr>
          </a:lstStyle>
          <a:p>
            <a:endParaRPr/>
          </a:p>
        </p:txBody>
      </p:sp>
      <p:pic>
        <p:nvPicPr>
          <p:cNvPr id="132" name="Google Shape;132;p33" descr="cc.large.png"/>
          <p:cNvPicPr preferRelativeResize="0"/>
          <p:nvPr/>
        </p:nvPicPr>
        <p:blipFill rotWithShape="1">
          <a:blip r:embed="rId2">
            <a:alphaModFix/>
          </a:blip>
          <a:srcRect/>
          <a:stretch/>
        </p:blipFill>
        <p:spPr>
          <a:xfrm>
            <a:off x="11063972" y="5769086"/>
            <a:ext cx="759261" cy="759261"/>
          </a:xfrm>
          <a:prstGeom prst="rect">
            <a:avLst/>
          </a:prstGeom>
          <a:noFill/>
          <a:ln>
            <a:noFill/>
          </a:ln>
        </p:spPr>
      </p:pic>
      <p:sp>
        <p:nvSpPr>
          <p:cNvPr id="133" name="Google Shape;133;p33"/>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7573242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matchingName="Photo - blue footer">
  <p:cSld name="Photo - blue footer">
    <p:bg>
      <p:bgPr>
        <a:solidFill>
          <a:srgbClr val="FFFFFF"/>
        </a:solidFill>
        <a:effectLst/>
      </p:bgPr>
    </p:bg>
    <p:spTree>
      <p:nvGrpSpPr>
        <p:cNvPr id="1" name="Shape 134"/>
        <p:cNvGrpSpPr/>
        <p:nvPr/>
      </p:nvGrpSpPr>
      <p:grpSpPr>
        <a:xfrm>
          <a:off x="0" y="0"/>
          <a:ext cx="0" cy="0"/>
          <a:chOff x="0" y="0"/>
          <a:chExt cx="0" cy="0"/>
        </a:xfrm>
      </p:grpSpPr>
      <p:sp>
        <p:nvSpPr>
          <p:cNvPr id="135" name="Google Shape;135;p34"/>
          <p:cNvSpPr>
            <a:spLocks noGrp="1"/>
          </p:cNvSpPr>
          <p:nvPr>
            <p:ph type="pic" idx="2"/>
          </p:nvPr>
        </p:nvSpPr>
        <p:spPr>
          <a:xfrm>
            <a:off x="0" y="0"/>
            <a:ext cx="12192000" cy="6858000"/>
          </a:xfrm>
          <a:prstGeom prst="rect">
            <a:avLst/>
          </a:prstGeom>
          <a:noFill/>
          <a:ln>
            <a:noFill/>
          </a:ln>
        </p:spPr>
        <p:txBody>
          <a:bodyPr spcFirstLastPara="1" wrap="square" lIns="34275" tIns="34275" rIns="34275" bIns="34275" anchor="t" anchorCtr="0">
            <a:noAutofit/>
          </a:bodyPr>
          <a:lstStyle>
            <a:lvl1pPr marR="0" lvl="0"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1pPr>
            <a:lvl2pPr marR="0" lvl="1"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2pPr>
            <a:lvl3pPr marR="0" lvl="2"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3pPr>
            <a:lvl4pPr marR="0" lvl="3"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4pPr>
            <a:lvl5pPr marR="0" lvl="4"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5pPr>
            <a:lvl6pPr marR="0" lvl="5"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6pPr>
            <a:lvl7pPr marR="0" lvl="6"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7pPr>
            <a:lvl8pPr marR="0" lvl="7"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8pPr>
            <a:lvl9pPr marR="0" lvl="8"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136" name="Google Shape;136;p34"/>
          <p:cNvSpPr/>
          <p:nvPr/>
        </p:nvSpPr>
        <p:spPr>
          <a:xfrm>
            <a:off x="74009" y="6139420"/>
            <a:ext cx="12044000" cy="634800"/>
          </a:xfrm>
          <a:prstGeom prst="roundRect">
            <a:avLst>
              <a:gd name="adj" fmla="val 15000"/>
            </a:avLst>
          </a:prstGeom>
          <a:solidFill>
            <a:srgbClr val="03BDDF">
              <a:alpha val="74900"/>
            </a:srgbClr>
          </a:solidFill>
          <a:ln>
            <a:noFill/>
          </a:ln>
        </p:spPr>
        <p:txBody>
          <a:bodyPr spcFirstLastPara="1" wrap="square" lIns="25400" tIns="25400" rIns="25400" bIns="25400" anchor="ctr" anchorCtr="0">
            <a:noAutofit/>
          </a:bodyPr>
          <a:lstStyle/>
          <a:p>
            <a:pPr marL="0" marR="0" lvl="0" indent="0" algn="ctr" rtl="0">
              <a:lnSpc>
                <a:spcPct val="100000"/>
              </a:lnSpc>
              <a:spcBef>
                <a:spcPts val="0"/>
              </a:spcBef>
              <a:spcAft>
                <a:spcPts val="0"/>
              </a:spcAft>
              <a:buClr>
                <a:srgbClr val="000000"/>
              </a:buClr>
              <a:buSzPts val="1200"/>
              <a:buFont typeface="Helvetica Neue Light"/>
              <a:buNone/>
            </a:pPr>
            <a:endParaRPr sz="1600" b="0" i="0" u="none" strike="noStrike" cap="none">
              <a:solidFill>
                <a:srgbClr val="000000"/>
              </a:solidFill>
              <a:latin typeface="Helvetica Neue Light"/>
              <a:ea typeface="Helvetica Neue Light"/>
              <a:cs typeface="Helvetica Neue Light"/>
              <a:sym typeface="Helvetica Neue Light"/>
            </a:endParaRPr>
          </a:p>
        </p:txBody>
      </p:sp>
      <p:pic>
        <p:nvPicPr>
          <p:cNvPr id="137" name="Google Shape;137;p34" descr="cc.large.png"/>
          <p:cNvPicPr preferRelativeResize="0"/>
          <p:nvPr/>
        </p:nvPicPr>
        <p:blipFill rotWithShape="1">
          <a:blip r:embed="rId2">
            <a:alphaModFix/>
          </a:blip>
          <a:srcRect/>
          <a:stretch/>
        </p:blipFill>
        <p:spPr>
          <a:xfrm>
            <a:off x="164521" y="6215268"/>
            <a:ext cx="483307" cy="483307"/>
          </a:xfrm>
          <a:prstGeom prst="rect">
            <a:avLst/>
          </a:prstGeom>
          <a:noFill/>
          <a:ln>
            <a:noFill/>
          </a:ln>
        </p:spPr>
      </p:pic>
      <p:sp>
        <p:nvSpPr>
          <p:cNvPr id="138" name="Google Shape;138;p34"/>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15638196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matchingName="Photo - orange footer">
  <p:cSld name="Photo - orange footer">
    <p:bg>
      <p:bgPr>
        <a:solidFill>
          <a:srgbClr val="FFFFFF"/>
        </a:solidFill>
        <a:effectLst/>
      </p:bgPr>
    </p:bg>
    <p:spTree>
      <p:nvGrpSpPr>
        <p:cNvPr id="1" name="Shape 139"/>
        <p:cNvGrpSpPr/>
        <p:nvPr/>
      </p:nvGrpSpPr>
      <p:grpSpPr>
        <a:xfrm>
          <a:off x="0" y="0"/>
          <a:ext cx="0" cy="0"/>
          <a:chOff x="0" y="0"/>
          <a:chExt cx="0" cy="0"/>
        </a:xfrm>
      </p:grpSpPr>
      <p:sp>
        <p:nvSpPr>
          <p:cNvPr id="140" name="Google Shape;140;p35"/>
          <p:cNvSpPr>
            <a:spLocks noGrp="1"/>
          </p:cNvSpPr>
          <p:nvPr>
            <p:ph type="pic" idx="2"/>
          </p:nvPr>
        </p:nvSpPr>
        <p:spPr>
          <a:xfrm>
            <a:off x="0" y="0"/>
            <a:ext cx="12192000" cy="6858000"/>
          </a:xfrm>
          <a:prstGeom prst="rect">
            <a:avLst/>
          </a:prstGeom>
          <a:noFill/>
          <a:ln>
            <a:noFill/>
          </a:ln>
        </p:spPr>
        <p:txBody>
          <a:bodyPr spcFirstLastPara="1" wrap="square" lIns="34275" tIns="34275" rIns="34275" bIns="34275" anchor="t" anchorCtr="0">
            <a:noAutofit/>
          </a:bodyPr>
          <a:lstStyle>
            <a:lvl1pPr marR="0" lvl="0"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1pPr>
            <a:lvl2pPr marR="0" lvl="1"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2pPr>
            <a:lvl3pPr marR="0" lvl="2"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3pPr>
            <a:lvl4pPr marR="0" lvl="3"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4pPr>
            <a:lvl5pPr marR="0" lvl="4"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5pPr>
            <a:lvl6pPr marR="0" lvl="5"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6pPr>
            <a:lvl7pPr marR="0" lvl="6"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7pPr>
            <a:lvl8pPr marR="0" lvl="7"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8pPr>
            <a:lvl9pPr marR="0" lvl="8"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141" name="Google Shape;141;p35"/>
          <p:cNvSpPr/>
          <p:nvPr/>
        </p:nvSpPr>
        <p:spPr>
          <a:xfrm>
            <a:off x="74009" y="6139420"/>
            <a:ext cx="12044000" cy="634800"/>
          </a:xfrm>
          <a:prstGeom prst="roundRect">
            <a:avLst>
              <a:gd name="adj" fmla="val 15000"/>
            </a:avLst>
          </a:prstGeom>
          <a:solidFill>
            <a:srgbClr val="F16938">
              <a:alpha val="74900"/>
            </a:srgbClr>
          </a:solidFill>
          <a:ln>
            <a:noFill/>
          </a:ln>
        </p:spPr>
        <p:txBody>
          <a:bodyPr spcFirstLastPara="1" wrap="square" lIns="25400" tIns="25400" rIns="25400" bIns="25400" anchor="ctr" anchorCtr="0">
            <a:noAutofit/>
          </a:bodyPr>
          <a:lstStyle/>
          <a:p>
            <a:pPr marL="0" marR="0" lvl="0" indent="0" algn="ctr" rtl="0">
              <a:lnSpc>
                <a:spcPct val="100000"/>
              </a:lnSpc>
              <a:spcBef>
                <a:spcPts val="0"/>
              </a:spcBef>
              <a:spcAft>
                <a:spcPts val="0"/>
              </a:spcAft>
              <a:buClr>
                <a:srgbClr val="000000"/>
              </a:buClr>
              <a:buSzPts val="1200"/>
              <a:buFont typeface="Helvetica Neue Light"/>
              <a:buNone/>
            </a:pPr>
            <a:endParaRPr sz="1600" b="0" i="0" u="none" strike="noStrike" cap="none">
              <a:solidFill>
                <a:srgbClr val="000000"/>
              </a:solidFill>
              <a:latin typeface="Helvetica Neue Light"/>
              <a:ea typeface="Helvetica Neue Light"/>
              <a:cs typeface="Helvetica Neue Light"/>
              <a:sym typeface="Helvetica Neue Light"/>
            </a:endParaRPr>
          </a:p>
        </p:txBody>
      </p:sp>
      <p:pic>
        <p:nvPicPr>
          <p:cNvPr id="142" name="Google Shape;142;p35" descr="cc.large.png"/>
          <p:cNvPicPr preferRelativeResize="0"/>
          <p:nvPr/>
        </p:nvPicPr>
        <p:blipFill rotWithShape="1">
          <a:blip r:embed="rId2">
            <a:alphaModFix/>
          </a:blip>
          <a:srcRect/>
          <a:stretch/>
        </p:blipFill>
        <p:spPr>
          <a:xfrm>
            <a:off x="164521" y="6215268"/>
            <a:ext cx="483307" cy="483307"/>
          </a:xfrm>
          <a:prstGeom prst="rect">
            <a:avLst/>
          </a:prstGeom>
          <a:noFill/>
          <a:ln>
            <a:noFill/>
          </a:ln>
        </p:spPr>
      </p:pic>
      <p:sp>
        <p:nvSpPr>
          <p:cNvPr id="143" name="Google Shape;143;p35"/>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56613841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matchingName="Photo - neutral footer">
  <p:cSld name="Photo - neutral footer">
    <p:bg>
      <p:bgPr>
        <a:solidFill>
          <a:srgbClr val="FFFFFF"/>
        </a:solidFill>
        <a:effectLst/>
      </p:bgPr>
    </p:bg>
    <p:spTree>
      <p:nvGrpSpPr>
        <p:cNvPr id="1" name="Shape 144"/>
        <p:cNvGrpSpPr/>
        <p:nvPr/>
      </p:nvGrpSpPr>
      <p:grpSpPr>
        <a:xfrm>
          <a:off x="0" y="0"/>
          <a:ext cx="0" cy="0"/>
          <a:chOff x="0" y="0"/>
          <a:chExt cx="0" cy="0"/>
        </a:xfrm>
      </p:grpSpPr>
      <p:sp>
        <p:nvSpPr>
          <p:cNvPr id="145" name="Google Shape;145;p36"/>
          <p:cNvSpPr>
            <a:spLocks noGrp="1"/>
          </p:cNvSpPr>
          <p:nvPr>
            <p:ph type="pic" idx="2"/>
          </p:nvPr>
        </p:nvSpPr>
        <p:spPr>
          <a:xfrm>
            <a:off x="0" y="0"/>
            <a:ext cx="12192000" cy="6858000"/>
          </a:xfrm>
          <a:prstGeom prst="rect">
            <a:avLst/>
          </a:prstGeom>
          <a:noFill/>
          <a:ln>
            <a:noFill/>
          </a:ln>
        </p:spPr>
        <p:txBody>
          <a:bodyPr spcFirstLastPara="1" wrap="square" lIns="34275" tIns="34275" rIns="34275" bIns="34275" anchor="t" anchorCtr="0">
            <a:noAutofit/>
          </a:bodyPr>
          <a:lstStyle>
            <a:lvl1pPr marR="0" lvl="0"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1pPr>
            <a:lvl2pPr marR="0" lvl="1"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2pPr>
            <a:lvl3pPr marR="0" lvl="2"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3pPr>
            <a:lvl4pPr marR="0" lvl="3"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4pPr>
            <a:lvl5pPr marR="0" lvl="4"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5pPr>
            <a:lvl6pPr marR="0" lvl="5"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6pPr>
            <a:lvl7pPr marR="0" lvl="6"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7pPr>
            <a:lvl8pPr marR="0" lvl="7"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8pPr>
            <a:lvl9pPr marR="0" lvl="8"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146" name="Google Shape;146;p36"/>
          <p:cNvSpPr/>
          <p:nvPr/>
        </p:nvSpPr>
        <p:spPr>
          <a:xfrm>
            <a:off x="74009" y="6139420"/>
            <a:ext cx="12044000" cy="634800"/>
          </a:xfrm>
          <a:prstGeom prst="roundRect">
            <a:avLst>
              <a:gd name="adj" fmla="val 15000"/>
            </a:avLst>
          </a:prstGeom>
          <a:solidFill>
            <a:srgbClr val="E9E9E9">
              <a:alpha val="74900"/>
            </a:srgbClr>
          </a:solidFill>
          <a:ln>
            <a:noFill/>
          </a:ln>
        </p:spPr>
        <p:txBody>
          <a:bodyPr spcFirstLastPara="1" wrap="square" lIns="25400" tIns="25400" rIns="25400" bIns="25400" anchor="ctr" anchorCtr="0">
            <a:noAutofit/>
          </a:bodyPr>
          <a:lstStyle/>
          <a:p>
            <a:pPr marL="0" marR="0" lvl="0" indent="0" algn="ctr" rtl="0">
              <a:lnSpc>
                <a:spcPct val="100000"/>
              </a:lnSpc>
              <a:spcBef>
                <a:spcPts val="0"/>
              </a:spcBef>
              <a:spcAft>
                <a:spcPts val="0"/>
              </a:spcAft>
              <a:buClr>
                <a:srgbClr val="000000"/>
              </a:buClr>
              <a:buSzPts val="1200"/>
              <a:buFont typeface="Helvetica Neue Light"/>
              <a:buNone/>
            </a:pPr>
            <a:endParaRPr sz="1600" b="0" i="0" u="none" strike="noStrike" cap="none">
              <a:solidFill>
                <a:srgbClr val="000000"/>
              </a:solidFill>
              <a:latin typeface="Helvetica Neue Light"/>
              <a:ea typeface="Helvetica Neue Light"/>
              <a:cs typeface="Helvetica Neue Light"/>
              <a:sym typeface="Helvetica Neue Light"/>
            </a:endParaRPr>
          </a:p>
        </p:txBody>
      </p:sp>
      <p:pic>
        <p:nvPicPr>
          <p:cNvPr id="147" name="Google Shape;147;p36" descr="cc.large.png"/>
          <p:cNvPicPr preferRelativeResize="0"/>
          <p:nvPr/>
        </p:nvPicPr>
        <p:blipFill rotWithShape="1">
          <a:blip r:embed="rId2">
            <a:alphaModFix/>
          </a:blip>
          <a:srcRect/>
          <a:stretch/>
        </p:blipFill>
        <p:spPr>
          <a:xfrm>
            <a:off x="164521" y="6215268"/>
            <a:ext cx="483307" cy="483307"/>
          </a:xfrm>
          <a:prstGeom prst="rect">
            <a:avLst/>
          </a:prstGeom>
          <a:noFill/>
          <a:ln>
            <a:noFill/>
          </a:ln>
        </p:spPr>
      </p:pic>
      <p:sp>
        <p:nvSpPr>
          <p:cNvPr id="148" name="Google Shape;148;p36"/>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1519749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matchingName="Photo - no footer">
  <p:cSld name="Photo - no footer">
    <p:bg>
      <p:bgPr>
        <a:solidFill>
          <a:srgbClr val="FFFFFF"/>
        </a:solidFill>
        <a:effectLst/>
      </p:bgPr>
    </p:bg>
    <p:spTree>
      <p:nvGrpSpPr>
        <p:cNvPr id="1" name="Shape 149"/>
        <p:cNvGrpSpPr/>
        <p:nvPr/>
      </p:nvGrpSpPr>
      <p:grpSpPr>
        <a:xfrm>
          <a:off x="0" y="0"/>
          <a:ext cx="0" cy="0"/>
          <a:chOff x="0" y="0"/>
          <a:chExt cx="0" cy="0"/>
        </a:xfrm>
      </p:grpSpPr>
      <p:sp>
        <p:nvSpPr>
          <p:cNvPr id="150" name="Google Shape;150;p37"/>
          <p:cNvSpPr>
            <a:spLocks noGrp="1"/>
          </p:cNvSpPr>
          <p:nvPr>
            <p:ph type="pic" idx="2"/>
          </p:nvPr>
        </p:nvSpPr>
        <p:spPr>
          <a:xfrm>
            <a:off x="0" y="0"/>
            <a:ext cx="12192000" cy="6858000"/>
          </a:xfrm>
          <a:prstGeom prst="rect">
            <a:avLst/>
          </a:prstGeom>
          <a:noFill/>
          <a:ln>
            <a:noFill/>
          </a:ln>
        </p:spPr>
        <p:txBody>
          <a:bodyPr spcFirstLastPara="1" wrap="square" lIns="34275" tIns="34275" rIns="34275" bIns="34275" anchor="t" anchorCtr="0">
            <a:noAutofit/>
          </a:bodyPr>
          <a:lstStyle>
            <a:lvl1pPr marR="0" lvl="0"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1pPr>
            <a:lvl2pPr marR="0" lvl="1"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2pPr>
            <a:lvl3pPr marR="0" lvl="2"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3pPr>
            <a:lvl4pPr marR="0" lvl="3"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4pPr>
            <a:lvl5pPr marR="0" lvl="4"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5pPr>
            <a:lvl6pPr marR="0" lvl="5"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6pPr>
            <a:lvl7pPr marR="0" lvl="6"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7pPr>
            <a:lvl8pPr marR="0" lvl="7"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8pPr>
            <a:lvl9pPr marR="0" lvl="8"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151" name="Google Shape;151;p37"/>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70921347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Blue quote">
  <p:cSld name="Blue quote">
    <p:spTree>
      <p:nvGrpSpPr>
        <p:cNvPr id="1" name="Shape 152"/>
        <p:cNvGrpSpPr/>
        <p:nvPr/>
      </p:nvGrpSpPr>
      <p:grpSpPr>
        <a:xfrm>
          <a:off x="0" y="0"/>
          <a:ext cx="0" cy="0"/>
          <a:chOff x="0" y="0"/>
          <a:chExt cx="0" cy="0"/>
        </a:xfrm>
      </p:grpSpPr>
      <p:sp>
        <p:nvSpPr>
          <p:cNvPr id="153" name="Google Shape;153;p38"/>
          <p:cNvSpPr txBox="1">
            <a:spLocks noGrp="1"/>
          </p:cNvSpPr>
          <p:nvPr>
            <p:ph type="body" idx="1"/>
          </p:nvPr>
        </p:nvSpPr>
        <p:spPr>
          <a:xfrm>
            <a:off x="1193800" y="4476751"/>
            <a:ext cx="9810800" cy="342800"/>
          </a:xfrm>
          <a:prstGeom prst="rect">
            <a:avLst/>
          </a:prstGeom>
          <a:noFill/>
          <a:ln>
            <a:noFill/>
          </a:ln>
        </p:spPr>
        <p:txBody>
          <a:bodyPr spcFirstLastPara="1" wrap="square" lIns="34275" tIns="34275" rIns="34275" bIns="34275" anchor="t" anchorCtr="0">
            <a:noAutofit/>
          </a:bodyPr>
          <a:lstStyle>
            <a:lvl1pPr marL="609585" marR="0" lvl="0" indent="-304792" algn="ctr" rtl="0">
              <a:lnSpc>
                <a:spcPct val="100000"/>
              </a:lnSpc>
              <a:spcBef>
                <a:spcPts val="0"/>
              </a:spcBef>
              <a:spcAft>
                <a:spcPts val="0"/>
              </a:spcAft>
              <a:buClr>
                <a:srgbClr val="FFFFFF"/>
              </a:buClr>
              <a:buSzPts val="1400"/>
              <a:buFont typeface="Helvetica Neue"/>
              <a:buNone/>
              <a:defRPr sz="1867" b="0" i="0" u="none" strike="noStrike" cap="none">
                <a:solidFill>
                  <a:srgbClr val="FFFFFF"/>
                </a:solidFill>
                <a:latin typeface="Helvetica Neue"/>
                <a:ea typeface="Helvetica Neue"/>
                <a:cs typeface="Helvetica Neue"/>
                <a:sym typeface="Helvetica Neue"/>
              </a:defRPr>
            </a:lvl1pPr>
            <a:lvl2pPr marL="1219170" marR="0" lvl="1"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2pPr>
            <a:lvl3pPr marL="1828754" marR="0" lvl="2"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3pPr>
            <a:lvl4pPr marL="2438339" marR="0" lvl="3"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4pPr>
            <a:lvl5pPr marL="3047924" marR="0" lvl="4"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5pPr>
            <a:lvl6pPr marL="3657509" marR="0" lvl="5"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6pPr>
            <a:lvl7pPr marL="4267093" marR="0" lvl="6"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7pPr>
            <a:lvl8pPr marL="4876678" marR="0" lvl="7"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8pPr>
            <a:lvl9pPr marL="5486263" marR="0" lvl="8"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154" name="Google Shape;154;p38"/>
          <p:cNvSpPr txBox="1">
            <a:spLocks noGrp="1"/>
          </p:cNvSpPr>
          <p:nvPr>
            <p:ph type="body" idx="2"/>
          </p:nvPr>
        </p:nvSpPr>
        <p:spPr>
          <a:xfrm>
            <a:off x="1193800" y="3022600"/>
            <a:ext cx="9810800" cy="444400"/>
          </a:xfrm>
          <a:prstGeom prst="rect">
            <a:avLst/>
          </a:prstGeom>
          <a:noFill/>
          <a:ln>
            <a:noFill/>
          </a:ln>
        </p:spPr>
        <p:txBody>
          <a:bodyPr spcFirstLastPara="1" wrap="square" lIns="34275" tIns="34275" rIns="34275" bIns="34275" anchor="ctr" anchorCtr="0">
            <a:noAutofit/>
          </a:bodyPr>
          <a:lstStyle>
            <a:lvl1pPr marL="609585" marR="0" lvl="0" indent="-304792" algn="ctr" rtl="0">
              <a:lnSpc>
                <a:spcPct val="100000"/>
              </a:lnSpc>
              <a:spcBef>
                <a:spcPts val="0"/>
              </a:spcBef>
              <a:spcAft>
                <a:spcPts val="0"/>
              </a:spcAft>
              <a:buClr>
                <a:srgbClr val="FFFFFF"/>
              </a:buClr>
              <a:buSzPts val="2000"/>
              <a:buFont typeface="Helvetica Neue"/>
              <a:buNone/>
              <a:defRPr sz="2667" b="1" i="0" u="none" strike="noStrike" cap="none">
                <a:solidFill>
                  <a:srgbClr val="FFFFFF"/>
                </a:solidFill>
                <a:latin typeface="Helvetica Neue"/>
                <a:ea typeface="Helvetica Neue"/>
                <a:cs typeface="Helvetica Neue"/>
                <a:sym typeface="Helvetica Neue"/>
              </a:defRPr>
            </a:lvl1pPr>
            <a:lvl2pPr marL="1219170" marR="0" lvl="1"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2pPr>
            <a:lvl3pPr marL="1828754" marR="0" lvl="2"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3pPr>
            <a:lvl4pPr marL="2438339" marR="0" lvl="3"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4pPr>
            <a:lvl5pPr marL="3047924" marR="0" lvl="4"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5pPr>
            <a:lvl6pPr marL="3657509" marR="0" lvl="5"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6pPr>
            <a:lvl7pPr marL="4267093" marR="0" lvl="6"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7pPr>
            <a:lvl8pPr marL="4876678" marR="0" lvl="7"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8pPr>
            <a:lvl9pPr marL="5486263" marR="0" lvl="8"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155" name="Google Shape;155;p38"/>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43199752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Orange quote">
  <p:cSld name="Orange quote">
    <p:bg>
      <p:bgPr>
        <a:solidFill>
          <a:srgbClr val="F16938"/>
        </a:solidFill>
        <a:effectLst/>
      </p:bgPr>
    </p:bg>
    <p:spTree>
      <p:nvGrpSpPr>
        <p:cNvPr id="1" name="Shape 156"/>
        <p:cNvGrpSpPr/>
        <p:nvPr/>
      </p:nvGrpSpPr>
      <p:grpSpPr>
        <a:xfrm>
          <a:off x="0" y="0"/>
          <a:ext cx="0" cy="0"/>
          <a:chOff x="0" y="0"/>
          <a:chExt cx="0" cy="0"/>
        </a:xfrm>
      </p:grpSpPr>
      <p:sp>
        <p:nvSpPr>
          <p:cNvPr id="157" name="Google Shape;157;p39"/>
          <p:cNvSpPr txBox="1">
            <a:spLocks noGrp="1"/>
          </p:cNvSpPr>
          <p:nvPr>
            <p:ph type="body" idx="1"/>
          </p:nvPr>
        </p:nvSpPr>
        <p:spPr>
          <a:xfrm>
            <a:off x="1193800" y="4476751"/>
            <a:ext cx="9810800" cy="342800"/>
          </a:xfrm>
          <a:prstGeom prst="rect">
            <a:avLst/>
          </a:prstGeom>
          <a:noFill/>
          <a:ln>
            <a:noFill/>
          </a:ln>
        </p:spPr>
        <p:txBody>
          <a:bodyPr spcFirstLastPara="1" wrap="square" lIns="34275" tIns="34275" rIns="34275" bIns="34275" anchor="t" anchorCtr="0">
            <a:noAutofit/>
          </a:bodyPr>
          <a:lstStyle>
            <a:lvl1pPr marL="609585" marR="0" lvl="0" indent="-304792" algn="ctr" rtl="0">
              <a:lnSpc>
                <a:spcPct val="100000"/>
              </a:lnSpc>
              <a:spcBef>
                <a:spcPts val="0"/>
              </a:spcBef>
              <a:spcAft>
                <a:spcPts val="0"/>
              </a:spcAft>
              <a:buClr>
                <a:srgbClr val="FFFFFF"/>
              </a:buClr>
              <a:buSzPts val="1400"/>
              <a:buFont typeface="Helvetica Neue"/>
              <a:buNone/>
              <a:defRPr sz="1867" b="0" i="0" u="none" strike="noStrike" cap="none">
                <a:solidFill>
                  <a:srgbClr val="FFFFFF"/>
                </a:solidFill>
                <a:latin typeface="Helvetica Neue"/>
                <a:ea typeface="Helvetica Neue"/>
                <a:cs typeface="Helvetica Neue"/>
                <a:sym typeface="Helvetica Neue"/>
              </a:defRPr>
            </a:lvl1pPr>
            <a:lvl2pPr marL="1219170" marR="0" lvl="1"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2pPr>
            <a:lvl3pPr marL="1828754" marR="0" lvl="2"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3pPr>
            <a:lvl4pPr marL="2438339" marR="0" lvl="3"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4pPr>
            <a:lvl5pPr marL="3047924" marR="0" lvl="4"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5pPr>
            <a:lvl6pPr marL="3657509" marR="0" lvl="5"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6pPr>
            <a:lvl7pPr marL="4267093" marR="0" lvl="6"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7pPr>
            <a:lvl8pPr marL="4876678" marR="0" lvl="7"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8pPr>
            <a:lvl9pPr marL="5486263" marR="0" lvl="8"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158" name="Google Shape;158;p39"/>
          <p:cNvSpPr txBox="1">
            <a:spLocks noGrp="1"/>
          </p:cNvSpPr>
          <p:nvPr>
            <p:ph type="body" idx="2"/>
          </p:nvPr>
        </p:nvSpPr>
        <p:spPr>
          <a:xfrm>
            <a:off x="1193800" y="3022600"/>
            <a:ext cx="9810800" cy="444400"/>
          </a:xfrm>
          <a:prstGeom prst="rect">
            <a:avLst/>
          </a:prstGeom>
          <a:noFill/>
          <a:ln>
            <a:noFill/>
          </a:ln>
        </p:spPr>
        <p:txBody>
          <a:bodyPr spcFirstLastPara="1" wrap="square" lIns="34275" tIns="34275" rIns="34275" bIns="34275" anchor="ctr" anchorCtr="0">
            <a:noAutofit/>
          </a:bodyPr>
          <a:lstStyle>
            <a:lvl1pPr marL="609585" marR="0" lvl="0" indent="-304792" algn="ctr" rtl="0">
              <a:lnSpc>
                <a:spcPct val="100000"/>
              </a:lnSpc>
              <a:spcBef>
                <a:spcPts val="0"/>
              </a:spcBef>
              <a:spcAft>
                <a:spcPts val="0"/>
              </a:spcAft>
              <a:buClr>
                <a:srgbClr val="FFFFFF"/>
              </a:buClr>
              <a:buSzPts val="2000"/>
              <a:buFont typeface="Helvetica Neue"/>
              <a:buNone/>
              <a:defRPr sz="2667" b="1" i="0" u="none" strike="noStrike" cap="none">
                <a:solidFill>
                  <a:srgbClr val="FFFFFF"/>
                </a:solidFill>
                <a:latin typeface="Helvetica Neue"/>
                <a:ea typeface="Helvetica Neue"/>
                <a:cs typeface="Helvetica Neue"/>
                <a:sym typeface="Helvetica Neue"/>
              </a:defRPr>
            </a:lvl1pPr>
            <a:lvl2pPr marL="1219170" marR="0" lvl="1"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2pPr>
            <a:lvl3pPr marL="1828754" marR="0" lvl="2"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3pPr>
            <a:lvl4pPr marL="2438339" marR="0" lvl="3"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4pPr>
            <a:lvl5pPr marL="3047924" marR="0" lvl="4"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5pPr>
            <a:lvl6pPr marL="3657509" marR="0" lvl="5"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6pPr>
            <a:lvl7pPr marL="4267093" marR="0" lvl="6"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7pPr>
            <a:lvl8pPr marL="4876678" marR="0" lvl="7"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8pPr>
            <a:lvl9pPr marL="5486263" marR="0" lvl="8"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159" name="Google Shape;159;p39"/>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86052820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Yellow quote">
  <p:cSld name="Yellow quote">
    <p:bg>
      <p:bgPr>
        <a:solidFill>
          <a:srgbClr val="F1C600"/>
        </a:solidFill>
        <a:effectLst/>
      </p:bgPr>
    </p:bg>
    <p:spTree>
      <p:nvGrpSpPr>
        <p:cNvPr id="1" name="Shape 160"/>
        <p:cNvGrpSpPr/>
        <p:nvPr/>
      </p:nvGrpSpPr>
      <p:grpSpPr>
        <a:xfrm>
          <a:off x="0" y="0"/>
          <a:ext cx="0" cy="0"/>
          <a:chOff x="0" y="0"/>
          <a:chExt cx="0" cy="0"/>
        </a:xfrm>
      </p:grpSpPr>
      <p:sp>
        <p:nvSpPr>
          <p:cNvPr id="161" name="Google Shape;161;p40"/>
          <p:cNvSpPr txBox="1">
            <a:spLocks noGrp="1"/>
          </p:cNvSpPr>
          <p:nvPr>
            <p:ph type="body" idx="1"/>
          </p:nvPr>
        </p:nvSpPr>
        <p:spPr>
          <a:xfrm>
            <a:off x="1193800" y="4476751"/>
            <a:ext cx="9810800" cy="342800"/>
          </a:xfrm>
          <a:prstGeom prst="rect">
            <a:avLst/>
          </a:prstGeom>
          <a:noFill/>
          <a:ln>
            <a:noFill/>
          </a:ln>
        </p:spPr>
        <p:txBody>
          <a:bodyPr spcFirstLastPara="1" wrap="square" lIns="34275" tIns="34275" rIns="34275" bIns="34275" anchor="t" anchorCtr="0">
            <a:noAutofit/>
          </a:bodyPr>
          <a:lstStyle>
            <a:lvl1pPr marL="609585" marR="0" lvl="0" indent="-304792" algn="ctr" rtl="0">
              <a:lnSpc>
                <a:spcPct val="100000"/>
              </a:lnSpc>
              <a:spcBef>
                <a:spcPts val="0"/>
              </a:spcBef>
              <a:spcAft>
                <a:spcPts val="0"/>
              </a:spcAft>
              <a:buClr>
                <a:srgbClr val="FFFFFF"/>
              </a:buClr>
              <a:buSzPts val="1400"/>
              <a:buFont typeface="Helvetica Neue"/>
              <a:buNone/>
              <a:defRPr sz="1867" b="0" i="0" u="none" strike="noStrike" cap="none">
                <a:solidFill>
                  <a:srgbClr val="FFFFFF"/>
                </a:solidFill>
                <a:latin typeface="Helvetica Neue"/>
                <a:ea typeface="Helvetica Neue"/>
                <a:cs typeface="Helvetica Neue"/>
                <a:sym typeface="Helvetica Neue"/>
              </a:defRPr>
            </a:lvl1pPr>
            <a:lvl2pPr marL="1219170" marR="0" lvl="1"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2pPr>
            <a:lvl3pPr marL="1828754" marR="0" lvl="2"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3pPr>
            <a:lvl4pPr marL="2438339" marR="0" lvl="3"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4pPr>
            <a:lvl5pPr marL="3047924" marR="0" lvl="4"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5pPr>
            <a:lvl6pPr marL="3657509" marR="0" lvl="5"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6pPr>
            <a:lvl7pPr marL="4267093" marR="0" lvl="6"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7pPr>
            <a:lvl8pPr marL="4876678" marR="0" lvl="7"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8pPr>
            <a:lvl9pPr marL="5486263" marR="0" lvl="8"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162" name="Google Shape;162;p40"/>
          <p:cNvSpPr txBox="1">
            <a:spLocks noGrp="1"/>
          </p:cNvSpPr>
          <p:nvPr>
            <p:ph type="body" idx="2"/>
          </p:nvPr>
        </p:nvSpPr>
        <p:spPr>
          <a:xfrm>
            <a:off x="1193800" y="3022600"/>
            <a:ext cx="9810800" cy="444400"/>
          </a:xfrm>
          <a:prstGeom prst="rect">
            <a:avLst/>
          </a:prstGeom>
          <a:noFill/>
          <a:ln>
            <a:noFill/>
          </a:ln>
        </p:spPr>
        <p:txBody>
          <a:bodyPr spcFirstLastPara="1" wrap="square" lIns="34275" tIns="34275" rIns="34275" bIns="34275" anchor="ctr" anchorCtr="0">
            <a:noAutofit/>
          </a:bodyPr>
          <a:lstStyle>
            <a:lvl1pPr marL="609585" marR="0" lvl="0" indent="-304792" algn="ctr" rtl="0">
              <a:lnSpc>
                <a:spcPct val="100000"/>
              </a:lnSpc>
              <a:spcBef>
                <a:spcPts val="0"/>
              </a:spcBef>
              <a:spcAft>
                <a:spcPts val="0"/>
              </a:spcAft>
              <a:buClr>
                <a:srgbClr val="FFFFFF"/>
              </a:buClr>
              <a:buSzPts val="2000"/>
              <a:buFont typeface="Helvetica Neue"/>
              <a:buNone/>
              <a:defRPr sz="2667" b="1" i="0" u="none" strike="noStrike" cap="none">
                <a:solidFill>
                  <a:srgbClr val="FFFFFF"/>
                </a:solidFill>
                <a:latin typeface="Helvetica Neue"/>
                <a:ea typeface="Helvetica Neue"/>
                <a:cs typeface="Helvetica Neue"/>
                <a:sym typeface="Helvetica Neue"/>
              </a:defRPr>
            </a:lvl1pPr>
            <a:lvl2pPr marL="1219170" marR="0" lvl="1"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2pPr>
            <a:lvl3pPr marL="1828754" marR="0" lvl="2"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3pPr>
            <a:lvl4pPr marL="2438339" marR="0" lvl="3"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4pPr>
            <a:lvl5pPr marL="3047924" marR="0" lvl="4"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5pPr>
            <a:lvl6pPr marL="3657509" marR="0" lvl="5"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6pPr>
            <a:lvl7pPr marL="4267093" marR="0" lvl="6"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7pPr>
            <a:lvl8pPr marL="4876678" marR="0" lvl="7"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8pPr>
            <a:lvl9pPr marL="5486263" marR="0" lvl="8"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163" name="Google Shape;163;p40"/>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11416000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matchingName="Neutral quote">
  <p:cSld name="Neutral quote">
    <p:bg>
      <p:bgPr>
        <a:solidFill>
          <a:srgbClr val="E9E9E9"/>
        </a:solidFill>
        <a:effectLst/>
      </p:bgPr>
    </p:bg>
    <p:spTree>
      <p:nvGrpSpPr>
        <p:cNvPr id="1" name="Shape 164"/>
        <p:cNvGrpSpPr/>
        <p:nvPr/>
      </p:nvGrpSpPr>
      <p:grpSpPr>
        <a:xfrm>
          <a:off x="0" y="0"/>
          <a:ext cx="0" cy="0"/>
          <a:chOff x="0" y="0"/>
          <a:chExt cx="0" cy="0"/>
        </a:xfrm>
      </p:grpSpPr>
      <p:sp>
        <p:nvSpPr>
          <p:cNvPr id="165" name="Google Shape;165;p41"/>
          <p:cNvSpPr txBox="1">
            <a:spLocks noGrp="1"/>
          </p:cNvSpPr>
          <p:nvPr>
            <p:ph type="body" idx="1"/>
          </p:nvPr>
        </p:nvSpPr>
        <p:spPr>
          <a:xfrm>
            <a:off x="1193800" y="4476751"/>
            <a:ext cx="9810800" cy="342800"/>
          </a:xfrm>
          <a:prstGeom prst="rect">
            <a:avLst/>
          </a:prstGeom>
          <a:noFill/>
          <a:ln>
            <a:noFill/>
          </a:ln>
        </p:spPr>
        <p:txBody>
          <a:bodyPr spcFirstLastPara="1" wrap="square" lIns="34275" tIns="34275" rIns="34275" bIns="34275" anchor="t" anchorCtr="0">
            <a:noAutofit/>
          </a:bodyPr>
          <a:lstStyle>
            <a:lvl1pPr marL="609585" marR="0" lvl="0" indent="-304792" algn="ctr" rtl="0">
              <a:lnSpc>
                <a:spcPct val="100000"/>
              </a:lnSpc>
              <a:spcBef>
                <a:spcPts val="0"/>
              </a:spcBef>
              <a:spcAft>
                <a:spcPts val="0"/>
              </a:spcAft>
              <a:buClr>
                <a:srgbClr val="000000"/>
              </a:buClr>
              <a:buSzPts val="1400"/>
              <a:buFont typeface="Helvetica Neue"/>
              <a:buNone/>
              <a:defRPr sz="1867" b="0" i="0" u="none" strike="noStrike" cap="none">
                <a:solidFill>
                  <a:srgbClr val="000000"/>
                </a:solidFill>
                <a:latin typeface="Helvetica Neue"/>
                <a:ea typeface="Helvetica Neue"/>
                <a:cs typeface="Helvetica Neue"/>
                <a:sym typeface="Helvetica Neue"/>
              </a:defRPr>
            </a:lvl1pPr>
            <a:lvl2pPr marL="1219170" marR="0" lvl="1"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2pPr>
            <a:lvl3pPr marL="1828754" marR="0" lvl="2"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3pPr>
            <a:lvl4pPr marL="2438339" marR="0" lvl="3"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4pPr>
            <a:lvl5pPr marL="3047924" marR="0" lvl="4"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5pPr>
            <a:lvl6pPr marL="3657509" marR="0" lvl="5"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6pPr>
            <a:lvl7pPr marL="4267093" marR="0" lvl="6"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7pPr>
            <a:lvl8pPr marL="4876678" marR="0" lvl="7"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8pPr>
            <a:lvl9pPr marL="5486263" marR="0" lvl="8"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166" name="Google Shape;166;p41"/>
          <p:cNvSpPr txBox="1">
            <a:spLocks noGrp="1"/>
          </p:cNvSpPr>
          <p:nvPr>
            <p:ph type="body" idx="2"/>
          </p:nvPr>
        </p:nvSpPr>
        <p:spPr>
          <a:xfrm>
            <a:off x="1193800" y="3022600"/>
            <a:ext cx="9810800" cy="444400"/>
          </a:xfrm>
          <a:prstGeom prst="rect">
            <a:avLst/>
          </a:prstGeom>
          <a:noFill/>
          <a:ln>
            <a:noFill/>
          </a:ln>
        </p:spPr>
        <p:txBody>
          <a:bodyPr spcFirstLastPara="1" wrap="square" lIns="34275" tIns="34275" rIns="34275" bIns="34275" anchor="ctr" anchorCtr="0">
            <a:noAutofit/>
          </a:bodyPr>
          <a:lstStyle>
            <a:lvl1pPr marL="609585" marR="0" lvl="0" indent="-304792" algn="ctr" rtl="0">
              <a:lnSpc>
                <a:spcPct val="100000"/>
              </a:lnSpc>
              <a:spcBef>
                <a:spcPts val="0"/>
              </a:spcBef>
              <a:spcAft>
                <a:spcPts val="0"/>
              </a:spcAft>
              <a:buClr>
                <a:srgbClr val="000000"/>
              </a:buClr>
              <a:buSzPts val="2000"/>
              <a:buFont typeface="Helvetica Neue"/>
              <a:buNone/>
              <a:defRPr sz="2667" b="1" i="0" u="none" strike="noStrike" cap="none">
                <a:solidFill>
                  <a:srgbClr val="000000"/>
                </a:solidFill>
                <a:latin typeface="Helvetica Neue"/>
                <a:ea typeface="Helvetica Neue"/>
                <a:cs typeface="Helvetica Neue"/>
                <a:sym typeface="Helvetica Neue"/>
              </a:defRPr>
            </a:lvl1pPr>
            <a:lvl2pPr marL="1219170" marR="0" lvl="1"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2pPr>
            <a:lvl3pPr marL="1828754" marR="0" lvl="2"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3pPr>
            <a:lvl4pPr marL="2438339" marR="0" lvl="3"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4pPr>
            <a:lvl5pPr marL="3047924" marR="0" lvl="4"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5pPr>
            <a:lvl6pPr marL="3657509" marR="0" lvl="5"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6pPr>
            <a:lvl7pPr marL="4267093" marR="0" lvl="6"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7pPr>
            <a:lvl8pPr marL="4876678" marR="0" lvl="7"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8pPr>
            <a:lvl9pPr marL="5486263" marR="0" lvl="8" indent="-431789" algn="l" rtl="0">
              <a:lnSpc>
                <a:spcPct val="100000"/>
              </a:lnSpc>
              <a:spcBef>
                <a:spcPts val="2933"/>
              </a:spcBef>
              <a:spcAft>
                <a:spcPts val="0"/>
              </a:spcAft>
              <a:buClr>
                <a:srgbClr val="000000"/>
              </a:buClr>
              <a:buSzPts val="15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9pPr>
          </a:lstStyle>
          <a:p>
            <a:endParaRPr/>
          </a:p>
        </p:txBody>
      </p:sp>
      <p:pic>
        <p:nvPicPr>
          <p:cNvPr id="167" name="Google Shape;167;p41" descr="cc.large.png"/>
          <p:cNvPicPr preferRelativeResize="0"/>
          <p:nvPr/>
        </p:nvPicPr>
        <p:blipFill rotWithShape="1">
          <a:blip r:embed="rId2">
            <a:alphaModFix/>
          </a:blip>
          <a:srcRect/>
          <a:stretch/>
        </p:blipFill>
        <p:spPr>
          <a:xfrm>
            <a:off x="11063972" y="5769086"/>
            <a:ext cx="759261" cy="759261"/>
          </a:xfrm>
          <a:prstGeom prst="rect">
            <a:avLst/>
          </a:prstGeom>
          <a:noFill/>
          <a:ln>
            <a:noFill/>
          </a:ln>
        </p:spPr>
      </p:pic>
      <p:sp>
        <p:nvSpPr>
          <p:cNvPr id="168" name="Google Shape;168;p41"/>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22552086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matchingName="Closer + handle / orange">
  <p:cSld name="Closer + handle / orange">
    <p:bg>
      <p:bgPr>
        <a:solidFill>
          <a:srgbClr val="F16938"/>
        </a:solidFill>
        <a:effectLst/>
      </p:bgPr>
    </p:bg>
    <p:spTree>
      <p:nvGrpSpPr>
        <p:cNvPr id="1" name="Shape 169"/>
        <p:cNvGrpSpPr/>
        <p:nvPr/>
      </p:nvGrpSpPr>
      <p:grpSpPr>
        <a:xfrm>
          <a:off x="0" y="0"/>
          <a:ext cx="0" cy="0"/>
          <a:chOff x="0" y="0"/>
          <a:chExt cx="0" cy="0"/>
        </a:xfrm>
      </p:grpSpPr>
      <p:sp>
        <p:nvSpPr>
          <p:cNvPr id="170" name="Google Shape;170;p42"/>
          <p:cNvSpPr txBox="1">
            <a:spLocks noGrp="1"/>
          </p:cNvSpPr>
          <p:nvPr>
            <p:ph type="title"/>
          </p:nvPr>
        </p:nvSpPr>
        <p:spPr>
          <a:xfrm>
            <a:off x="2408039" y="4032251"/>
            <a:ext cx="7376000" cy="1143200"/>
          </a:xfrm>
          <a:prstGeom prst="rect">
            <a:avLst/>
          </a:prstGeom>
          <a:noFill/>
          <a:ln>
            <a:noFill/>
          </a:ln>
        </p:spPr>
        <p:txBody>
          <a:bodyPr spcFirstLastPara="1" wrap="square" lIns="34275" tIns="34275" rIns="34275" bIns="34275" anchor="ctr" anchorCtr="0">
            <a:noAutofit/>
          </a:bodyPr>
          <a:lstStyle>
            <a:lvl1pPr marR="0" lvl="0" algn="ctr" rtl="0">
              <a:lnSpc>
                <a:spcPct val="100000"/>
              </a:lnSpc>
              <a:spcBef>
                <a:spcPts val="0"/>
              </a:spcBef>
              <a:spcAft>
                <a:spcPts val="0"/>
              </a:spcAft>
              <a:buClr>
                <a:srgbClr val="FFFFFF"/>
              </a:buClr>
              <a:buSzPts val="2800"/>
              <a:buFont typeface="Helvetica Neue"/>
              <a:buNone/>
              <a:defRPr sz="3733" b="0" i="0" u="none" strike="noStrike" cap="none">
                <a:solidFill>
                  <a:srgbClr val="FFFFFF"/>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9pPr>
          </a:lstStyle>
          <a:p>
            <a:endParaRPr/>
          </a:p>
        </p:txBody>
      </p:sp>
      <p:pic>
        <p:nvPicPr>
          <p:cNvPr id="171" name="Google Shape;171;p42" descr="cc_logo_white_large.pdf"/>
          <p:cNvPicPr preferRelativeResize="0"/>
          <p:nvPr/>
        </p:nvPicPr>
        <p:blipFill rotWithShape="1">
          <a:blip r:embed="rId2">
            <a:alphaModFix/>
          </a:blip>
          <a:srcRect/>
          <a:stretch/>
        </p:blipFill>
        <p:spPr>
          <a:xfrm>
            <a:off x="4790124" y="932424"/>
            <a:ext cx="2611755" cy="2611755"/>
          </a:xfrm>
          <a:prstGeom prst="rect">
            <a:avLst/>
          </a:prstGeom>
          <a:noFill/>
          <a:ln>
            <a:noFill/>
          </a:ln>
        </p:spPr>
      </p:pic>
      <p:sp>
        <p:nvSpPr>
          <p:cNvPr id="172" name="Google Shape;172;p42"/>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91030244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matchingName="Closer + handle / yellow">
  <p:cSld name="Closer + handle / yellow">
    <p:bg>
      <p:bgPr>
        <a:solidFill>
          <a:srgbClr val="F1C600"/>
        </a:solidFill>
        <a:effectLst/>
      </p:bgPr>
    </p:bg>
    <p:spTree>
      <p:nvGrpSpPr>
        <p:cNvPr id="1" name="Shape 173"/>
        <p:cNvGrpSpPr/>
        <p:nvPr/>
      </p:nvGrpSpPr>
      <p:grpSpPr>
        <a:xfrm>
          <a:off x="0" y="0"/>
          <a:ext cx="0" cy="0"/>
          <a:chOff x="0" y="0"/>
          <a:chExt cx="0" cy="0"/>
        </a:xfrm>
      </p:grpSpPr>
      <p:sp>
        <p:nvSpPr>
          <p:cNvPr id="174" name="Google Shape;174;p43"/>
          <p:cNvSpPr txBox="1">
            <a:spLocks noGrp="1"/>
          </p:cNvSpPr>
          <p:nvPr>
            <p:ph type="title"/>
          </p:nvPr>
        </p:nvSpPr>
        <p:spPr>
          <a:xfrm>
            <a:off x="2408039" y="4032251"/>
            <a:ext cx="7376000" cy="1143200"/>
          </a:xfrm>
          <a:prstGeom prst="rect">
            <a:avLst/>
          </a:prstGeom>
          <a:noFill/>
          <a:ln>
            <a:noFill/>
          </a:ln>
        </p:spPr>
        <p:txBody>
          <a:bodyPr spcFirstLastPara="1" wrap="square" lIns="34275" tIns="34275" rIns="34275" bIns="34275" anchor="ctr" anchorCtr="0">
            <a:noAutofit/>
          </a:bodyPr>
          <a:lstStyle>
            <a:lvl1pPr marR="0" lvl="0" algn="ctr" rtl="0">
              <a:lnSpc>
                <a:spcPct val="100000"/>
              </a:lnSpc>
              <a:spcBef>
                <a:spcPts val="0"/>
              </a:spcBef>
              <a:spcAft>
                <a:spcPts val="0"/>
              </a:spcAft>
              <a:buClr>
                <a:srgbClr val="FFFFFF"/>
              </a:buClr>
              <a:buSzPts val="2800"/>
              <a:buFont typeface="Helvetica Neue"/>
              <a:buNone/>
              <a:defRPr sz="3733" b="0" i="0" u="none" strike="noStrike" cap="none">
                <a:solidFill>
                  <a:srgbClr val="FFFFFF"/>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9pPr>
          </a:lstStyle>
          <a:p>
            <a:endParaRPr/>
          </a:p>
        </p:txBody>
      </p:sp>
      <p:pic>
        <p:nvPicPr>
          <p:cNvPr id="175" name="Google Shape;175;p43" descr="cc_logo_white_large.pdf"/>
          <p:cNvPicPr preferRelativeResize="0"/>
          <p:nvPr/>
        </p:nvPicPr>
        <p:blipFill rotWithShape="1">
          <a:blip r:embed="rId2">
            <a:alphaModFix/>
          </a:blip>
          <a:srcRect/>
          <a:stretch/>
        </p:blipFill>
        <p:spPr>
          <a:xfrm>
            <a:off x="4790124" y="932424"/>
            <a:ext cx="2611755" cy="2611755"/>
          </a:xfrm>
          <a:prstGeom prst="rect">
            <a:avLst/>
          </a:prstGeom>
          <a:noFill/>
          <a:ln>
            <a:noFill/>
          </a:ln>
        </p:spPr>
      </p:pic>
      <p:sp>
        <p:nvSpPr>
          <p:cNvPr id="176" name="Google Shape;176;p43"/>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18485102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matchingName="Closer + handle / neutral">
  <p:cSld name="Closer + handle / neutral">
    <p:bg>
      <p:bgPr>
        <a:solidFill>
          <a:srgbClr val="E9E9E9"/>
        </a:solidFill>
        <a:effectLst/>
      </p:bgPr>
    </p:bg>
    <p:spTree>
      <p:nvGrpSpPr>
        <p:cNvPr id="1" name="Shape 177"/>
        <p:cNvGrpSpPr/>
        <p:nvPr/>
      </p:nvGrpSpPr>
      <p:grpSpPr>
        <a:xfrm>
          <a:off x="0" y="0"/>
          <a:ext cx="0" cy="0"/>
          <a:chOff x="0" y="0"/>
          <a:chExt cx="0" cy="0"/>
        </a:xfrm>
      </p:grpSpPr>
      <p:sp>
        <p:nvSpPr>
          <p:cNvPr id="178" name="Google Shape;178;p44"/>
          <p:cNvSpPr txBox="1">
            <a:spLocks noGrp="1"/>
          </p:cNvSpPr>
          <p:nvPr>
            <p:ph type="title"/>
          </p:nvPr>
        </p:nvSpPr>
        <p:spPr>
          <a:xfrm>
            <a:off x="2408039" y="4032251"/>
            <a:ext cx="7376000" cy="1143200"/>
          </a:xfrm>
          <a:prstGeom prst="rect">
            <a:avLst/>
          </a:prstGeom>
          <a:noFill/>
          <a:ln>
            <a:noFill/>
          </a:ln>
        </p:spPr>
        <p:txBody>
          <a:bodyPr spcFirstLastPara="1" wrap="square" lIns="34275" tIns="34275" rIns="34275" bIns="34275" anchor="ctr" anchorCtr="0">
            <a:noAutofit/>
          </a:bodyPr>
          <a:lstStyle>
            <a:lvl1pPr marR="0" lvl="0" algn="ctr" rtl="0">
              <a:lnSpc>
                <a:spcPct val="100000"/>
              </a:lnSpc>
              <a:spcBef>
                <a:spcPts val="0"/>
              </a:spcBef>
              <a:spcAft>
                <a:spcPts val="0"/>
              </a:spcAft>
              <a:buClr>
                <a:srgbClr val="000000"/>
              </a:buClr>
              <a:buSzPts val="2800"/>
              <a:buFont typeface="Helvetica Neue"/>
              <a:buNone/>
              <a:defRPr sz="3733" b="0"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9pPr>
          </a:lstStyle>
          <a:p>
            <a:endParaRPr/>
          </a:p>
        </p:txBody>
      </p:sp>
      <p:pic>
        <p:nvPicPr>
          <p:cNvPr id="179" name="Google Shape;179;p44" descr="cc.large.png"/>
          <p:cNvPicPr preferRelativeResize="0"/>
          <p:nvPr/>
        </p:nvPicPr>
        <p:blipFill rotWithShape="1">
          <a:blip r:embed="rId2">
            <a:alphaModFix/>
          </a:blip>
          <a:srcRect/>
          <a:stretch/>
        </p:blipFill>
        <p:spPr>
          <a:xfrm>
            <a:off x="4790125" y="932424"/>
            <a:ext cx="2611753" cy="2611752"/>
          </a:xfrm>
          <a:prstGeom prst="rect">
            <a:avLst/>
          </a:prstGeom>
          <a:noFill/>
          <a:ln>
            <a:noFill/>
          </a:ln>
        </p:spPr>
      </p:pic>
      <p:sp>
        <p:nvSpPr>
          <p:cNvPr id="180" name="Google Shape;180;p44"/>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3293376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matchingName="Monthly donations 2014 - 2017">
  <p:cSld name="Monthly donations 2014 - 2017">
    <p:bg>
      <p:bgPr>
        <a:solidFill>
          <a:srgbClr val="E9E9E9"/>
        </a:solidFill>
        <a:effectLst/>
      </p:bgPr>
    </p:bg>
    <p:spTree>
      <p:nvGrpSpPr>
        <p:cNvPr id="1" name="Shape 181"/>
        <p:cNvGrpSpPr/>
        <p:nvPr/>
      </p:nvGrpSpPr>
      <p:grpSpPr>
        <a:xfrm>
          <a:off x="0" y="0"/>
          <a:ext cx="0" cy="0"/>
          <a:chOff x="0" y="0"/>
          <a:chExt cx="0" cy="0"/>
        </a:xfrm>
      </p:grpSpPr>
      <p:sp>
        <p:nvSpPr>
          <p:cNvPr id="182" name="Google Shape;182;p45"/>
          <p:cNvSpPr txBox="1">
            <a:spLocks noGrp="1"/>
          </p:cNvSpPr>
          <p:nvPr>
            <p:ph type="title"/>
          </p:nvPr>
        </p:nvSpPr>
        <p:spPr>
          <a:xfrm>
            <a:off x="844551" y="444500"/>
            <a:ext cx="10502800" cy="1206400"/>
          </a:xfrm>
          <a:prstGeom prst="rect">
            <a:avLst/>
          </a:prstGeom>
          <a:noFill/>
          <a:ln>
            <a:noFill/>
          </a:ln>
        </p:spPr>
        <p:txBody>
          <a:bodyPr spcFirstLastPara="1" wrap="square" lIns="34275" tIns="34275" rIns="34275" bIns="34275" anchor="t" anchorCtr="0">
            <a:noAutofit/>
          </a:bodyPr>
          <a:lstStyle>
            <a:lvl1pPr marR="0" lvl="0" algn="l" rtl="0">
              <a:lnSpc>
                <a:spcPct val="80000"/>
              </a:lnSpc>
              <a:spcBef>
                <a:spcPts val="0"/>
              </a:spcBef>
              <a:spcAft>
                <a:spcPts val="0"/>
              </a:spcAft>
              <a:buClr>
                <a:srgbClr val="000000"/>
              </a:buClr>
              <a:buSzPts val="2800"/>
              <a:buFont typeface="Helvetica Neue"/>
              <a:buNone/>
              <a:defRPr sz="3733" b="1"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9pPr>
          </a:lstStyle>
          <a:p>
            <a:endParaRPr/>
          </a:p>
        </p:txBody>
      </p:sp>
      <p:pic>
        <p:nvPicPr>
          <p:cNvPr id="183" name="Google Shape;183;p45" descr="cc.large.png"/>
          <p:cNvPicPr preferRelativeResize="0"/>
          <p:nvPr/>
        </p:nvPicPr>
        <p:blipFill rotWithShape="1">
          <a:blip r:embed="rId2">
            <a:alphaModFix/>
          </a:blip>
          <a:srcRect/>
          <a:stretch/>
        </p:blipFill>
        <p:spPr>
          <a:xfrm>
            <a:off x="11121123" y="308086"/>
            <a:ext cx="759261" cy="759261"/>
          </a:xfrm>
          <a:prstGeom prst="rect">
            <a:avLst/>
          </a:prstGeom>
          <a:noFill/>
          <a:ln>
            <a:noFill/>
          </a:ln>
        </p:spPr>
      </p:pic>
      <p:pic>
        <p:nvPicPr>
          <p:cNvPr id="184" name="Google Shape;184;p45"/>
          <p:cNvPicPr preferRelativeResize="0"/>
          <p:nvPr/>
        </p:nvPicPr>
        <p:blipFill rotWithShape="1">
          <a:blip r:embed="rId3">
            <a:alphaModFix/>
          </a:blip>
          <a:srcRect/>
          <a:stretch/>
        </p:blipFill>
        <p:spPr>
          <a:xfrm>
            <a:off x="897959" y="1533724"/>
            <a:ext cx="10298400" cy="4521200"/>
          </a:xfrm>
          <a:prstGeom prst="rect">
            <a:avLst/>
          </a:prstGeom>
          <a:noFill/>
          <a:ln>
            <a:noFill/>
          </a:ln>
        </p:spPr>
      </p:pic>
      <p:sp>
        <p:nvSpPr>
          <p:cNvPr id="185" name="Google Shape;185;p45"/>
          <p:cNvSpPr txBox="1">
            <a:spLocks noGrp="1"/>
          </p:cNvSpPr>
          <p:nvPr>
            <p:ph type="sldNum" idx="12"/>
          </p:nvPr>
        </p:nvSpPr>
        <p:spPr>
          <a:xfrm>
            <a:off x="5970497" y="6508751"/>
            <a:ext cx="254000" cy="260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1pPr>
            <a:lvl2pPr marL="0" marR="0" lvl="1"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2pPr>
            <a:lvl3pPr marL="0" marR="0" lvl="2"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3pPr>
            <a:lvl4pPr marL="0" marR="0" lvl="3"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4pPr>
            <a:lvl5pPr marL="0" marR="0" lvl="4"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5pPr>
            <a:lvl6pPr marL="0" marR="0" lvl="5"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6pPr>
            <a:lvl7pPr marL="0" marR="0" lvl="6"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7pPr>
            <a:lvl8pPr marL="0" marR="0" lvl="7"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8pPr>
            <a:lvl9pPr marL="0" marR="0" lvl="8"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9pPr>
          </a:lstStyle>
          <a:p>
            <a:fld id="{00000000-1234-1234-1234-123412341234}" type="slidenum">
              <a:rPr lang="en" smtClean="0"/>
              <a:pPr/>
              <a:t>‹#›</a:t>
            </a:fld>
            <a:endParaRPr lang="en" b="0">
              <a:solidFill>
                <a:srgbClr val="000000"/>
              </a:solidFill>
              <a:latin typeface="Helvetica Neue Light"/>
              <a:ea typeface="Helvetica Neue Light"/>
              <a:cs typeface="Helvetica Neue Light"/>
              <a:sym typeface="Helvetica Neue Light"/>
            </a:endParaRPr>
          </a:p>
        </p:txBody>
      </p:sp>
    </p:spTree>
    <p:extLst>
      <p:ext uri="{BB962C8B-B14F-4D97-AF65-F5344CB8AC3E}">
        <p14:creationId xmlns:p14="http://schemas.microsoft.com/office/powerpoint/2010/main" val="202447395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matchingName="FR plan and actual">
  <p:cSld name="FR plan and actual">
    <p:bg>
      <p:bgPr>
        <a:solidFill>
          <a:srgbClr val="E9E9E9"/>
        </a:solidFill>
        <a:effectLst/>
      </p:bgPr>
    </p:bg>
    <p:spTree>
      <p:nvGrpSpPr>
        <p:cNvPr id="1" name="Shape 186"/>
        <p:cNvGrpSpPr/>
        <p:nvPr/>
      </p:nvGrpSpPr>
      <p:grpSpPr>
        <a:xfrm>
          <a:off x="0" y="0"/>
          <a:ext cx="0" cy="0"/>
          <a:chOff x="0" y="0"/>
          <a:chExt cx="0" cy="0"/>
        </a:xfrm>
      </p:grpSpPr>
      <p:sp>
        <p:nvSpPr>
          <p:cNvPr id="187" name="Google Shape;187;p46"/>
          <p:cNvSpPr txBox="1">
            <a:spLocks noGrp="1"/>
          </p:cNvSpPr>
          <p:nvPr>
            <p:ph type="title"/>
          </p:nvPr>
        </p:nvSpPr>
        <p:spPr>
          <a:xfrm>
            <a:off x="844551" y="444500"/>
            <a:ext cx="10502800" cy="1206400"/>
          </a:xfrm>
          <a:prstGeom prst="rect">
            <a:avLst/>
          </a:prstGeom>
          <a:noFill/>
          <a:ln>
            <a:noFill/>
          </a:ln>
        </p:spPr>
        <p:txBody>
          <a:bodyPr spcFirstLastPara="1" wrap="square" lIns="34275" tIns="34275" rIns="34275" bIns="34275" anchor="t" anchorCtr="0">
            <a:noAutofit/>
          </a:bodyPr>
          <a:lstStyle>
            <a:lvl1pPr marR="0" lvl="0" algn="l" rtl="0">
              <a:lnSpc>
                <a:spcPct val="80000"/>
              </a:lnSpc>
              <a:spcBef>
                <a:spcPts val="0"/>
              </a:spcBef>
              <a:spcAft>
                <a:spcPts val="0"/>
              </a:spcAft>
              <a:buClr>
                <a:srgbClr val="000000"/>
              </a:buClr>
              <a:buSzPts val="2800"/>
              <a:buFont typeface="Helvetica Neue"/>
              <a:buNone/>
              <a:defRPr sz="3733" b="1"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9pPr>
          </a:lstStyle>
          <a:p>
            <a:endParaRPr/>
          </a:p>
        </p:txBody>
      </p:sp>
      <p:pic>
        <p:nvPicPr>
          <p:cNvPr id="188" name="Google Shape;188;p46" descr="cc.large.png"/>
          <p:cNvPicPr preferRelativeResize="0"/>
          <p:nvPr/>
        </p:nvPicPr>
        <p:blipFill rotWithShape="1">
          <a:blip r:embed="rId2">
            <a:alphaModFix/>
          </a:blip>
          <a:srcRect/>
          <a:stretch/>
        </p:blipFill>
        <p:spPr>
          <a:xfrm>
            <a:off x="11121123" y="308086"/>
            <a:ext cx="759261" cy="759261"/>
          </a:xfrm>
          <a:prstGeom prst="rect">
            <a:avLst/>
          </a:prstGeom>
          <a:noFill/>
          <a:ln>
            <a:noFill/>
          </a:ln>
        </p:spPr>
      </p:pic>
      <p:pic>
        <p:nvPicPr>
          <p:cNvPr id="189" name="Google Shape;189;p46"/>
          <p:cNvPicPr preferRelativeResize="0"/>
          <p:nvPr/>
        </p:nvPicPr>
        <p:blipFill rotWithShape="1">
          <a:blip r:embed="rId3">
            <a:alphaModFix/>
          </a:blip>
          <a:srcRect/>
          <a:stretch/>
        </p:blipFill>
        <p:spPr>
          <a:xfrm>
            <a:off x="789819" y="1210413"/>
            <a:ext cx="10596800" cy="4774400"/>
          </a:xfrm>
          <a:prstGeom prst="rect">
            <a:avLst/>
          </a:prstGeom>
          <a:noFill/>
          <a:ln>
            <a:noFill/>
          </a:ln>
        </p:spPr>
      </p:pic>
      <p:pic>
        <p:nvPicPr>
          <p:cNvPr id="190" name="Google Shape;190;p46"/>
          <p:cNvPicPr preferRelativeResize="0"/>
          <p:nvPr/>
        </p:nvPicPr>
        <p:blipFill rotWithShape="1">
          <a:blip r:embed="rId4">
            <a:alphaModFix/>
          </a:blip>
          <a:srcRect/>
          <a:stretch/>
        </p:blipFill>
        <p:spPr>
          <a:xfrm>
            <a:off x="2080441" y="1794617"/>
            <a:ext cx="9918400" cy="4190400"/>
          </a:xfrm>
          <a:prstGeom prst="rect">
            <a:avLst/>
          </a:prstGeom>
          <a:noFill/>
          <a:ln>
            <a:noFill/>
          </a:ln>
        </p:spPr>
      </p:pic>
      <p:sp>
        <p:nvSpPr>
          <p:cNvPr id="191" name="Google Shape;191;p46"/>
          <p:cNvSpPr txBox="1">
            <a:spLocks noGrp="1"/>
          </p:cNvSpPr>
          <p:nvPr>
            <p:ph type="sldNum" idx="12"/>
          </p:nvPr>
        </p:nvSpPr>
        <p:spPr>
          <a:xfrm>
            <a:off x="5970497" y="6508751"/>
            <a:ext cx="254000" cy="260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1pPr>
            <a:lvl2pPr marL="0" marR="0" lvl="1"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2pPr>
            <a:lvl3pPr marL="0" marR="0" lvl="2"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3pPr>
            <a:lvl4pPr marL="0" marR="0" lvl="3"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4pPr>
            <a:lvl5pPr marL="0" marR="0" lvl="4"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5pPr>
            <a:lvl6pPr marL="0" marR="0" lvl="5"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6pPr>
            <a:lvl7pPr marL="0" marR="0" lvl="6"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7pPr>
            <a:lvl8pPr marL="0" marR="0" lvl="7"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8pPr>
            <a:lvl9pPr marL="0" marR="0" lvl="8"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9pPr>
          </a:lstStyle>
          <a:p>
            <a:fld id="{00000000-1234-1234-1234-123412341234}" type="slidenum">
              <a:rPr lang="en" smtClean="0"/>
              <a:pPr/>
              <a:t>‹#›</a:t>
            </a:fld>
            <a:endParaRPr lang="en" b="0">
              <a:solidFill>
                <a:srgbClr val="000000"/>
              </a:solidFill>
              <a:latin typeface="Helvetica Neue Light"/>
              <a:ea typeface="Helvetica Neue Light"/>
              <a:cs typeface="Helvetica Neue Light"/>
              <a:sym typeface="Helvetica Neue Light"/>
            </a:endParaRPr>
          </a:p>
        </p:txBody>
      </p:sp>
    </p:spTree>
    <p:extLst>
      <p:ext uri="{BB962C8B-B14F-4D97-AF65-F5344CB8AC3E}">
        <p14:creationId xmlns:p14="http://schemas.microsoft.com/office/powerpoint/2010/main" val="255979179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matchingName="Table format">
  <p:cSld name="Table format">
    <p:bg>
      <p:bgPr>
        <a:solidFill>
          <a:srgbClr val="E9E9E9"/>
        </a:solidFill>
        <a:effectLst/>
      </p:bgPr>
    </p:bg>
    <p:spTree>
      <p:nvGrpSpPr>
        <p:cNvPr id="1" name="Shape 192"/>
        <p:cNvGrpSpPr/>
        <p:nvPr/>
      </p:nvGrpSpPr>
      <p:grpSpPr>
        <a:xfrm>
          <a:off x="0" y="0"/>
          <a:ext cx="0" cy="0"/>
          <a:chOff x="0" y="0"/>
          <a:chExt cx="0" cy="0"/>
        </a:xfrm>
      </p:grpSpPr>
      <p:sp>
        <p:nvSpPr>
          <p:cNvPr id="193" name="Google Shape;193;p47"/>
          <p:cNvSpPr txBox="1">
            <a:spLocks noGrp="1"/>
          </p:cNvSpPr>
          <p:nvPr>
            <p:ph type="title"/>
          </p:nvPr>
        </p:nvSpPr>
        <p:spPr>
          <a:xfrm>
            <a:off x="844551" y="444500"/>
            <a:ext cx="10502800" cy="1206400"/>
          </a:xfrm>
          <a:prstGeom prst="rect">
            <a:avLst/>
          </a:prstGeom>
          <a:noFill/>
          <a:ln>
            <a:noFill/>
          </a:ln>
        </p:spPr>
        <p:txBody>
          <a:bodyPr spcFirstLastPara="1" wrap="square" lIns="34275" tIns="34275" rIns="34275" bIns="34275" anchor="t" anchorCtr="0">
            <a:noAutofit/>
          </a:bodyPr>
          <a:lstStyle>
            <a:lvl1pPr marR="0" lvl="0" algn="l" rtl="0">
              <a:lnSpc>
                <a:spcPct val="80000"/>
              </a:lnSpc>
              <a:spcBef>
                <a:spcPts val="0"/>
              </a:spcBef>
              <a:spcAft>
                <a:spcPts val="0"/>
              </a:spcAft>
              <a:buClr>
                <a:srgbClr val="000000"/>
              </a:buClr>
              <a:buSzPts val="2800"/>
              <a:buFont typeface="Helvetica Neue"/>
              <a:buNone/>
              <a:defRPr sz="3733" b="1"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FFFFFF"/>
              </a:buClr>
              <a:buSzPts val="3400"/>
              <a:buFont typeface="Helvetica Neue"/>
              <a:buNone/>
              <a:defRPr sz="4533" b="1" i="0" u="none" strike="noStrike" cap="none">
                <a:solidFill>
                  <a:srgbClr val="FFFFFF"/>
                </a:solidFill>
                <a:latin typeface="Helvetica Neue"/>
                <a:ea typeface="Helvetica Neue"/>
                <a:cs typeface="Helvetica Neue"/>
                <a:sym typeface="Helvetica Neue"/>
              </a:defRPr>
            </a:lvl9pPr>
          </a:lstStyle>
          <a:p>
            <a:endParaRPr/>
          </a:p>
        </p:txBody>
      </p:sp>
      <p:pic>
        <p:nvPicPr>
          <p:cNvPr id="194" name="Google Shape;194;p47" descr="cc.large.png"/>
          <p:cNvPicPr preferRelativeResize="0"/>
          <p:nvPr/>
        </p:nvPicPr>
        <p:blipFill rotWithShape="1">
          <a:blip r:embed="rId2">
            <a:alphaModFix/>
          </a:blip>
          <a:srcRect/>
          <a:stretch/>
        </p:blipFill>
        <p:spPr>
          <a:xfrm>
            <a:off x="11121123" y="308086"/>
            <a:ext cx="759261" cy="759261"/>
          </a:xfrm>
          <a:prstGeom prst="rect">
            <a:avLst/>
          </a:prstGeom>
          <a:noFill/>
          <a:ln>
            <a:noFill/>
          </a:ln>
        </p:spPr>
      </p:pic>
      <p:graphicFrame>
        <p:nvGraphicFramePr>
          <p:cNvPr id="195" name="Google Shape;195;p47"/>
          <p:cNvGraphicFramePr/>
          <p:nvPr/>
        </p:nvGraphicFramePr>
        <p:xfrm>
          <a:off x="1005583" y="2172657"/>
          <a:ext cx="10180833" cy="3566732"/>
        </p:xfrm>
        <a:graphic>
          <a:graphicData uri="http://schemas.openxmlformats.org/drawingml/2006/table">
            <a:tbl>
              <a:tblPr firstRow="1">
                <a:noFill/>
              </a:tblPr>
              <a:tblGrid>
                <a:gridCol w="2195500">
                  <a:extLst>
                    <a:ext uri="{9D8B030D-6E8A-4147-A177-3AD203B41FA5}">
                      <a16:colId xmlns:a16="http://schemas.microsoft.com/office/drawing/2014/main" val="20000"/>
                    </a:ext>
                  </a:extLst>
                </a:gridCol>
                <a:gridCol w="2745667">
                  <a:extLst>
                    <a:ext uri="{9D8B030D-6E8A-4147-A177-3AD203B41FA5}">
                      <a16:colId xmlns:a16="http://schemas.microsoft.com/office/drawing/2014/main" val="20001"/>
                    </a:ext>
                  </a:extLst>
                </a:gridCol>
                <a:gridCol w="2619833">
                  <a:extLst>
                    <a:ext uri="{9D8B030D-6E8A-4147-A177-3AD203B41FA5}">
                      <a16:colId xmlns:a16="http://schemas.microsoft.com/office/drawing/2014/main" val="20002"/>
                    </a:ext>
                  </a:extLst>
                </a:gridCol>
                <a:gridCol w="2619833">
                  <a:extLst>
                    <a:ext uri="{9D8B030D-6E8A-4147-A177-3AD203B41FA5}">
                      <a16:colId xmlns:a16="http://schemas.microsoft.com/office/drawing/2014/main" val="20003"/>
                    </a:ext>
                  </a:extLst>
                </a:gridCol>
              </a:tblGrid>
              <a:tr h="448300">
                <a:tc>
                  <a:txBody>
                    <a:bodyPr/>
                    <a:lstStyle/>
                    <a:p>
                      <a:pPr marL="0" marR="0" lvl="0" indent="0" algn="ctr" rtl="0">
                        <a:lnSpc>
                          <a:spcPct val="100000"/>
                        </a:lnSpc>
                        <a:spcBef>
                          <a:spcPts val="0"/>
                        </a:spcBef>
                        <a:spcAft>
                          <a:spcPts val="0"/>
                        </a:spcAft>
                        <a:buClr>
                          <a:schemeClr val="dk1"/>
                        </a:buClr>
                        <a:buSzPts val="1400"/>
                        <a:buFont typeface="Helvetica Neue Light"/>
                        <a:buNone/>
                      </a:pPr>
                      <a:endParaRPr sz="1900" u="none" strike="noStrike" cap="none"/>
                    </a:p>
                  </a:txBody>
                  <a:tcPr marL="25400" marR="25400" marT="25400" marB="25400" anchor="ctr">
                    <a:solidFill>
                      <a:srgbClr val="03BDDF"/>
                    </a:solidFill>
                  </a:tcPr>
                </a:tc>
                <a:tc>
                  <a:txBody>
                    <a:bodyPr/>
                    <a:lstStyle/>
                    <a:p>
                      <a:pPr marL="0" marR="0" lvl="0" indent="0" algn="ctr" rtl="0">
                        <a:lnSpc>
                          <a:spcPct val="100000"/>
                        </a:lnSpc>
                        <a:spcBef>
                          <a:spcPts val="0"/>
                        </a:spcBef>
                        <a:spcAft>
                          <a:spcPts val="0"/>
                        </a:spcAft>
                        <a:buClr>
                          <a:srgbClr val="FFFFFF"/>
                        </a:buClr>
                        <a:buSzPts val="1400"/>
                        <a:buFont typeface="Helvetica Neue Light"/>
                        <a:buNone/>
                      </a:pPr>
                      <a:r>
                        <a:rPr lang="en" sz="1900" b="1" u="none" strike="noStrike" cap="none">
                          <a:solidFill>
                            <a:srgbClr val="FFFFFF"/>
                          </a:solidFill>
                        </a:rPr>
                        <a:t>2013</a:t>
                      </a:r>
                      <a:endParaRPr sz="700"/>
                    </a:p>
                  </a:txBody>
                  <a:tcPr marL="25400" marR="25400" marT="25400" marB="25400" anchor="ctr">
                    <a:solidFill>
                      <a:srgbClr val="03BDDF"/>
                    </a:solidFill>
                  </a:tcPr>
                </a:tc>
                <a:tc>
                  <a:txBody>
                    <a:bodyPr/>
                    <a:lstStyle/>
                    <a:p>
                      <a:pPr marL="0" marR="0" lvl="0" indent="0" algn="ctr" rtl="0">
                        <a:lnSpc>
                          <a:spcPct val="100000"/>
                        </a:lnSpc>
                        <a:spcBef>
                          <a:spcPts val="0"/>
                        </a:spcBef>
                        <a:spcAft>
                          <a:spcPts val="0"/>
                        </a:spcAft>
                        <a:buClr>
                          <a:srgbClr val="FFFFFF"/>
                        </a:buClr>
                        <a:buSzPts val="1400"/>
                        <a:buFont typeface="Helvetica Neue Light"/>
                        <a:buNone/>
                      </a:pPr>
                      <a:r>
                        <a:rPr lang="en" sz="1900" b="1" u="none" strike="noStrike" cap="none">
                          <a:solidFill>
                            <a:srgbClr val="FFFFFF"/>
                          </a:solidFill>
                        </a:rPr>
                        <a:t>2015</a:t>
                      </a:r>
                      <a:endParaRPr sz="700"/>
                    </a:p>
                  </a:txBody>
                  <a:tcPr marL="25400" marR="25400" marT="25400" marB="25400" anchor="ctr">
                    <a:solidFill>
                      <a:srgbClr val="03BDDF"/>
                    </a:solidFill>
                  </a:tcPr>
                </a:tc>
                <a:tc>
                  <a:txBody>
                    <a:bodyPr/>
                    <a:lstStyle/>
                    <a:p>
                      <a:pPr marL="0" marR="0" lvl="0" indent="0" algn="ctr" rtl="0">
                        <a:lnSpc>
                          <a:spcPct val="100000"/>
                        </a:lnSpc>
                        <a:spcBef>
                          <a:spcPts val="0"/>
                        </a:spcBef>
                        <a:spcAft>
                          <a:spcPts val="0"/>
                        </a:spcAft>
                        <a:buClr>
                          <a:srgbClr val="FFFFFF"/>
                        </a:buClr>
                        <a:buSzPts val="1400"/>
                        <a:buFont typeface="Helvetica Neue Light"/>
                        <a:buNone/>
                      </a:pPr>
                      <a:r>
                        <a:rPr lang="en" sz="1900" b="1" u="none" strike="noStrike" cap="none">
                          <a:solidFill>
                            <a:srgbClr val="FFFFFF"/>
                          </a:solidFill>
                        </a:rPr>
                        <a:t>2017</a:t>
                      </a:r>
                      <a:endParaRPr sz="700"/>
                    </a:p>
                  </a:txBody>
                  <a:tcPr marL="25400" marR="25400" marT="25400" marB="25400" anchor="ctr">
                    <a:solidFill>
                      <a:srgbClr val="03BDDF"/>
                    </a:solidFill>
                  </a:tcPr>
                </a:tc>
                <a:extLst>
                  <a:ext uri="{0D108BD9-81ED-4DB2-BD59-A6C34878D82A}">
                    <a16:rowId xmlns:a16="http://schemas.microsoft.com/office/drawing/2014/main" val="10000"/>
                  </a:ext>
                </a:extLst>
              </a:tr>
              <a:tr h="784633">
                <a:tc>
                  <a:txBody>
                    <a:bodyPr/>
                    <a:lstStyle/>
                    <a:p>
                      <a:pPr marL="0" marR="0" lvl="0" indent="0" algn="ctr" rtl="0">
                        <a:lnSpc>
                          <a:spcPct val="100000"/>
                        </a:lnSpc>
                        <a:spcBef>
                          <a:spcPts val="0"/>
                        </a:spcBef>
                        <a:spcAft>
                          <a:spcPts val="0"/>
                        </a:spcAft>
                        <a:buClr>
                          <a:srgbClr val="615E5A"/>
                        </a:buClr>
                        <a:buSzPts val="1400"/>
                        <a:buFont typeface="Helvetica Neue"/>
                        <a:buNone/>
                      </a:pPr>
                      <a:r>
                        <a:rPr lang="en" sz="1900" u="none" strike="noStrike" cap="none">
                          <a:solidFill>
                            <a:srgbClr val="615E5A"/>
                          </a:solidFill>
                          <a:latin typeface="Helvetica Neue"/>
                          <a:ea typeface="Helvetica Neue"/>
                          <a:cs typeface="Helvetica Neue"/>
                          <a:sym typeface="Helvetica Neue"/>
                        </a:rPr>
                        <a:t>Location</a:t>
                      </a:r>
                      <a:endParaRPr sz="700"/>
                    </a:p>
                  </a:txBody>
                  <a:tcPr marL="25400" marR="25400" marT="25400" marB="25400" anchor="ctr">
                    <a:lnL w="12700" cap="flat" cmpd="sng">
                      <a:solidFill>
                        <a:srgbClr val="606060"/>
                      </a:solidFill>
                      <a:prstDash val="solid"/>
                      <a:round/>
                      <a:headEnd type="none" w="sm" len="sm"/>
                      <a:tailEnd type="none" w="sm" len="sm"/>
                    </a:lnL>
                  </a:tcPr>
                </a:tc>
                <a:tc>
                  <a:txBody>
                    <a:bodyPr/>
                    <a:lstStyle/>
                    <a:p>
                      <a:pPr marL="50800" marR="0" lvl="0" indent="0" algn="ctr" rtl="0">
                        <a:lnSpc>
                          <a:spcPct val="100000"/>
                        </a:lnSpc>
                        <a:spcBef>
                          <a:spcPts val="0"/>
                        </a:spcBef>
                        <a:spcAft>
                          <a:spcPts val="0"/>
                        </a:spcAft>
                        <a:buClr>
                          <a:srgbClr val="615E5A"/>
                        </a:buClr>
                        <a:buSzPts val="1400"/>
                        <a:buFont typeface="Helvetica Neue"/>
                        <a:buNone/>
                      </a:pPr>
                      <a:r>
                        <a:rPr lang="en" sz="1900" u="none" strike="noStrike" cap="none">
                          <a:solidFill>
                            <a:srgbClr val="615E5A"/>
                          </a:solidFill>
                          <a:latin typeface="Helvetica Neue"/>
                          <a:ea typeface="Helvetica Neue"/>
                          <a:cs typeface="Helvetica Neue"/>
                          <a:sym typeface="Helvetica Neue"/>
                        </a:rPr>
                        <a:t>Buenos Aires, Argentina</a:t>
                      </a:r>
                      <a:endParaRPr sz="700"/>
                    </a:p>
                  </a:txBody>
                  <a:tcPr marL="25400" marR="25400" marT="25400" marB="25400" anchor="ctr"/>
                </a:tc>
                <a:tc>
                  <a:txBody>
                    <a:bodyPr/>
                    <a:lstStyle/>
                    <a:p>
                      <a:pPr marL="50800" marR="0" lvl="0" indent="0" algn="ctr" rtl="0">
                        <a:lnSpc>
                          <a:spcPct val="100000"/>
                        </a:lnSpc>
                        <a:spcBef>
                          <a:spcPts val="0"/>
                        </a:spcBef>
                        <a:spcAft>
                          <a:spcPts val="0"/>
                        </a:spcAft>
                        <a:buClr>
                          <a:srgbClr val="615E5A"/>
                        </a:buClr>
                        <a:buSzPts val="1400"/>
                        <a:buFont typeface="Helvetica Neue"/>
                        <a:buNone/>
                      </a:pPr>
                      <a:r>
                        <a:rPr lang="en" sz="1900" u="none" strike="noStrike" cap="none">
                          <a:solidFill>
                            <a:srgbClr val="615E5A"/>
                          </a:solidFill>
                          <a:latin typeface="Helvetica Neue"/>
                          <a:ea typeface="Helvetica Neue"/>
                          <a:cs typeface="Helvetica Neue"/>
                          <a:sym typeface="Helvetica Neue"/>
                        </a:rPr>
                        <a:t>Seoul, South Korea</a:t>
                      </a:r>
                      <a:endParaRPr sz="700"/>
                    </a:p>
                  </a:txBody>
                  <a:tcPr marL="25400" marR="25400" marT="25400" marB="25400" anchor="ctr"/>
                </a:tc>
                <a:tc>
                  <a:txBody>
                    <a:bodyPr/>
                    <a:lstStyle/>
                    <a:p>
                      <a:pPr marL="50800" marR="0" lvl="0" indent="0" algn="ctr" rtl="0">
                        <a:lnSpc>
                          <a:spcPct val="100000"/>
                        </a:lnSpc>
                        <a:spcBef>
                          <a:spcPts val="0"/>
                        </a:spcBef>
                        <a:spcAft>
                          <a:spcPts val="0"/>
                        </a:spcAft>
                        <a:buClr>
                          <a:srgbClr val="615E5A"/>
                        </a:buClr>
                        <a:buSzPts val="1400"/>
                        <a:buFont typeface="Helvetica Neue"/>
                        <a:buNone/>
                      </a:pPr>
                      <a:r>
                        <a:rPr lang="en" sz="1900" u="none" strike="noStrike" cap="none">
                          <a:solidFill>
                            <a:srgbClr val="615E5A"/>
                          </a:solidFill>
                          <a:latin typeface="Helvetica Neue"/>
                          <a:ea typeface="Helvetica Neue"/>
                          <a:cs typeface="Helvetica Neue"/>
                          <a:sym typeface="Helvetica Neue"/>
                        </a:rPr>
                        <a:t>Toronto, Canada</a:t>
                      </a:r>
                      <a:endParaRPr sz="700"/>
                    </a:p>
                  </a:txBody>
                  <a:tcPr marL="25400" marR="25400" marT="25400" marB="25400" anchor="ctr">
                    <a:lnR w="12700" cap="flat" cmpd="sng">
                      <a:solidFill>
                        <a:srgbClr val="606060"/>
                      </a:solidFill>
                      <a:prstDash val="solid"/>
                      <a:round/>
                      <a:headEnd type="none" w="sm" len="sm"/>
                      <a:tailEnd type="none" w="sm" len="sm"/>
                    </a:lnR>
                  </a:tcPr>
                </a:tc>
                <a:extLst>
                  <a:ext uri="{0D108BD9-81ED-4DB2-BD59-A6C34878D82A}">
                    <a16:rowId xmlns:a16="http://schemas.microsoft.com/office/drawing/2014/main" val="10001"/>
                  </a:ext>
                </a:extLst>
              </a:tr>
              <a:tr h="777933">
                <a:tc>
                  <a:txBody>
                    <a:bodyPr/>
                    <a:lstStyle/>
                    <a:p>
                      <a:pPr marL="0" marR="0" lvl="0" indent="0" algn="ctr" rtl="0">
                        <a:lnSpc>
                          <a:spcPct val="100000"/>
                        </a:lnSpc>
                        <a:spcBef>
                          <a:spcPts val="0"/>
                        </a:spcBef>
                        <a:spcAft>
                          <a:spcPts val="0"/>
                        </a:spcAft>
                        <a:buClr>
                          <a:srgbClr val="615E5A"/>
                        </a:buClr>
                        <a:buSzPts val="1400"/>
                        <a:buFont typeface="Helvetica Neue"/>
                        <a:buNone/>
                      </a:pPr>
                      <a:r>
                        <a:rPr lang="en" sz="1900" u="none" strike="noStrike" cap="none">
                          <a:solidFill>
                            <a:srgbClr val="615E5A"/>
                          </a:solidFill>
                          <a:latin typeface="Helvetica Neue"/>
                          <a:ea typeface="Helvetica Neue"/>
                          <a:cs typeface="Helvetica Neue"/>
                          <a:sym typeface="Helvetica Neue"/>
                        </a:rPr>
                        <a:t>Attendees</a:t>
                      </a:r>
                      <a:endParaRPr sz="700"/>
                    </a:p>
                  </a:txBody>
                  <a:tcPr marL="25400" marR="25400" marT="25400" marB="25400" anchor="ctr">
                    <a:lnL w="12700" cap="flat" cmpd="sng">
                      <a:solidFill>
                        <a:srgbClr val="606060"/>
                      </a:solidFill>
                      <a:prstDash val="solid"/>
                      <a:round/>
                      <a:headEnd type="none" w="sm" len="sm"/>
                      <a:tailEnd type="none" w="sm" len="sm"/>
                    </a:lnL>
                  </a:tcPr>
                </a:tc>
                <a:tc>
                  <a:txBody>
                    <a:bodyPr/>
                    <a:lstStyle/>
                    <a:p>
                      <a:pPr marL="50800" marR="0" lvl="0" indent="0" algn="ctr" rtl="0">
                        <a:lnSpc>
                          <a:spcPct val="100000"/>
                        </a:lnSpc>
                        <a:spcBef>
                          <a:spcPts val="0"/>
                        </a:spcBef>
                        <a:spcAft>
                          <a:spcPts val="0"/>
                        </a:spcAft>
                        <a:buClr>
                          <a:srgbClr val="615E5A"/>
                        </a:buClr>
                        <a:buSzPts val="1400"/>
                        <a:buFont typeface="Helvetica Neue"/>
                        <a:buNone/>
                      </a:pPr>
                      <a:r>
                        <a:rPr lang="en" sz="1900" u="none" strike="noStrike" cap="none">
                          <a:solidFill>
                            <a:srgbClr val="615E5A"/>
                          </a:solidFill>
                          <a:latin typeface="Helvetica Neue"/>
                          <a:ea typeface="Helvetica Neue"/>
                          <a:cs typeface="Helvetica Neue"/>
                          <a:sym typeface="Helvetica Neue"/>
                        </a:rPr>
                        <a:t>266</a:t>
                      </a:r>
                      <a:endParaRPr sz="700"/>
                    </a:p>
                  </a:txBody>
                  <a:tcPr marL="25400" marR="25400" marT="25400" marB="25400" anchor="ctr"/>
                </a:tc>
                <a:tc>
                  <a:txBody>
                    <a:bodyPr/>
                    <a:lstStyle/>
                    <a:p>
                      <a:pPr marL="50800" marR="0" lvl="0" indent="0" algn="ctr" rtl="0">
                        <a:lnSpc>
                          <a:spcPct val="100000"/>
                        </a:lnSpc>
                        <a:spcBef>
                          <a:spcPts val="0"/>
                        </a:spcBef>
                        <a:spcAft>
                          <a:spcPts val="0"/>
                        </a:spcAft>
                        <a:buClr>
                          <a:srgbClr val="615E5A"/>
                        </a:buClr>
                        <a:buSzPts val="1400"/>
                        <a:buFont typeface="Helvetica Neue"/>
                        <a:buNone/>
                      </a:pPr>
                      <a:r>
                        <a:rPr lang="en" sz="1900" u="none" strike="noStrike" cap="none">
                          <a:solidFill>
                            <a:srgbClr val="615E5A"/>
                          </a:solidFill>
                          <a:latin typeface="Helvetica Neue"/>
                          <a:ea typeface="Helvetica Neue"/>
                          <a:cs typeface="Helvetica Neue"/>
                          <a:sym typeface="Helvetica Neue"/>
                        </a:rPr>
                        <a:t>300</a:t>
                      </a:r>
                      <a:endParaRPr sz="700"/>
                    </a:p>
                  </a:txBody>
                  <a:tcPr marL="25400" marR="25400" marT="25400" marB="25400" anchor="ctr"/>
                </a:tc>
                <a:tc>
                  <a:txBody>
                    <a:bodyPr/>
                    <a:lstStyle/>
                    <a:p>
                      <a:pPr marL="50800" marR="0" lvl="0" indent="0" algn="ctr" rtl="0">
                        <a:lnSpc>
                          <a:spcPct val="100000"/>
                        </a:lnSpc>
                        <a:spcBef>
                          <a:spcPts val="0"/>
                        </a:spcBef>
                        <a:spcAft>
                          <a:spcPts val="0"/>
                        </a:spcAft>
                        <a:buClr>
                          <a:srgbClr val="615E5A"/>
                        </a:buClr>
                        <a:buSzPts val="1400"/>
                        <a:buFont typeface="Helvetica Neue"/>
                        <a:buNone/>
                      </a:pPr>
                      <a:r>
                        <a:rPr lang="en" sz="1900" b="1" u="none" strike="noStrike" cap="none">
                          <a:solidFill>
                            <a:srgbClr val="615E5A"/>
                          </a:solidFill>
                          <a:latin typeface="Helvetica Neue"/>
                          <a:ea typeface="Helvetica Neue"/>
                          <a:cs typeface="Helvetica Neue"/>
                          <a:sym typeface="Helvetica Neue"/>
                        </a:rPr>
                        <a:t>397</a:t>
                      </a:r>
                      <a:endParaRPr sz="700"/>
                    </a:p>
                  </a:txBody>
                  <a:tcPr marL="25400" marR="25400" marT="25400" marB="25400" anchor="ctr">
                    <a:lnR w="12700" cap="flat" cmpd="sng">
                      <a:solidFill>
                        <a:srgbClr val="606060"/>
                      </a:solidFill>
                      <a:prstDash val="solid"/>
                      <a:round/>
                      <a:headEnd type="none" w="sm" len="sm"/>
                      <a:tailEnd type="none" w="sm" len="sm"/>
                    </a:lnR>
                  </a:tcPr>
                </a:tc>
                <a:extLst>
                  <a:ext uri="{0D108BD9-81ED-4DB2-BD59-A6C34878D82A}">
                    <a16:rowId xmlns:a16="http://schemas.microsoft.com/office/drawing/2014/main" val="10002"/>
                  </a:ext>
                </a:extLst>
              </a:tr>
              <a:tr h="777933">
                <a:tc>
                  <a:txBody>
                    <a:bodyPr/>
                    <a:lstStyle/>
                    <a:p>
                      <a:pPr marL="0" marR="0" lvl="0" indent="0" algn="ctr" rtl="0">
                        <a:lnSpc>
                          <a:spcPct val="100000"/>
                        </a:lnSpc>
                        <a:spcBef>
                          <a:spcPts val="0"/>
                        </a:spcBef>
                        <a:spcAft>
                          <a:spcPts val="0"/>
                        </a:spcAft>
                        <a:buClr>
                          <a:srgbClr val="615E5A"/>
                        </a:buClr>
                        <a:buSzPts val="1400"/>
                        <a:buFont typeface="Helvetica Neue"/>
                        <a:buNone/>
                      </a:pPr>
                      <a:r>
                        <a:rPr lang="en" sz="1900" u="none" strike="noStrike" cap="none">
                          <a:solidFill>
                            <a:srgbClr val="615E5A"/>
                          </a:solidFill>
                          <a:latin typeface="Helvetica Neue"/>
                          <a:ea typeface="Helvetica Neue"/>
                          <a:cs typeface="Helvetica Neue"/>
                          <a:sym typeface="Helvetica Neue"/>
                        </a:rPr>
                        <a:t>Scholarships</a:t>
                      </a:r>
                      <a:endParaRPr sz="700"/>
                    </a:p>
                  </a:txBody>
                  <a:tcPr marL="25400" marR="25400" marT="25400" marB="25400" anchor="ctr">
                    <a:lnL w="12700" cap="flat" cmpd="sng">
                      <a:solidFill>
                        <a:srgbClr val="606060"/>
                      </a:solidFill>
                      <a:prstDash val="solid"/>
                      <a:round/>
                      <a:headEnd type="none" w="sm" len="sm"/>
                      <a:tailEnd type="none" w="sm" len="sm"/>
                    </a:lnL>
                  </a:tcPr>
                </a:tc>
                <a:tc>
                  <a:txBody>
                    <a:bodyPr/>
                    <a:lstStyle/>
                    <a:p>
                      <a:pPr marL="50800" marR="0" lvl="0" indent="0" algn="ctr" rtl="0">
                        <a:lnSpc>
                          <a:spcPct val="100000"/>
                        </a:lnSpc>
                        <a:spcBef>
                          <a:spcPts val="0"/>
                        </a:spcBef>
                        <a:spcAft>
                          <a:spcPts val="0"/>
                        </a:spcAft>
                        <a:buClr>
                          <a:srgbClr val="615E5A"/>
                        </a:buClr>
                        <a:buSzPts val="1400"/>
                        <a:buFont typeface="Helvetica Neue"/>
                        <a:buNone/>
                      </a:pPr>
                      <a:r>
                        <a:rPr lang="en" sz="1900" u="none" strike="noStrike" cap="none">
                          <a:solidFill>
                            <a:srgbClr val="615E5A"/>
                          </a:solidFill>
                          <a:latin typeface="Helvetica Neue"/>
                          <a:ea typeface="Helvetica Neue"/>
                          <a:cs typeface="Helvetica Neue"/>
                          <a:sym typeface="Helvetica Neue"/>
                        </a:rPr>
                        <a:t>61</a:t>
                      </a:r>
                      <a:endParaRPr sz="700"/>
                    </a:p>
                  </a:txBody>
                  <a:tcPr marL="25400" marR="25400" marT="25400" marB="25400" anchor="ctr"/>
                </a:tc>
                <a:tc>
                  <a:txBody>
                    <a:bodyPr/>
                    <a:lstStyle/>
                    <a:p>
                      <a:pPr marL="50800" marR="0" lvl="0" indent="0" algn="ctr" rtl="0">
                        <a:lnSpc>
                          <a:spcPct val="100000"/>
                        </a:lnSpc>
                        <a:spcBef>
                          <a:spcPts val="0"/>
                        </a:spcBef>
                        <a:spcAft>
                          <a:spcPts val="0"/>
                        </a:spcAft>
                        <a:buClr>
                          <a:srgbClr val="615E5A"/>
                        </a:buClr>
                        <a:buSzPts val="1400"/>
                        <a:buFont typeface="Helvetica Neue"/>
                        <a:buNone/>
                      </a:pPr>
                      <a:r>
                        <a:rPr lang="en" sz="1900" u="none" strike="noStrike" cap="none">
                          <a:solidFill>
                            <a:srgbClr val="615E5A"/>
                          </a:solidFill>
                          <a:latin typeface="Helvetica Neue"/>
                          <a:ea typeface="Helvetica Neue"/>
                          <a:cs typeface="Helvetica Neue"/>
                          <a:sym typeface="Helvetica Neue"/>
                        </a:rPr>
                        <a:t>47</a:t>
                      </a:r>
                      <a:endParaRPr sz="700"/>
                    </a:p>
                  </a:txBody>
                  <a:tcPr marL="25400" marR="25400" marT="25400" marB="25400" anchor="ctr"/>
                </a:tc>
                <a:tc>
                  <a:txBody>
                    <a:bodyPr/>
                    <a:lstStyle/>
                    <a:p>
                      <a:pPr marL="50800" marR="0" lvl="0" indent="0" algn="ctr" rtl="0">
                        <a:lnSpc>
                          <a:spcPct val="100000"/>
                        </a:lnSpc>
                        <a:spcBef>
                          <a:spcPts val="0"/>
                        </a:spcBef>
                        <a:spcAft>
                          <a:spcPts val="0"/>
                        </a:spcAft>
                        <a:buClr>
                          <a:srgbClr val="615E5A"/>
                        </a:buClr>
                        <a:buSzPts val="1400"/>
                        <a:buFont typeface="Helvetica Neue"/>
                        <a:buNone/>
                      </a:pPr>
                      <a:r>
                        <a:rPr lang="en" sz="1900" b="1" u="none" strike="noStrike" cap="none">
                          <a:solidFill>
                            <a:srgbClr val="615E5A"/>
                          </a:solidFill>
                          <a:latin typeface="Helvetica Neue"/>
                          <a:ea typeface="Helvetica Neue"/>
                          <a:cs typeface="Helvetica Neue"/>
                          <a:sym typeface="Helvetica Neue"/>
                        </a:rPr>
                        <a:t>95</a:t>
                      </a:r>
                      <a:endParaRPr sz="700"/>
                    </a:p>
                  </a:txBody>
                  <a:tcPr marL="25400" marR="25400" marT="25400" marB="25400" anchor="ctr">
                    <a:lnR w="12700" cap="flat" cmpd="sng">
                      <a:solidFill>
                        <a:srgbClr val="606060"/>
                      </a:solidFill>
                      <a:prstDash val="solid"/>
                      <a:round/>
                      <a:headEnd type="none" w="sm" len="sm"/>
                      <a:tailEnd type="none" w="sm" len="sm"/>
                    </a:lnR>
                  </a:tcPr>
                </a:tc>
                <a:extLst>
                  <a:ext uri="{0D108BD9-81ED-4DB2-BD59-A6C34878D82A}">
                    <a16:rowId xmlns:a16="http://schemas.microsoft.com/office/drawing/2014/main" val="10003"/>
                  </a:ext>
                </a:extLst>
              </a:tr>
              <a:tr h="777933">
                <a:tc>
                  <a:txBody>
                    <a:bodyPr/>
                    <a:lstStyle/>
                    <a:p>
                      <a:pPr marL="0" marR="0" lvl="0" indent="0" algn="ctr" rtl="0">
                        <a:lnSpc>
                          <a:spcPct val="100000"/>
                        </a:lnSpc>
                        <a:spcBef>
                          <a:spcPts val="0"/>
                        </a:spcBef>
                        <a:spcAft>
                          <a:spcPts val="0"/>
                        </a:spcAft>
                        <a:buClr>
                          <a:srgbClr val="615E5A"/>
                        </a:buClr>
                        <a:buSzPts val="1400"/>
                        <a:buFont typeface="Helvetica Neue"/>
                        <a:buNone/>
                      </a:pPr>
                      <a:r>
                        <a:rPr lang="en" sz="1900" u="none" strike="noStrike" cap="none">
                          <a:solidFill>
                            <a:srgbClr val="615E5A"/>
                          </a:solidFill>
                          <a:latin typeface="Helvetica Neue"/>
                          <a:ea typeface="Helvetica Neue"/>
                          <a:cs typeface="Helvetica Neue"/>
                          <a:sym typeface="Helvetica Neue"/>
                        </a:rPr>
                        <a:t>Total investment</a:t>
                      </a:r>
                      <a:endParaRPr sz="700"/>
                    </a:p>
                  </a:txBody>
                  <a:tcPr marL="25400" marR="25400" marT="25400" marB="25400" anchor="ctr">
                    <a:lnL w="12700" cap="flat" cmpd="sng">
                      <a:solidFill>
                        <a:srgbClr val="606060"/>
                      </a:solidFill>
                      <a:prstDash val="solid"/>
                      <a:round/>
                      <a:headEnd type="none" w="sm" len="sm"/>
                      <a:tailEnd type="none" w="sm" len="sm"/>
                    </a:lnL>
                    <a:lnB w="12700" cap="flat" cmpd="sng">
                      <a:solidFill>
                        <a:srgbClr val="606060"/>
                      </a:solidFill>
                      <a:prstDash val="solid"/>
                      <a:round/>
                      <a:headEnd type="none" w="sm" len="sm"/>
                      <a:tailEnd type="none" w="sm" len="sm"/>
                    </a:lnB>
                  </a:tcPr>
                </a:tc>
                <a:tc>
                  <a:txBody>
                    <a:bodyPr/>
                    <a:lstStyle/>
                    <a:p>
                      <a:pPr marL="50800" marR="0" lvl="0" indent="0" algn="ctr" rtl="0">
                        <a:lnSpc>
                          <a:spcPct val="100000"/>
                        </a:lnSpc>
                        <a:spcBef>
                          <a:spcPts val="0"/>
                        </a:spcBef>
                        <a:spcAft>
                          <a:spcPts val="0"/>
                        </a:spcAft>
                        <a:buClr>
                          <a:srgbClr val="615E5A"/>
                        </a:buClr>
                        <a:buSzPts val="1400"/>
                        <a:buFont typeface="Helvetica Neue"/>
                        <a:buNone/>
                      </a:pPr>
                      <a:r>
                        <a:rPr lang="en" sz="1900" u="none" strike="noStrike" cap="none">
                          <a:solidFill>
                            <a:srgbClr val="615E5A"/>
                          </a:solidFill>
                          <a:latin typeface="Helvetica Neue"/>
                          <a:ea typeface="Helvetica Neue"/>
                          <a:cs typeface="Helvetica Neue"/>
                          <a:sym typeface="Helvetica Neue"/>
                        </a:rPr>
                        <a:t>$92,643.00</a:t>
                      </a:r>
                      <a:endParaRPr sz="700"/>
                    </a:p>
                  </a:txBody>
                  <a:tcPr marL="25400" marR="25400" marT="25400" marB="25400" anchor="ctr">
                    <a:lnB w="12700" cap="flat" cmpd="sng">
                      <a:solidFill>
                        <a:srgbClr val="606060"/>
                      </a:solidFill>
                      <a:prstDash val="solid"/>
                      <a:round/>
                      <a:headEnd type="none" w="sm" len="sm"/>
                      <a:tailEnd type="none" w="sm" len="sm"/>
                    </a:lnB>
                  </a:tcPr>
                </a:tc>
                <a:tc>
                  <a:txBody>
                    <a:bodyPr/>
                    <a:lstStyle/>
                    <a:p>
                      <a:pPr marL="50800" marR="0" lvl="0" indent="0" algn="ctr" rtl="0">
                        <a:lnSpc>
                          <a:spcPct val="100000"/>
                        </a:lnSpc>
                        <a:spcBef>
                          <a:spcPts val="0"/>
                        </a:spcBef>
                        <a:spcAft>
                          <a:spcPts val="0"/>
                        </a:spcAft>
                        <a:buClr>
                          <a:srgbClr val="615E5A"/>
                        </a:buClr>
                        <a:buSzPts val="1400"/>
                        <a:buFont typeface="Helvetica Neue"/>
                        <a:buNone/>
                      </a:pPr>
                      <a:r>
                        <a:rPr lang="en" sz="1900" u="none" strike="noStrike" cap="none">
                          <a:solidFill>
                            <a:srgbClr val="615E5A"/>
                          </a:solidFill>
                          <a:latin typeface="Helvetica Neue"/>
                          <a:ea typeface="Helvetica Neue"/>
                          <a:cs typeface="Helvetica Neue"/>
                          <a:sym typeface="Helvetica Neue"/>
                        </a:rPr>
                        <a:t>$40,310.00</a:t>
                      </a:r>
                      <a:endParaRPr sz="700"/>
                    </a:p>
                  </a:txBody>
                  <a:tcPr marL="25400" marR="25400" marT="25400" marB="25400" anchor="ctr">
                    <a:lnB w="12700" cap="flat" cmpd="sng">
                      <a:solidFill>
                        <a:srgbClr val="606060"/>
                      </a:solidFill>
                      <a:prstDash val="solid"/>
                      <a:round/>
                      <a:headEnd type="none" w="sm" len="sm"/>
                      <a:tailEnd type="none" w="sm" len="sm"/>
                    </a:lnB>
                  </a:tcPr>
                </a:tc>
                <a:tc>
                  <a:txBody>
                    <a:bodyPr/>
                    <a:lstStyle/>
                    <a:p>
                      <a:pPr marL="50800" marR="0" lvl="0" indent="0" algn="ctr" rtl="0">
                        <a:lnSpc>
                          <a:spcPct val="100000"/>
                        </a:lnSpc>
                        <a:spcBef>
                          <a:spcPts val="0"/>
                        </a:spcBef>
                        <a:spcAft>
                          <a:spcPts val="0"/>
                        </a:spcAft>
                        <a:buClr>
                          <a:srgbClr val="615E5A"/>
                        </a:buClr>
                        <a:buSzPts val="1400"/>
                        <a:buFont typeface="Helvetica Neue"/>
                        <a:buNone/>
                      </a:pPr>
                      <a:r>
                        <a:rPr lang="en" sz="1900" b="1" u="none" strike="noStrike" cap="none">
                          <a:solidFill>
                            <a:srgbClr val="615E5A"/>
                          </a:solidFill>
                          <a:latin typeface="Helvetica Neue"/>
                          <a:ea typeface="Helvetica Neue"/>
                          <a:cs typeface="Helvetica Neue"/>
                          <a:sym typeface="Helvetica Neue"/>
                        </a:rPr>
                        <a:t>$75,215.00</a:t>
                      </a:r>
                      <a:endParaRPr sz="700"/>
                    </a:p>
                  </a:txBody>
                  <a:tcPr marL="25400" marR="25400" marT="25400" marB="25400" anchor="ctr">
                    <a:lnR w="12700" cap="flat" cmpd="sng">
                      <a:solidFill>
                        <a:srgbClr val="606060"/>
                      </a:solidFill>
                      <a:prstDash val="solid"/>
                      <a:round/>
                      <a:headEnd type="none" w="sm" len="sm"/>
                      <a:tailEnd type="none" w="sm" len="sm"/>
                    </a:lnR>
                    <a:lnB w="12700" cap="flat" cmpd="sng">
                      <a:solidFill>
                        <a:srgbClr val="60606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96" name="Google Shape;196;p47"/>
          <p:cNvSpPr txBox="1">
            <a:spLocks noGrp="1"/>
          </p:cNvSpPr>
          <p:nvPr>
            <p:ph type="sldNum" idx="12"/>
          </p:nvPr>
        </p:nvSpPr>
        <p:spPr>
          <a:xfrm>
            <a:off x="5970497" y="6508751"/>
            <a:ext cx="254000" cy="260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1pPr>
            <a:lvl2pPr marL="0" marR="0" lvl="1"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2pPr>
            <a:lvl3pPr marL="0" marR="0" lvl="2"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3pPr>
            <a:lvl4pPr marL="0" marR="0" lvl="3"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4pPr>
            <a:lvl5pPr marL="0" marR="0" lvl="4"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5pPr>
            <a:lvl6pPr marL="0" marR="0" lvl="5"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6pPr>
            <a:lvl7pPr marL="0" marR="0" lvl="6"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7pPr>
            <a:lvl8pPr marL="0" marR="0" lvl="7"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8pPr>
            <a:lvl9pPr marL="0" marR="0" lvl="8" indent="0" algn="ctr" rtl="0">
              <a:lnSpc>
                <a:spcPct val="100000"/>
              </a:lnSpc>
              <a:spcBef>
                <a:spcPts val="0"/>
              </a:spcBef>
              <a:spcAft>
                <a:spcPts val="0"/>
              </a:spcAft>
              <a:buClr>
                <a:srgbClr val="5E524C"/>
              </a:buClr>
              <a:buSzPts val="900"/>
              <a:buFont typeface="Avenir"/>
              <a:buNone/>
              <a:defRPr sz="1200" b="1" i="0" u="none" strike="noStrike" cap="none">
                <a:solidFill>
                  <a:srgbClr val="5E524C"/>
                </a:solidFill>
                <a:latin typeface="Avenir"/>
                <a:ea typeface="Avenir"/>
                <a:cs typeface="Avenir"/>
                <a:sym typeface="Avenir"/>
              </a:defRPr>
            </a:lvl9pPr>
          </a:lstStyle>
          <a:p>
            <a:fld id="{00000000-1234-1234-1234-123412341234}" type="slidenum">
              <a:rPr lang="en" smtClean="0"/>
              <a:pPr/>
              <a:t>‹#›</a:t>
            </a:fld>
            <a:endParaRPr lang="en" b="0">
              <a:solidFill>
                <a:srgbClr val="000000"/>
              </a:solidFill>
              <a:latin typeface="Helvetica Neue Light"/>
              <a:ea typeface="Helvetica Neue Light"/>
              <a:cs typeface="Helvetica Neue Light"/>
              <a:sym typeface="Helvetica Neue Light"/>
            </a:endParaRPr>
          </a:p>
        </p:txBody>
      </p:sp>
    </p:spTree>
    <p:extLst>
      <p:ext uri="{BB962C8B-B14F-4D97-AF65-F5344CB8AC3E}">
        <p14:creationId xmlns:p14="http://schemas.microsoft.com/office/powerpoint/2010/main" val="21680856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97"/>
        <p:cNvGrpSpPr/>
        <p:nvPr/>
      </p:nvGrpSpPr>
      <p:grpSpPr>
        <a:xfrm>
          <a:off x="0" y="0"/>
          <a:ext cx="0" cy="0"/>
          <a:chOff x="0" y="0"/>
          <a:chExt cx="0" cy="0"/>
        </a:xfrm>
      </p:grpSpPr>
      <p:sp>
        <p:nvSpPr>
          <p:cNvPr id="198" name="Google Shape;198;p48"/>
          <p:cNvSpPr txBox="1">
            <a:spLocks noGrp="1"/>
          </p:cNvSpPr>
          <p:nvPr>
            <p:ph type="dt" idx="10"/>
          </p:nvPr>
        </p:nvSpPr>
        <p:spPr>
          <a:xfrm>
            <a:off x="609600" y="6356351"/>
            <a:ext cx="2844800" cy="365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sz="1867"/>
            </a:lvl1pPr>
            <a:lvl2pPr lvl="1" algn="l" rtl="0">
              <a:spcBef>
                <a:spcPts val="0"/>
              </a:spcBef>
              <a:spcAft>
                <a:spcPts val="0"/>
              </a:spcAft>
              <a:buSzPts val="1400"/>
              <a:buNone/>
              <a:defRPr sz="1867"/>
            </a:lvl2pPr>
            <a:lvl3pPr lvl="2" algn="l" rtl="0">
              <a:spcBef>
                <a:spcPts val="0"/>
              </a:spcBef>
              <a:spcAft>
                <a:spcPts val="0"/>
              </a:spcAft>
              <a:buSzPts val="1400"/>
              <a:buNone/>
              <a:defRPr sz="1867"/>
            </a:lvl3pPr>
            <a:lvl4pPr lvl="3" algn="l" rtl="0">
              <a:spcBef>
                <a:spcPts val="0"/>
              </a:spcBef>
              <a:spcAft>
                <a:spcPts val="0"/>
              </a:spcAft>
              <a:buSzPts val="1400"/>
              <a:buNone/>
              <a:defRPr sz="1867"/>
            </a:lvl4pPr>
            <a:lvl5pPr lvl="4" algn="l" rtl="0">
              <a:spcBef>
                <a:spcPts val="0"/>
              </a:spcBef>
              <a:spcAft>
                <a:spcPts val="0"/>
              </a:spcAft>
              <a:buSzPts val="1400"/>
              <a:buNone/>
              <a:defRPr sz="1867"/>
            </a:lvl5pPr>
            <a:lvl6pPr lvl="5" algn="l" rtl="0">
              <a:spcBef>
                <a:spcPts val="0"/>
              </a:spcBef>
              <a:spcAft>
                <a:spcPts val="0"/>
              </a:spcAft>
              <a:buSzPts val="1400"/>
              <a:buNone/>
              <a:defRPr sz="1867"/>
            </a:lvl6pPr>
            <a:lvl7pPr lvl="6" algn="l" rtl="0">
              <a:spcBef>
                <a:spcPts val="0"/>
              </a:spcBef>
              <a:spcAft>
                <a:spcPts val="0"/>
              </a:spcAft>
              <a:buSzPts val="1400"/>
              <a:buNone/>
              <a:defRPr sz="1867"/>
            </a:lvl7pPr>
            <a:lvl8pPr lvl="7" algn="l" rtl="0">
              <a:spcBef>
                <a:spcPts val="0"/>
              </a:spcBef>
              <a:spcAft>
                <a:spcPts val="0"/>
              </a:spcAft>
              <a:buSzPts val="1400"/>
              <a:buNone/>
              <a:defRPr sz="1867"/>
            </a:lvl8pPr>
            <a:lvl9pPr lvl="8" algn="l" rtl="0">
              <a:spcBef>
                <a:spcPts val="0"/>
              </a:spcBef>
              <a:spcAft>
                <a:spcPts val="0"/>
              </a:spcAft>
              <a:buSzPts val="1400"/>
              <a:buNone/>
              <a:defRPr sz="1867"/>
            </a:lvl9pPr>
          </a:lstStyle>
          <a:p>
            <a:endParaRPr/>
          </a:p>
        </p:txBody>
      </p:sp>
      <p:sp>
        <p:nvSpPr>
          <p:cNvPr id="199" name="Google Shape;199;p48"/>
          <p:cNvSpPr txBox="1">
            <a:spLocks noGrp="1"/>
          </p:cNvSpPr>
          <p:nvPr>
            <p:ph type="ftr" idx="11"/>
          </p:nvPr>
        </p:nvSpPr>
        <p:spPr>
          <a:xfrm>
            <a:off x="4165600" y="6356351"/>
            <a:ext cx="3860800" cy="3652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sz="1867"/>
            </a:lvl1pPr>
            <a:lvl2pPr lvl="1" algn="l" rtl="0">
              <a:spcBef>
                <a:spcPts val="0"/>
              </a:spcBef>
              <a:spcAft>
                <a:spcPts val="0"/>
              </a:spcAft>
              <a:buSzPts val="1400"/>
              <a:buNone/>
              <a:defRPr sz="1867"/>
            </a:lvl2pPr>
            <a:lvl3pPr lvl="2" algn="l" rtl="0">
              <a:spcBef>
                <a:spcPts val="0"/>
              </a:spcBef>
              <a:spcAft>
                <a:spcPts val="0"/>
              </a:spcAft>
              <a:buSzPts val="1400"/>
              <a:buNone/>
              <a:defRPr sz="1867"/>
            </a:lvl3pPr>
            <a:lvl4pPr lvl="3" algn="l" rtl="0">
              <a:spcBef>
                <a:spcPts val="0"/>
              </a:spcBef>
              <a:spcAft>
                <a:spcPts val="0"/>
              </a:spcAft>
              <a:buSzPts val="1400"/>
              <a:buNone/>
              <a:defRPr sz="1867"/>
            </a:lvl4pPr>
            <a:lvl5pPr lvl="4" algn="l" rtl="0">
              <a:spcBef>
                <a:spcPts val="0"/>
              </a:spcBef>
              <a:spcAft>
                <a:spcPts val="0"/>
              </a:spcAft>
              <a:buSzPts val="1400"/>
              <a:buNone/>
              <a:defRPr sz="1867"/>
            </a:lvl5pPr>
            <a:lvl6pPr lvl="5" algn="l" rtl="0">
              <a:spcBef>
                <a:spcPts val="0"/>
              </a:spcBef>
              <a:spcAft>
                <a:spcPts val="0"/>
              </a:spcAft>
              <a:buSzPts val="1400"/>
              <a:buNone/>
              <a:defRPr sz="1867"/>
            </a:lvl6pPr>
            <a:lvl7pPr lvl="6" algn="l" rtl="0">
              <a:spcBef>
                <a:spcPts val="0"/>
              </a:spcBef>
              <a:spcAft>
                <a:spcPts val="0"/>
              </a:spcAft>
              <a:buSzPts val="1400"/>
              <a:buNone/>
              <a:defRPr sz="1867"/>
            </a:lvl7pPr>
            <a:lvl8pPr lvl="7" algn="l" rtl="0">
              <a:spcBef>
                <a:spcPts val="0"/>
              </a:spcBef>
              <a:spcAft>
                <a:spcPts val="0"/>
              </a:spcAft>
              <a:buSzPts val="1400"/>
              <a:buNone/>
              <a:defRPr sz="1867"/>
            </a:lvl8pPr>
            <a:lvl9pPr lvl="8" algn="l" rtl="0">
              <a:spcBef>
                <a:spcPts val="0"/>
              </a:spcBef>
              <a:spcAft>
                <a:spcPts val="0"/>
              </a:spcAft>
              <a:buSzPts val="1400"/>
              <a:buNone/>
              <a:defRPr sz="1867"/>
            </a:lvl9pPr>
          </a:lstStyle>
          <a:p>
            <a:endParaRPr/>
          </a:p>
        </p:txBody>
      </p:sp>
      <p:sp>
        <p:nvSpPr>
          <p:cNvPr id="200" name="Google Shape;200;p48"/>
          <p:cNvSpPr txBox="1">
            <a:spLocks noGrp="1"/>
          </p:cNvSpPr>
          <p:nvPr>
            <p:ph type="sldNum" idx="12"/>
          </p:nvPr>
        </p:nvSpPr>
        <p:spPr>
          <a:xfrm>
            <a:off x="8737600" y="6356351"/>
            <a:ext cx="2844800" cy="3652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48859257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01"/>
        <p:cNvGrpSpPr/>
        <p:nvPr/>
      </p:nvGrpSpPr>
      <p:grpSpPr>
        <a:xfrm>
          <a:off x="0" y="0"/>
          <a:ext cx="0" cy="0"/>
          <a:chOff x="0" y="0"/>
          <a:chExt cx="0" cy="0"/>
        </a:xfrm>
      </p:grpSpPr>
      <p:sp>
        <p:nvSpPr>
          <p:cNvPr id="202" name="Google Shape;202;p49"/>
          <p:cNvSpPr txBox="1">
            <a:spLocks noGrp="1"/>
          </p:cNvSpPr>
          <p:nvPr>
            <p:ph type="ctrTitle"/>
          </p:nvPr>
        </p:nvSpPr>
        <p:spPr>
          <a:xfrm>
            <a:off x="914400" y="2130425"/>
            <a:ext cx="10363200" cy="14700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203" name="Google Shape;203;p49"/>
          <p:cNvSpPr txBox="1">
            <a:spLocks noGrp="1"/>
          </p:cNvSpPr>
          <p:nvPr>
            <p:ph type="subTitle" idx="1"/>
          </p:nvPr>
        </p:nvSpPr>
        <p:spPr>
          <a:xfrm>
            <a:off x="1828800" y="3886200"/>
            <a:ext cx="8534400" cy="1752400"/>
          </a:xfrm>
          <a:prstGeom prst="rect">
            <a:avLst/>
          </a:prstGeom>
          <a:noFill/>
          <a:ln>
            <a:noFill/>
          </a:ln>
        </p:spPr>
        <p:txBody>
          <a:bodyPr spcFirstLastPara="1" wrap="square" lIns="91425" tIns="45700" rIns="91425" bIns="45700" anchor="t" anchorCtr="0">
            <a:normAutofit/>
          </a:bodyPr>
          <a:lstStyle>
            <a:lvl1pPr lvl="0" algn="ctr" rtl="0">
              <a:spcBef>
                <a:spcPts val="667"/>
              </a:spcBef>
              <a:spcAft>
                <a:spcPts val="0"/>
              </a:spcAft>
              <a:buClr>
                <a:srgbClr val="888888"/>
              </a:buClr>
              <a:buSzPts val="2400"/>
              <a:buNone/>
              <a:defRPr>
                <a:solidFill>
                  <a:srgbClr val="888888"/>
                </a:solidFill>
              </a:defRPr>
            </a:lvl1pPr>
            <a:lvl2pPr lvl="1" algn="ctr" rtl="0">
              <a:spcBef>
                <a:spcPts val="533"/>
              </a:spcBef>
              <a:spcAft>
                <a:spcPts val="0"/>
              </a:spcAft>
              <a:buClr>
                <a:srgbClr val="888888"/>
              </a:buClr>
              <a:buSzPts val="2100"/>
              <a:buNone/>
              <a:defRPr>
                <a:solidFill>
                  <a:srgbClr val="888888"/>
                </a:solidFill>
              </a:defRPr>
            </a:lvl2pPr>
            <a:lvl3pPr lvl="2" algn="ctr" rtl="0">
              <a:spcBef>
                <a:spcPts val="533"/>
              </a:spcBef>
              <a:spcAft>
                <a:spcPts val="0"/>
              </a:spcAft>
              <a:buClr>
                <a:srgbClr val="888888"/>
              </a:buClr>
              <a:buSzPts val="1800"/>
              <a:buNone/>
              <a:defRPr>
                <a:solidFill>
                  <a:srgbClr val="888888"/>
                </a:solidFill>
              </a:defRPr>
            </a:lvl3pPr>
            <a:lvl4pPr lvl="3" algn="ctr" rtl="0">
              <a:spcBef>
                <a:spcPts val="400"/>
              </a:spcBef>
              <a:spcAft>
                <a:spcPts val="0"/>
              </a:spcAft>
              <a:buClr>
                <a:srgbClr val="888888"/>
              </a:buClr>
              <a:buSzPts val="1500"/>
              <a:buNone/>
              <a:defRPr>
                <a:solidFill>
                  <a:srgbClr val="888888"/>
                </a:solidFill>
              </a:defRPr>
            </a:lvl4pPr>
            <a:lvl5pPr lvl="4" algn="ctr" rtl="0">
              <a:spcBef>
                <a:spcPts val="400"/>
              </a:spcBef>
              <a:spcAft>
                <a:spcPts val="0"/>
              </a:spcAft>
              <a:buClr>
                <a:srgbClr val="888888"/>
              </a:buClr>
              <a:buSzPts val="1500"/>
              <a:buNone/>
              <a:defRPr>
                <a:solidFill>
                  <a:srgbClr val="888888"/>
                </a:solidFill>
              </a:defRPr>
            </a:lvl5pPr>
            <a:lvl6pPr lvl="5" algn="ctr" rtl="0">
              <a:spcBef>
                <a:spcPts val="400"/>
              </a:spcBef>
              <a:spcAft>
                <a:spcPts val="0"/>
              </a:spcAft>
              <a:buClr>
                <a:srgbClr val="888888"/>
              </a:buClr>
              <a:buSzPts val="1500"/>
              <a:buNone/>
              <a:defRPr>
                <a:solidFill>
                  <a:srgbClr val="888888"/>
                </a:solidFill>
              </a:defRPr>
            </a:lvl6pPr>
            <a:lvl7pPr lvl="6" algn="ctr" rtl="0">
              <a:spcBef>
                <a:spcPts val="400"/>
              </a:spcBef>
              <a:spcAft>
                <a:spcPts val="0"/>
              </a:spcAft>
              <a:buClr>
                <a:srgbClr val="888888"/>
              </a:buClr>
              <a:buSzPts val="1500"/>
              <a:buNone/>
              <a:defRPr>
                <a:solidFill>
                  <a:srgbClr val="888888"/>
                </a:solidFill>
              </a:defRPr>
            </a:lvl7pPr>
            <a:lvl8pPr lvl="7" algn="ctr" rtl="0">
              <a:spcBef>
                <a:spcPts val="400"/>
              </a:spcBef>
              <a:spcAft>
                <a:spcPts val="0"/>
              </a:spcAft>
              <a:buClr>
                <a:srgbClr val="888888"/>
              </a:buClr>
              <a:buSzPts val="1500"/>
              <a:buNone/>
              <a:defRPr>
                <a:solidFill>
                  <a:srgbClr val="888888"/>
                </a:solidFill>
              </a:defRPr>
            </a:lvl8pPr>
            <a:lvl9pPr lvl="8" algn="ctr" rtl="0">
              <a:spcBef>
                <a:spcPts val="400"/>
              </a:spcBef>
              <a:spcAft>
                <a:spcPts val="0"/>
              </a:spcAft>
              <a:buClr>
                <a:srgbClr val="888888"/>
              </a:buClr>
              <a:buSzPts val="1500"/>
              <a:buNone/>
              <a:defRPr>
                <a:solidFill>
                  <a:srgbClr val="888888"/>
                </a:solidFill>
              </a:defRPr>
            </a:lvl9pPr>
          </a:lstStyle>
          <a:p>
            <a:endParaRPr/>
          </a:p>
        </p:txBody>
      </p:sp>
      <p:sp>
        <p:nvSpPr>
          <p:cNvPr id="204" name="Google Shape;204;p49"/>
          <p:cNvSpPr txBox="1">
            <a:spLocks noGrp="1"/>
          </p:cNvSpPr>
          <p:nvPr>
            <p:ph type="dt" idx="10"/>
          </p:nvPr>
        </p:nvSpPr>
        <p:spPr>
          <a:xfrm>
            <a:off x="609600" y="6356351"/>
            <a:ext cx="2844800" cy="365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sz="1867"/>
            </a:lvl1pPr>
            <a:lvl2pPr lvl="1" algn="l" rtl="0">
              <a:spcBef>
                <a:spcPts val="0"/>
              </a:spcBef>
              <a:spcAft>
                <a:spcPts val="0"/>
              </a:spcAft>
              <a:buSzPts val="1400"/>
              <a:buNone/>
              <a:defRPr sz="1867"/>
            </a:lvl2pPr>
            <a:lvl3pPr lvl="2" algn="l" rtl="0">
              <a:spcBef>
                <a:spcPts val="0"/>
              </a:spcBef>
              <a:spcAft>
                <a:spcPts val="0"/>
              </a:spcAft>
              <a:buSzPts val="1400"/>
              <a:buNone/>
              <a:defRPr sz="1867"/>
            </a:lvl3pPr>
            <a:lvl4pPr lvl="3" algn="l" rtl="0">
              <a:spcBef>
                <a:spcPts val="0"/>
              </a:spcBef>
              <a:spcAft>
                <a:spcPts val="0"/>
              </a:spcAft>
              <a:buSzPts val="1400"/>
              <a:buNone/>
              <a:defRPr sz="1867"/>
            </a:lvl4pPr>
            <a:lvl5pPr lvl="4" algn="l" rtl="0">
              <a:spcBef>
                <a:spcPts val="0"/>
              </a:spcBef>
              <a:spcAft>
                <a:spcPts val="0"/>
              </a:spcAft>
              <a:buSzPts val="1400"/>
              <a:buNone/>
              <a:defRPr sz="1867"/>
            </a:lvl5pPr>
            <a:lvl6pPr lvl="5" algn="l" rtl="0">
              <a:spcBef>
                <a:spcPts val="0"/>
              </a:spcBef>
              <a:spcAft>
                <a:spcPts val="0"/>
              </a:spcAft>
              <a:buSzPts val="1400"/>
              <a:buNone/>
              <a:defRPr sz="1867"/>
            </a:lvl6pPr>
            <a:lvl7pPr lvl="6" algn="l" rtl="0">
              <a:spcBef>
                <a:spcPts val="0"/>
              </a:spcBef>
              <a:spcAft>
                <a:spcPts val="0"/>
              </a:spcAft>
              <a:buSzPts val="1400"/>
              <a:buNone/>
              <a:defRPr sz="1867"/>
            </a:lvl7pPr>
            <a:lvl8pPr lvl="7" algn="l" rtl="0">
              <a:spcBef>
                <a:spcPts val="0"/>
              </a:spcBef>
              <a:spcAft>
                <a:spcPts val="0"/>
              </a:spcAft>
              <a:buSzPts val="1400"/>
              <a:buNone/>
              <a:defRPr sz="1867"/>
            </a:lvl8pPr>
            <a:lvl9pPr lvl="8" algn="l" rtl="0">
              <a:spcBef>
                <a:spcPts val="0"/>
              </a:spcBef>
              <a:spcAft>
                <a:spcPts val="0"/>
              </a:spcAft>
              <a:buSzPts val="1400"/>
              <a:buNone/>
              <a:defRPr sz="1867"/>
            </a:lvl9pPr>
          </a:lstStyle>
          <a:p>
            <a:endParaRPr/>
          </a:p>
        </p:txBody>
      </p:sp>
      <p:sp>
        <p:nvSpPr>
          <p:cNvPr id="205" name="Google Shape;205;p49"/>
          <p:cNvSpPr txBox="1">
            <a:spLocks noGrp="1"/>
          </p:cNvSpPr>
          <p:nvPr>
            <p:ph type="ftr" idx="11"/>
          </p:nvPr>
        </p:nvSpPr>
        <p:spPr>
          <a:xfrm>
            <a:off x="4165600" y="6356351"/>
            <a:ext cx="3860800" cy="3652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sz="1867"/>
            </a:lvl1pPr>
            <a:lvl2pPr lvl="1" algn="l" rtl="0">
              <a:spcBef>
                <a:spcPts val="0"/>
              </a:spcBef>
              <a:spcAft>
                <a:spcPts val="0"/>
              </a:spcAft>
              <a:buSzPts val="1400"/>
              <a:buNone/>
              <a:defRPr sz="1867"/>
            </a:lvl2pPr>
            <a:lvl3pPr lvl="2" algn="l" rtl="0">
              <a:spcBef>
                <a:spcPts val="0"/>
              </a:spcBef>
              <a:spcAft>
                <a:spcPts val="0"/>
              </a:spcAft>
              <a:buSzPts val="1400"/>
              <a:buNone/>
              <a:defRPr sz="1867"/>
            </a:lvl3pPr>
            <a:lvl4pPr lvl="3" algn="l" rtl="0">
              <a:spcBef>
                <a:spcPts val="0"/>
              </a:spcBef>
              <a:spcAft>
                <a:spcPts val="0"/>
              </a:spcAft>
              <a:buSzPts val="1400"/>
              <a:buNone/>
              <a:defRPr sz="1867"/>
            </a:lvl4pPr>
            <a:lvl5pPr lvl="4" algn="l" rtl="0">
              <a:spcBef>
                <a:spcPts val="0"/>
              </a:spcBef>
              <a:spcAft>
                <a:spcPts val="0"/>
              </a:spcAft>
              <a:buSzPts val="1400"/>
              <a:buNone/>
              <a:defRPr sz="1867"/>
            </a:lvl5pPr>
            <a:lvl6pPr lvl="5" algn="l" rtl="0">
              <a:spcBef>
                <a:spcPts val="0"/>
              </a:spcBef>
              <a:spcAft>
                <a:spcPts val="0"/>
              </a:spcAft>
              <a:buSzPts val="1400"/>
              <a:buNone/>
              <a:defRPr sz="1867"/>
            </a:lvl6pPr>
            <a:lvl7pPr lvl="6" algn="l" rtl="0">
              <a:spcBef>
                <a:spcPts val="0"/>
              </a:spcBef>
              <a:spcAft>
                <a:spcPts val="0"/>
              </a:spcAft>
              <a:buSzPts val="1400"/>
              <a:buNone/>
              <a:defRPr sz="1867"/>
            </a:lvl7pPr>
            <a:lvl8pPr lvl="7" algn="l" rtl="0">
              <a:spcBef>
                <a:spcPts val="0"/>
              </a:spcBef>
              <a:spcAft>
                <a:spcPts val="0"/>
              </a:spcAft>
              <a:buSzPts val="1400"/>
              <a:buNone/>
              <a:defRPr sz="1867"/>
            </a:lvl8pPr>
            <a:lvl9pPr lvl="8" algn="l" rtl="0">
              <a:spcBef>
                <a:spcPts val="0"/>
              </a:spcBef>
              <a:spcAft>
                <a:spcPts val="0"/>
              </a:spcAft>
              <a:buSzPts val="1400"/>
              <a:buNone/>
              <a:defRPr sz="1867"/>
            </a:lvl9pPr>
          </a:lstStyle>
          <a:p>
            <a:endParaRPr/>
          </a:p>
        </p:txBody>
      </p:sp>
      <p:sp>
        <p:nvSpPr>
          <p:cNvPr id="206" name="Google Shape;206;p49"/>
          <p:cNvSpPr txBox="1">
            <a:spLocks noGrp="1"/>
          </p:cNvSpPr>
          <p:nvPr>
            <p:ph type="sldNum" idx="12"/>
          </p:nvPr>
        </p:nvSpPr>
        <p:spPr>
          <a:xfrm>
            <a:off x="8737600" y="6356351"/>
            <a:ext cx="2844800" cy="3652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71756933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Slide 1">
  <p:cSld name="Title Slide 1">
    <p:spTree>
      <p:nvGrpSpPr>
        <p:cNvPr id="1" name="Shape 207"/>
        <p:cNvGrpSpPr/>
        <p:nvPr/>
      </p:nvGrpSpPr>
      <p:grpSpPr>
        <a:xfrm>
          <a:off x="0" y="0"/>
          <a:ext cx="0" cy="0"/>
          <a:chOff x="0" y="0"/>
          <a:chExt cx="0" cy="0"/>
        </a:xfrm>
      </p:grpSpPr>
      <p:sp>
        <p:nvSpPr>
          <p:cNvPr id="208" name="Google Shape;208;p50"/>
          <p:cNvSpPr txBox="1">
            <a:spLocks noGrp="1"/>
          </p:cNvSpPr>
          <p:nvPr>
            <p:ph type="ctrTitle"/>
          </p:nvPr>
        </p:nvSpPr>
        <p:spPr>
          <a:xfrm>
            <a:off x="914400" y="2130425"/>
            <a:ext cx="10363200" cy="1470000"/>
          </a:xfrm>
          <a:prstGeom prst="rect">
            <a:avLst/>
          </a:prstGeom>
          <a:noFill/>
          <a:ln>
            <a:noFill/>
          </a:ln>
        </p:spPr>
        <p:txBody>
          <a:bodyPr spcFirstLastPara="1" wrap="square" lIns="83800" tIns="41900" rIns="83800" bIns="41900" anchor="ctr" anchorCtr="0">
            <a:normAutofit/>
          </a:bodyPr>
          <a:lstStyle>
            <a:lvl1pPr lvl="0" algn="ctr" rtl="0">
              <a:spcBef>
                <a:spcPts val="0"/>
              </a:spcBef>
              <a:spcAft>
                <a:spcPts val="0"/>
              </a:spcAft>
              <a:buClr>
                <a:schemeClr val="lt1"/>
              </a:buClr>
              <a:buSzPts val="17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209" name="Google Shape;209;p50"/>
          <p:cNvSpPr txBox="1">
            <a:spLocks noGrp="1"/>
          </p:cNvSpPr>
          <p:nvPr>
            <p:ph type="subTitle" idx="1"/>
          </p:nvPr>
        </p:nvSpPr>
        <p:spPr>
          <a:xfrm>
            <a:off x="1828800" y="3886200"/>
            <a:ext cx="8534400" cy="1752800"/>
          </a:xfrm>
          <a:prstGeom prst="rect">
            <a:avLst/>
          </a:prstGeom>
          <a:noFill/>
          <a:ln>
            <a:noFill/>
          </a:ln>
        </p:spPr>
        <p:txBody>
          <a:bodyPr spcFirstLastPara="1" wrap="square" lIns="83800" tIns="41900" rIns="83800" bIns="41900" anchor="t" anchorCtr="0">
            <a:normAutofit/>
          </a:bodyPr>
          <a:lstStyle>
            <a:lvl1pPr lvl="0" algn="ctr" rtl="0">
              <a:spcBef>
                <a:spcPts val="800"/>
              </a:spcBef>
              <a:spcAft>
                <a:spcPts val="0"/>
              </a:spcAft>
              <a:buClr>
                <a:schemeClr val="lt1"/>
              </a:buClr>
              <a:buSzPts val="2900"/>
              <a:buNone/>
              <a:defRPr>
                <a:solidFill>
                  <a:schemeClr val="lt1"/>
                </a:solidFill>
              </a:defRPr>
            </a:lvl1pPr>
            <a:lvl2pPr lvl="1" algn="ctr" rtl="0">
              <a:spcBef>
                <a:spcPts val="667"/>
              </a:spcBef>
              <a:spcAft>
                <a:spcPts val="0"/>
              </a:spcAft>
              <a:buClr>
                <a:schemeClr val="lt1"/>
              </a:buClr>
              <a:buSzPts val="2600"/>
              <a:buNone/>
              <a:defRPr>
                <a:solidFill>
                  <a:schemeClr val="lt1"/>
                </a:solidFill>
              </a:defRPr>
            </a:lvl2pPr>
            <a:lvl3pPr lvl="2" algn="ctr" rtl="0">
              <a:spcBef>
                <a:spcPts val="667"/>
              </a:spcBef>
              <a:spcAft>
                <a:spcPts val="0"/>
              </a:spcAft>
              <a:buClr>
                <a:schemeClr val="lt1"/>
              </a:buClr>
              <a:buSzPts val="2200"/>
              <a:buNone/>
              <a:defRPr>
                <a:solidFill>
                  <a:schemeClr val="lt1"/>
                </a:solidFill>
              </a:defRPr>
            </a:lvl3pPr>
            <a:lvl4pPr lvl="3" algn="ctr" rtl="0">
              <a:spcBef>
                <a:spcPts val="533"/>
              </a:spcBef>
              <a:spcAft>
                <a:spcPts val="0"/>
              </a:spcAft>
              <a:buClr>
                <a:schemeClr val="lt1"/>
              </a:buClr>
              <a:buSzPts val="1800"/>
              <a:buNone/>
              <a:defRPr>
                <a:solidFill>
                  <a:schemeClr val="lt1"/>
                </a:solidFill>
              </a:defRPr>
            </a:lvl4pPr>
            <a:lvl5pPr lvl="4" algn="ctr" rtl="0">
              <a:spcBef>
                <a:spcPts val="533"/>
              </a:spcBef>
              <a:spcAft>
                <a:spcPts val="0"/>
              </a:spcAft>
              <a:buClr>
                <a:schemeClr val="lt1"/>
              </a:buClr>
              <a:buSzPts val="1800"/>
              <a:buNone/>
              <a:defRPr>
                <a:solidFill>
                  <a:schemeClr val="lt1"/>
                </a:solidFill>
              </a:defRPr>
            </a:lvl5pPr>
            <a:lvl6pPr lvl="5" algn="ctr" rtl="0">
              <a:spcBef>
                <a:spcPts val="533"/>
              </a:spcBef>
              <a:spcAft>
                <a:spcPts val="0"/>
              </a:spcAft>
              <a:buClr>
                <a:schemeClr val="lt1"/>
              </a:buClr>
              <a:buSzPts val="1800"/>
              <a:buNone/>
              <a:defRPr>
                <a:solidFill>
                  <a:schemeClr val="lt1"/>
                </a:solidFill>
              </a:defRPr>
            </a:lvl6pPr>
            <a:lvl7pPr lvl="6" algn="ctr" rtl="0">
              <a:spcBef>
                <a:spcPts val="533"/>
              </a:spcBef>
              <a:spcAft>
                <a:spcPts val="0"/>
              </a:spcAft>
              <a:buClr>
                <a:schemeClr val="lt1"/>
              </a:buClr>
              <a:buSzPts val="1800"/>
              <a:buNone/>
              <a:defRPr>
                <a:solidFill>
                  <a:schemeClr val="lt1"/>
                </a:solidFill>
              </a:defRPr>
            </a:lvl7pPr>
            <a:lvl8pPr lvl="7" algn="ctr" rtl="0">
              <a:spcBef>
                <a:spcPts val="533"/>
              </a:spcBef>
              <a:spcAft>
                <a:spcPts val="0"/>
              </a:spcAft>
              <a:buClr>
                <a:schemeClr val="lt1"/>
              </a:buClr>
              <a:buSzPts val="1800"/>
              <a:buNone/>
              <a:defRPr>
                <a:solidFill>
                  <a:schemeClr val="lt1"/>
                </a:solidFill>
              </a:defRPr>
            </a:lvl8pPr>
            <a:lvl9pPr lvl="8" algn="ctr" rtl="0">
              <a:spcBef>
                <a:spcPts val="533"/>
              </a:spcBef>
              <a:spcAft>
                <a:spcPts val="0"/>
              </a:spcAft>
              <a:buClr>
                <a:schemeClr val="lt1"/>
              </a:buClr>
              <a:buSzPts val="1800"/>
              <a:buNone/>
              <a:defRPr>
                <a:solidFill>
                  <a:schemeClr val="lt1"/>
                </a:solidFill>
              </a:defRPr>
            </a:lvl9pPr>
          </a:lstStyle>
          <a:p>
            <a:endParaRPr/>
          </a:p>
        </p:txBody>
      </p:sp>
      <p:sp>
        <p:nvSpPr>
          <p:cNvPr id="210" name="Google Shape;210;p50"/>
          <p:cNvSpPr txBox="1">
            <a:spLocks noGrp="1"/>
          </p:cNvSpPr>
          <p:nvPr>
            <p:ph type="dt" idx="10"/>
          </p:nvPr>
        </p:nvSpPr>
        <p:spPr>
          <a:xfrm>
            <a:off x="609600" y="6356351"/>
            <a:ext cx="2844800" cy="365200"/>
          </a:xfrm>
          <a:prstGeom prst="rect">
            <a:avLst/>
          </a:prstGeom>
          <a:noFill/>
          <a:ln>
            <a:noFill/>
          </a:ln>
        </p:spPr>
        <p:txBody>
          <a:bodyPr spcFirstLastPara="1" wrap="square" lIns="83800" tIns="41900" rIns="83800" bIns="41900" anchor="ctr" anchorCtr="0">
            <a:noAutofit/>
          </a:bodyPr>
          <a:lstStyle>
            <a:lvl1pPr lvl="0" algn="l" rtl="0">
              <a:spcBef>
                <a:spcPts val="0"/>
              </a:spcBef>
              <a:spcAft>
                <a:spcPts val="0"/>
              </a:spcAft>
              <a:buSzPts val="1300"/>
              <a:buNone/>
              <a:defRPr sz="1733"/>
            </a:lvl1pPr>
            <a:lvl2pPr lvl="1" algn="l" rtl="0">
              <a:spcBef>
                <a:spcPts val="0"/>
              </a:spcBef>
              <a:spcAft>
                <a:spcPts val="0"/>
              </a:spcAft>
              <a:buSzPts val="1300"/>
              <a:buNone/>
              <a:defRPr sz="1733"/>
            </a:lvl2pPr>
            <a:lvl3pPr lvl="2" algn="l" rtl="0">
              <a:spcBef>
                <a:spcPts val="0"/>
              </a:spcBef>
              <a:spcAft>
                <a:spcPts val="0"/>
              </a:spcAft>
              <a:buSzPts val="1300"/>
              <a:buNone/>
              <a:defRPr sz="1733"/>
            </a:lvl3pPr>
            <a:lvl4pPr lvl="3" algn="l" rtl="0">
              <a:spcBef>
                <a:spcPts val="0"/>
              </a:spcBef>
              <a:spcAft>
                <a:spcPts val="0"/>
              </a:spcAft>
              <a:buSzPts val="1300"/>
              <a:buNone/>
              <a:defRPr sz="1733"/>
            </a:lvl4pPr>
            <a:lvl5pPr lvl="4" algn="l" rtl="0">
              <a:spcBef>
                <a:spcPts val="0"/>
              </a:spcBef>
              <a:spcAft>
                <a:spcPts val="0"/>
              </a:spcAft>
              <a:buSzPts val="1300"/>
              <a:buNone/>
              <a:defRPr sz="1733"/>
            </a:lvl5pPr>
            <a:lvl6pPr lvl="5" algn="l" rtl="0">
              <a:spcBef>
                <a:spcPts val="0"/>
              </a:spcBef>
              <a:spcAft>
                <a:spcPts val="0"/>
              </a:spcAft>
              <a:buSzPts val="1300"/>
              <a:buNone/>
              <a:defRPr sz="1733"/>
            </a:lvl6pPr>
            <a:lvl7pPr lvl="6" algn="l" rtl="0">
              <a:spcBef>
                <a:spcPts val="0"/>
              </a:spcBef>
              <a:spcAft>
                <a:spcPts val="0"/>
              </a:spcAft>
              <a:buSzPts val="1300"/>
              <a:buNone/>
              <a:defRPr sz="1733"/>
            </a:lvl7pPr>
            <a:lvl8pPr lvl="7" algn="l" rtl="0">
              <a:spcBef>
                <a:spcPts val="0"/>
              </a:spcBef>
              <a:spcAft>
                <a:spcPts val="0"/>
              </a:spcAft>
              <a:buSzPts val="1300"/>
              <a:buNone/>
              <a:defRPr sz="1733"/>
            </a:lvl8pPr>
            <a:lvl9pPr lvl="8" algn="l" rtl="0">
              <a:spcBef>
                <a:spcPts val="0"/>
              </a:spcBef>
              <a:spcAft>
                <a:spcPts val="0"/>
              </a:spcAft>
              <a:buSzPts val="1300"/>
              <a:buNone/>
              <a:defRPr sz="1733"/>
            </a:lvl9pPr>
          </a:lstStyle>
          <a:p>
            <a:endParaRPr/>
          </a:p>
        </p:txBody>
      </p:sp>
      <p:sp>
        <p:nvSpPr>
          <p:cNvPr id="211" name="Google Shape;211;p50"/>
          <p:cNvSpPr txBox="1">
            <a:spLocks noGrp="1"/>
          </p:cNvSpPr>
          <p:nvPr>
            <p:ph type="ftr" idx="11"/>
          </p:nvPr>
        </p:nvSpPr>
        <p:spPr>
          <a:xfrm>
            <a:off x="4165600" y="6356351"/>
            <a:ext cx="3860800" cy="365200"/>
          </a:xfrm>
          <a:prstGeom prst="rect">
            <a:avLst/>
          </a:prstGeom>
          <a:noFill/>
          <a:ln>
            <a:noFill/>
          </a:ln>
        </p:spPr>
        <p:txBody>
          <a:bodyPr spcFirstLastPara="1" wrap="square" lIns="83800" tIns="41900" rIns="83800" bIns="41900" anchor="ctr" anchorCtr="0">
            <a:noAutofit/>
          </a:bodyPr>
          <a:lstStyle>
            <a:lvl1pPr lvl="0" algn="ctr" rtl="0">
              <a:spcBef>
                <a:spcPts val="0"/>
              </a:spcBef>
              <a:spcAft>
                <a:spcPts val="0"/>
              </a:spcAft>
              <a:buSzPts val="1300"/>
              <a:buNone/>
              <a:defRPr sz="1733"/>
            </a:lvl1pPr>
            <a:lvl2pPr lvl="1" algn="l" rtl="0">
              <a:spcBef>
                <a:spcPts val="0"/>
              </a:spcBef>
              <a:spcAft>
                <a:spcPts val="0"/>
              </a:spcAft>
              <a:buSzPts val="1300"/>
              <a:buNone/>
              <a:defRPr sz="1733"/>
            </a:lvl2pPr>
            <a:lvl3pPr lvl="2" algn="l" rtl="0">
              <a:spcBef>
                <a:spcPts val="0"/>
              </a:spcBef>
              <a:spcAft>
                <a:spcPts val="0"/>
              </a:spcAft>
              <a:buSzPts val="1300"/>
              <a:buNone/>
              <a:defRPr sz="1733"/>
            </a:lvl3pPr>
            <a:lvl4pPr lvl="3" algn="l" rtl="0">
              <a:spcBef>
                <a:spcPts val="0"/>
              </a:spcBef>
              <a:spcAft>
                <a:spcPts val="0"/>
              </a:spcAft>
              <a:buSzPts val="1300"/>
              <a:buNone/>
              <a:defRPr sz="1733"/>
            </a:lvl4pPr>
            <a:lvl5pPr lvl="4" algn="l" rtl="0">
              <a:spcBef>
                <a:spcPts val="0"/>
              </a:spcBef>
              <a:spcAft>
                <a:spcPts val="0"/>
              </a:spcAft>
              <a:buSzPts val="1300"/>
              <a:buNone/>
              <a:defRPr sz="1733"/>
            </a:lvl5pPr>
            <a:lvl6pPr lvl="5" algn="l" rtl="0">
              <a:spcBef>
                <a:spcPts val="0"/>
              </a:spcBef>
              <a:spcAft>
                <a:spcPts val="0"/>
              </a:spcAft>
              <a:buSzPts val="1300"/>
              <a:buNone/>
              <a:defRPr sz="1733"/>
            </a:lvl6pPr>
            <a:lvl7pPr lvl="6" algn="l" rtl="0">
              <a:spcBef>
                <a:spcPts val="0"/>
              </a:spcBef>
              <a:spcAft>
                <a:spcPts val="0"/>
              </a:spcAft>
              <a:buSzPts val="1300"/>
              <a:buNone/>
              <a:defRPr sz="1733"/>
            </a:lvl7pPr>
            <a:lvl8pPr lvl="7" algn="l" rtl="0">
              <a:spcBef>
                <a:spcPts val="0"/>
              </a:spcBef>
              <a:spcAft>
                <a:spcPts val="0"/>
              </a:spcAft>
              <a:buSzPts val="1300"/>
              <a:buNone/>
              <a:defRPr sz="1733"/>
            </a:lvl8pPr>
            <a:lvl9pPr lvl="8" algn="l" rtl="0">
              <a:spcBef>
                <a:spcPts val="0"/>
              </a:spcBef>
              <a:spcAft>
                <a:spcPts val="0"/>
              </a:spcAft>
              <a:buSzPts val="1300"/>
              <a:buNone/>
              <a:defRPr sz="1733"/>
            </a:lvl9pPr>
          </a:lstStyle>
          <a:p>
            <a:endParaRPr/>
          </a:p>
        </p:txBody>
      </p:sp>
      <p:sp>
        <p:nvSpPr>
          <p:cNvPr id="212" name="Google Shape;212;p50"/>
          <p:cNvSpPr txBox="1">
            <a:spLocks noGrp="1"/>
          </p:cNvSpPr>
          <p:nvPr>
            <p:ph type="sldNum" idx="12"/>
          </p:nvPr>
        </p:nvSpPr>
        <p:spPr>
          <a:xfrm>
            <a:off x="8737600" y="6356351"/>
            <a:ext cx="2844800" cy="365200"/>
          </a:xfrm>
          <a:prstGeom prst="rect">
            <a:avLst/>
          </a:prstGeom>
          <a:noFill/>
          <a:ln>
            <a:noFill/>
          </a:ln>
        </p:spPr>
        <p:txBody>
          <a:bodyPr spcFirstLastPara="1" wrap="square" lIns="83800" tIns="41900" rIns="83800" bIns="419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76257628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Slide 2">
  <p:cSld name="Title Slide 2">
    <p:spTree>
      <p:nvGrpSpPr>
        <p:cNvPr id="1" name="Shape 213"/>
        <p:cNvGrpSpPr/>
        <p:nvPr/>
      </p:nvGrpSpPr>
      <p:grpSpPr>
        <a:xfrm>
          <a:off x="0" y="0"/>
          <a:ext cx="0" cy="0"/>
          <a:chOff x="0" y="0"/>
          <a:chExt cx="0" cy="0"/>
        </a:xfrm>
      </p:grpSpPr>
      <p:sp>
        <p:nvSpPr>
          <p:cNvPr id="214" name="Google Shape;214;p51"/>
          <p:cNvSpPr txBox="1">
            <a:spLocks noGrp="1"/>
          </p:cNvSpPr>
          <p:nvPr>
            <p:ph type="ctrTitle"/>
          </p:nvPr>
        </p:nvSpPr>
        <p:spPr>
          <a:xfrm>
            <a:off x="914400" y="2130425"/>
            <a:ext cx="10363200" cy="1470000"/>
          </a:xfrm>
          <a:prstGeom prst="rect">
            <a:avLst/>
          </a:prstGeom>
          <a:noFill/>
          <a:ln>
            <a:noFill/>
          </a:ln>
        </p:spPr>
        <p:txBody>
          <a:bodyPr spcFirstLastPara="1" wrap="square" lIns="83800" tIns="41900" rIns="83800" bIns="41900" anchor="ctr" anchorCtr="0">
            <a:normAutofit/>
          </a:bodyPr>
          <a:lstStyle>
            <a:lvl1pPr lvl="0" algn="ctr" rtl="0">
              <a:spcBef>
                <a:spcPts val="0"/>
              </a:spcBef>
              <a:spcAft>
                <a:spcPts val="0"/>
              </a:spcAft>
              <a:buClr>
                <a:schemeClr val="lt1"/>
              </a:buClr>
              <a:buSzPts val="17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215" name="Google Shape;215;p51"/>
          <p:cNvSpPr txBox="1">
            <a:spLocks noGrp="1"/>
          </p:cNvSpPr>
          <p:nvPr>
            <p:ph type="subTitle" idx="1"/>
          </p:nvPr>
        </p:nvSpPr>
        <p:spPr>
          <a:xfrm>
            <a:off x="1828800" y="3886200"/>
            <a:ext cx="8534400" cy="1752800"/>
          </a:xfrm>
          <a:prstGeom prst="rect">
            <a:avLst/>
          </a:prstGeom>
          <a:noFill/>
          <a:ln>
            <a:noFill/>
          </a:ln>
        </p:spPr>
        <p:txBody>
          <a:bodyPr spcFirstLastPara="1" wrap="square" lIns="83800" tIns="41900" rIns="83800" bIns="41900" anchor="t" anchorCtr="0">
            <a:normAutofit/>
          </a:bodyPr>
          <a:lstStyle>
            <a:lvl1pPr lvl="0" algn="ctr" rtl="0">
              <a:spcBef>
                <a:spcPts val="800"/>
              </a:spcBef>
              <a:spcAft>
                <a:spcPts val="0"/>
              </a:spcAft>
              <a:buClr>
                <a:schemeClr val="lt1"/>
              </a:buClr>
              <a:buSzPts val="2900"/>
              <a:buNone/>
              <a:defRPr>
                <a:solidFill>
                  <a:schemeClr val="lt1"/>
                </a:solidFill>
              </a:defRPr>
            </a:lvl1pPr>
            <a:lvl2pPr lvl="1" algn="ctr" rtl="0">
              <a:spcBef>
                <a:spcPts val="667"/>
              </a:spcBef>
              <a:spcAft>
                <a:spcPts val="0"/>
              </a:spcAft>
              <a:buClr>
                <a:schemeClr val="lt1"/>
              </a:buClr>
              <a:buSzPts val="2600"/>
              <a:buNone/>
              <a:defRPr>
                <a:solidFill>
                  <a:schemeClr val="lt1"/>
                </a:solidFill>
              </a:defRPr>
            </a:lvl2pPr>
            <a:lvl3pPr lvl="2" algn="ctr" rtl="0">
              <a:spcBef>
                <a:spcPts val="667"/>
              </a:spcBef>
              <a:spcAft>
                <a:spcPts val="0"/>
              </a:spcAft>
              <a:buClr>
                <a:schemeClr val="lt1"/>
              </a:buClr>
              <a:buSzPts val="2200"/>
              <a:buNone/>
              <a:defRPr>
                <a:solidFill>
                  <a:schemeClr val="lt1"/>
                </a:solidFill>
              </a:defRPr>
            </a:lvl3pPr>
            <a:lvl4pPr lvl="3" algn="ctr" rtl="0">
              <a:spcBef>
                <a:spcPts val="533"/>
              </a:spcBef>
              <a:spcAft>
                <a:spcPts val="0"/>
              </a:spcAft>
              <a:buClr>
                <a:schemeClr val="lt1"/>
              </a:buClr>
              <a:buSzPts val="1800"/>
              <a:buNone/>
              <a:defRPr>
                <a:solidFill>
                  <a:schemeClr val="lt1"/>
                </a:solidFill>
              </a:defRPr>
            </a:lvl4pPr>
            <a:lvl5pPr lvl="4" algn="ctr" rtl="0">
              <a:spcBef>
                <a:spcPts val="533"/>
              </a:spcBef>
              <a:spcAft>
                <a:spcPts val="0"/>
              </a:spcAft>
              <a:buClr>
                <a:schemeClr val="lt1"/>
              </a:buClr>
              <a:buSzPts val="1800"/>
              <a:buNone/>
              <a:defRPr>
                <a:solidFill>
                  <a:schemeClr val="lt1"/>
                </a:solidFill>
              </a:defRPr>
            </a:lvl5pPr>
            <a:lvl6pPr lvl="5" algn="ctr" rtl="0">
              <a:spcBef>
                <a:spcPts val="533"/>
              </a:spcBef>
              <a:spcAft>
                <a:spcPts val="0"/>
              </a:spcAft>
              <a:buClr>
                <a:schemeClr val="lt1"/>
              </a:buClr>
              <a:buSzPts val="1800"/>
              <a:buNone/>
              <a:defRPr>
                <a:solidFill>
                  <a:schemeClr val="lt1"/>
                </a:solidFill>
              </a:defRPr>
            </a:lvl6pPr>
            <a:lvl7pPr lvl="6" algn="ctr" rtl="0">
              <a:spcBef>
                <a:spcPts val="533"/>
              </a:spcBef>
              <a:spcAft>
                <a:spcPts val="0"/>
              </a:spcAft>
              <a:buClr>
                <a:schemeClr val="lt1"/>
              </a:buClr>
              <a:buSzPts val="1800"/>
              <a:buNone/>
              <a:defRPr>
                <a:solidFill>
                  <a:schemeClr val="lt1"/>
                </a:solidFill>
              </a:defRPr>
            </a:lvl7pPr>
            <a:lvl8pPr lvl="7" algn="ctr" rtl="0">
              <a:spcBef>
                <a:spcPts val="533"/>
              </a:spcBef>
              <a:spcAft>
                <a:spcPts val="0"/>
              </a:spcAft>
              <a:buClr>
                <a:schemeClr val="lt1"/>
              </a:buClr>
              <a:buSzPts val="1800"/>
              <a:buNone/>
              <a:defRPr>
                <a:solidFill>
                  <a:schemeClr val="lt1"/>
                </a:solidFill>
              </a:defRPr>
            </a:lvl8pPr>
            <a:lvl9pPr lvl="8" algn="ctr" rtl="0">
              <a:spcBef>
                <a:spcPts val="533"/>
              </a:spcBef>
              <a:spcAft>
                <a:spcPts val="0"/>
              </a:spcAft>
              <a:buClr>
                <a:schemeClr val="lt1"/>
              </a:buClr>
              <a:buSzPts val="1800"/>
              <a:buNone/>
              <a:defRPr>
                <a:solidFill>
                  <a:schemeClr val="lt1"/>
                </a:solidFill>
              </a:defRPr>
            </a:lvl9pPr>
          </a:lstStyle>
          <a:p>
            <a:endParaRPr/>
          </a:p>
        </p:txBody>
      </p:sp>
      <p:sp>
        <p:nvSpPr>
          <p:cNvPr id="216" name="Google Shape;216;p51"/>
          <p:cNvSpPr txBox="1">
            <a:spLocks noGrp="1"/>
          </p:cNvSpPr>
          <p:nvPr>
            <p:ph type="dt" idx="10"/>
          </p:nvPr>
        </p:nvSpPr>
        <p:spPr>
          <a:xfrm>
            <a:off x="609600" y="6356351"/>
            <a:ext cx="2844800" cy="365200"/>
          </a:xfrm>
          <a:prstGeom prst="rect">
            <a:avLst/>
          </a:prstGeom>
          <a:noFill/>
          <a:ln>
            <a:noFill/>
          </a:ln>
        </p:spPr>
        <p:txBody>
          <a:bodyPr spcFirstLastPara="1" wrap="square" lIns="83800" tIns="41900" rIns="83800" bIns="41900" anchor="ctr" anchorCtr="0">
            <a:noAutofit/>
          </a:bodyPr>
          <a:lstStyle>
            <a:lvl1pPr lvl="0" algn="l" rtl="0">
              <a:spcBef>
                <a:spcPts val="0"/>
              </a:spcBef>
              <a:spcAft>
                <a:spcPts val="0"/>
              </a:spcAft>
              <a:buSzPts val="1300"/>
              <a:buNone/>
              <a:defRPr sz="1733"/>
            </a:lvl1pPr>
            <a:lvl2pPr lvl="1" algn="l" rtl="0">
              <a:spcBef>
                <a:spcPts val="0"/>
              </a:spcBef>
              <a:spcAft>
                <a:spcPts val="0"/>
              </a:spcAft>
              <a:buSzPts val="1300"/>
              <a:buNone/>
              <a:defRPr sz="1733"/>
            </a:lvl2pPr>
            <a:lvl3pPr lvl="2" algn="l" rtl="0">
              <a:spcBef>
                <a:spcPts val="0"/>
              </a:spcBef>
              <a:spcAft>
                <a:spcPts val="0"/>
              </a:spcAft>
              <a:buSzPts val="1300"/>
              <a:buNone/>
              <a:defRPr sz="1733"/>
            </a:lvl3pPr>
            <a:lvl4pPr lvl="3" algn="l" rtl="0">
              <a:spcBef>
                <a:spcPts val="0"/>
              </a:spcBef>
              <a:spcAft>
                <a:spcPts val="0"/>
              </a:spcAft>
              <a:buSzPts val="1300"/>
              <a:buNone/>
              <a:defRPr sz="1733"/>
            </a:lvl4pPr>
            <a:lvl5pPr lvl="4" algn="l" rtl="0">
              <a:spcBef>
                <a:spcPts val="0"/>
              </a:spcBef>
              <a:spcAft>
                <a:spcPts val="0"/>
              </a:spcAft>
              <a:buSzPts val="1300"/>
              <a:buNone/>
              <a:defRPr sz="1733"/>
            </a:lvl5pPr>
            <a:lvl6pPr lvl="5" algn="l" rtl="0">
              <a:spcBef>
                <a:spcPts val="0"/>
              </a:spcBef>
              <a:spcAft>
                <a:spcPts val="0"/>
              </a:spcAft>
              <a:buSzPts val="1300"/>
              <a:buNone/>
              <a:defRPr sz="1733"/>
            </a:lvl6pPr>
            <a:lvl7pPr lvl="6" algn="l" rtl="0">
              <a:spcBef>
                <a:spcPts val="0"/>
              </a:spcBef>
              <a:spcAft>
                <a:spcPts val="0"/>
              </a:spcAft>
              <a:buSzPts val="1300"/>
              <a:buNone/>
              <a:defRPr sz="1733"/>
            </a:lvl7pPr>
            <a:lvl8pPr lvl="7" algn="l" rtl="0">
              <a:spcBef>
                <a:spcPts val="0"/>
              </a:spcBef>
              <a:spcAft>
                <a:spcPts val="0"/>
              </a:spcAft>
              <a:buSzPts val="1300"/>
              <a:buNone/>
              <a:defRPr sz="1733"/>
            </a:lvl8pPr>
            <a:lvl9pPr lvl="8" algn="l" rtl="0">
              <a:spcBef>
                <a:spcPts val="0"/>
              </a:spcBef>
              <a:spcAft>
                <a:spcPts val="0"/>
              </a:spcAft>
              <a:buSzPts val="1300"/>
              <a:buNone/>
              <a:defRPr sz="1733"/>
            </a:lvl9pPr>
          </a:lstStyle>
          <a:p>
            <a:endParaRPr/>
          </a:p>
        </p:txBody>
      </p:sp>
      <p:sp>
        <p:nvSpPr>
          <p:cNvPr id="217" name="Google Shape;217;p51"/>
          <p:cNvSpPr txBox="1">
            <a:spLocks noGrp="1"/>
          </p:cNvSpPr>
          <p:nvPr>
            <p:ph type="ftr" idx="11"/>
          </p:nvPr>
        </p:nvSpPr>
        <p:spPr>
          <a:xfrm>
            <a:off x="4165600" y="6356351"/>
            <a:ext cx="3860800" cy="365200"/>
          </a:xfrm>
          <a:prstGeom prst="rect">
            <a:avLst/>
          </a:prstGeom>
          <a:noFill/>
          <a:ln>
            <a:noFill/>
          </a:ln>
        </p:spPr>
        <p:txBody>
          <a:bodyPr spcFirstLastPara="1" wrap="square" lIns="83800" tIns="41900" rIns="83800" bIns="41900" anchor="ctr" anchorCtr="0">
            <a:noAutofit/>
          </a:bodyPr>
          <a:lstStyle>
            <a:lvl1pPr lvl="0" algn="ctr" rtl="0">
              <a:spcBef>
                <a:spcPts val="0"/>
              </a:spcBef>
              <a:spcAft>
                <a:spcPts val="0"/>
              </a:spcAft>
              <a:buSzPts val="1300"/>
              <a:buNone/>
              <a:defRPr sz="1733"/>
            </a:lvl1pPr>
            <a:lvl2pPr lvl="1" algn="l" rtl="0">
              <a:spcBef>
                <a:spcPts val="0"/>
              </a:spcBef>
              <a:spcAft>
                <a:spcPts val="0"/>
              </a:spcAft>
              <a:buSzPts val="1300"/>
              <a:buNone/>
              <a:defRPr sz="1733"/>
            </a:lvl2pPr>
            <a:lvl3pPr lvl="2" algn="l" rtl="0">
              <a:spcBef>
                <a:spcPts val="0"/>
              </a:spcBef>
              <a:spcAft>
                <a:spcPts val="0"/>
              </a:spcAft>
              <a:buSzPts val="1300"/>
              <a:buNone/>
              <a:defRPr sz="1733"/>
            </a:lvl3pPr>
            <a:lvl4pPr lvl="3" algn="l" rtl="0">
              <a:spcBef>
                <a:spcPts val="0"/>
              </a:spcBef>
              <a:spcAft>
                <a:spcPts val="0"/>
              </a:spcAft>
              <a:buSzPts val="1300"/>
              <a:buNone/>
              <a:defRPr sz="1733"/>
            </a:lvl4pPr>
            <a:lvl5pPr lvl="4" algn="l" rtl="0">
              <a:spcBef>
                <a:spcPts val="0"/>
              </a:spcBef>
              <a:spcAft>
                <a:spcPts val="0"/>
              </a:spcAft>
              <a:buSzPts val="1300"/>
              <a:buNone/>
              <a:defRPr sz="1733"/>
            </a:lvl5pPr>
            <a:lvl6pPr lvl="5" algn="l" rtl="0">
              <a:spcBef>
                <a:spcPts val="0"/>
              </a:spcBef>
              <a:spcAft>
                <a:spcPts val="0"/>
              </a:spcAft>
              <a:buSzPts val="1300"/>
              <a:buNone/>
              <a:defRPr sz="1733"/>
            </a:lvl6pPr>
            <a:lvl7pPr lvl="6" algn="l" rtl="0">
              <a:spcBef>
                <a:spcPts val="0"/>
              </a:spcBef>
              <a:spcAft>
                <a:spcPts val="0"/>
              </a:spcAft>
              <a:buSzPts val="1300"/>
              <a:buNone/>
              <a:defRPr sz="1733"/>
            </a:lvl7pPr>
            <a:lvl8pPr lvl="7" algn="l" rtl="0">
              <a:spcBef>
                <a:spcPts val="0"/>
              </a:spcBef>
              <a:spcAft>
                <a:spcPts val="0"/>
              </a:spcAft>
              <a:buSzPts val="1300"/>
              <a:buNone/>
              <a:defRPr sz="1733"/>
            </a:lvl8pPr>
            <a:lvl9pPr lvl="8" algn="l" rtl="0">
              <a:spcBef>
                <a:spcPts val="0"/>
              </a:spcBef>
              <a:spcAft>
                <a:spcPts val="0"/>
              </a:spcAft>
              <a:buSzPts val="1300"/>
              <a:buNone/>
              <a:defRPr sz="1733"/>
            </a:lvl9pPr>
          </a:lstStyle>
          <a:p>
            <a:endParaRPr/>
          </a:p>
        </p:txBody>
      </p:sp>
      <p:sp>
        <p:nvSpPr>
          <p:cNvPr id="218" name="Google Shape;218;p51"/>
          <p:cNvSpPr txBox="1">
            <a:spLocks noGrp="1"/>
          </p:cNvSpPr>
          <p:nvPr>
            <p:ph type="sldNum" idx="12"/>
          </p:nvPr>
        </p:nvSpPr>
        <p:spPr>
          <a:xfrm>
            <a:off x="8737600" y="6356351"/>
            <a:ext cx="2844800" cy="365200"/>
          </a:xfrm>
          <a:prstGeom prst="rect">
            <a:avLst/>
          </a:prstGeom>
          <a:noFill/>
          <a:ln>
            <a:noFill/>
          </a:ln>
        </p:spPr>
        <p:txBody>
          <a:bodyPr spcFirstLastPara="1" wrap="square" lIns="83800" tIns="41900" rIns="83800" bIns="419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03837985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19"/>
        <p:cNvGrpSpPr/>
        <p:nvPr/>
      </p:nvGrpSpPr>
      <p:grpSpPr>
        <a:xfrm>
          <a:off x="0" y="0"/>
          <a:ext cx="0" cy="0"/>
          <a:chOff x="0" y="0"/>
          <a:chExt cx="0" cy="0"/>
        </a:xfrm>
      </p:grpSpPr>
      <p:sp>
        <p:nvSpPr>
          <p:cNvPr id="220" name="Google Shape;220;p52"/>
          <p:cNvSpPr txBox="1">
            <a:spLocks noGrp="1"/>
          </p:cNvSpPr>
          <p:nvPr>
            <p:ph type="title"/>
          </p:nvPr>
        </p:nvSpPr>
        <p:spPr>
          <a:xfrm>
            <a:off x="609600" y="274637"/>
            <a:ext cx="10972800" cy="1143200"/>
          </a:xfrm>
          <a:prstGeom prst="rect">
            <a:avLst/>
          </a:prstGeom>
          <a:noFill/>
          <a:ln>
            <a:noFill/>
          </a:ln>
        </p:spPr>
        <p:txBody>
          <a:bodyPr spcFirstLastPara="1" wrap="square" lIns="83800" tIns="41900" rIns="83800" bIns="41900" anchor="ctr" anchorCtr="0">
            <a:normAutofit/>
          </a:bodyPr>
          <a:lstStyle>
            <a:lvl1pPr lvl="0" algn="ctr" rtl="0">
              <a:spcBef>
                <a:spcPts val="0"/>
              </a:spcBef>
              <a:spcAft>
                <a:spcPts val="0"/>
              </a:spcAft>
              <a:buClr>
                <a:schemeClr val="lt1"/>
              </a:buClr>
              <a:buSzPts val="17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221" name="Google Shape;221;p52"/>
          <p:cNvSpPr txBox="1">
            <a:spLocks noGrp="1"/>
          </p:cNvSpPr>
          <p:nvPr>
            <p:ph type="body" idx="1"/>
          </p:nvPr>
        </p:nvSpPr>
        <p:spPr>
          <a:xfrm>
            <a:off x="609600" y="1600200"/>
            <a:ext cx="10972800" cy="4526000"/>
          </a:xfrm>
          <a:prstGeom prst="rect">
            <a:avLst/>
          </a:prstGeom>
          <a:noFill/>
          <a:ln>
            <a:noFill/>
          </a:ln>
        </p:spPr>
        <p:txBody>
          <a:bodyPr spcFirstLastPara="1" wrap="square" lIns="83800" tIns="41900" rIns="83800" bIns="41900" anchor="t" anchorCtr="0">
            <a:normAutofit/>
          </a:bodyPr>
          <a:lstStyle>
            <a:lvl1pPr marL="609585" lvl="0" indent="-448722" algn="l" rtl="0">
              <a:spcBef>
                <a:spcPts val="400"/>
              </a:spcBef>
              <a:spcAft>
                <a:spcPts val="0"/>
              </a:spcAft>
              <a:buClr>
                <a:schemeClr val="lt1"/>
              </a:buClr>
              <a:buSzPts val="1700"/>
              <a:buChar char="•"/>
              <a:defRPr/>
            </a:lvl1pPr>
            <a:lvl2pPr marL="1219170" lvl="1" indent="-448722" algn="l" rtl="0">
              <a:spcBef>
                <a:spcPts val="400"/>
              </a:spcBef>
              <a:spcAft>
                <a:spcPts val="0"/>
              </a:spcAft>
              <a:buClr>
                <a:schemeClr val="lt1"/>
              </a:buClr>
              <a:buSzPts val="1700"/>
              <a:buChar char="•"/>
              <a:defRPr/>
            </a:lvl2pPr>
            <a:lvl3pPr marL="1828754" lvl="2" indent="-448722" algn="l" rtl="0">
              <a:spcBef>
                <a:spcPts val="400"/>
              </a:spcBef>
              <a:spcAft>
                <a:spcPts val="0"/>
              </a:spcAft>
              <a:buClr>
                <a:schemeClr val="lt1"/>
              </a:buClr>
              <a:buSzPts val="1700"/>
              <a:buChar char="•"/>
              <a:defRPr/>
            </a:lvl3pPr>
            <a:lvl4pPr marL="2438339" lvl="3" indent="-448722" algn="l" rtl="0">
              <a:spcBef>
                <a:spcPts val="400"/>
              </a:spcBef>
              <a:spcAft>
                <a:spcPts val="0"/>
              </a:spcAft>
              <a:buClr>
                <a:schemeClr val="lt1"/>
              </a:buClr>
              <a:buSzPts val="1700"/>
              <a:buChar char="•"/>
              <a:defRPr/>
            </a:lvl4pPr>
            <a:lvl5pPr marL="3047924" lvl="4" indent="-448722" algn="l" rtl="0">
              <a:spcBef>
                <a:spcPts val="400"/>
              </a:spcBef>
              <a:spcAft>
                <a:spcPts val="0"/>
              </a:spcAft>
              <a:buClr>
                <a:schemeClr val="lt1"/>
              </a:buClr>
              <a:buSzPts val="1700"/>
              <a:buChar char="•"/>
              <a:defRPr/>
            </a:lvl5pPr>
            <a:lvl6pPr marL="3657509" lvl="5" indent="-448722" algn="l" rtl="0">
              <a:spcBef>
                <a:spcPts val="400"/>
              </a:spcBef>
              <a:spcAft>
                <a:spcPts val="0"/>
              </a:spcAft>
              <a:buClr>
                <a:schemeClr val="lt1"/>
              </a:buClr>
              <a:buSzPts val="1700"/>
              <a:buChar char="•"/>
              <a:defRPr/>
            </a:lvl6pPr>
            <a:lvl7pPr marL="4267093" lvl="6" indent="-448722" algn="l" rtl="0">
              <a:spcBef>
                <a:spcPts val="400"/>
              </a:spcBef>
              <a:spcAft>
                <a:spcPts val="0"/>
              </a:spcAft>
              <a:buClr>
                <a:schemeClr val="lt1"/>
              </a:buClr>
              <a:buSzPts val="1700"/>
              <a:buChar char="•"/>
              <a:defRPr/>
            </a:lvl7pPr>
            <a:lvl8pPr marL="4876678" lvl="7" indent="-448722" algn="l" rtl="0">
              <a:spcBef>
                <a:spcPts val="400"/>
              </a:spcBef>
              <a:spcAft>
                <a:spcPts val="0"/>
              </a:spcAft>
              <a:buClr>
                <a:schemeClr val="lt1"/>
              </a:buClr>
              <a:buSzPts val="1700"/>
              <a:buChar char="•"/>
              <a:defRPr/>
            </a:lvl8pPr>
            <a:lvl9pPr marL="5486263" lvl="8" indent="-448722" algn="l" rtl="0">
              <a:spcBef>
                <a:spcPts val="400"/>
              </a:spcBef>
              <a:spcAft>
                <a:spcPts val="0"/>
              </a:spcAft>
              <a:buClr>
                <a:schemeClr val="lt1"/>
              </a:buClr>
              <a:buSzPts val="1700"/>
              <a:buChar char="•"/>
              <a:defRPr/>
            </a:lvl9pPr>
          </a:lstStyle>
          <a:p>
            <a:endParaRPr/>
          </a:p>
        </p:txBody>
      </p:sp>
      <p:sp>
        <p:nvSpPr>
          <p:cNvPr id="222" name="Google Shape;222;p52"/>
          <p:cNvSpPr txBox="1">
            <a:spLocks noGrp="1"/>
          </p:cNvSpPr>
          <p:nvPr>
            <p:ph type="dt" idx="10"/>
          </p:nvPr>
        </p:nvSpPr>
        <p:spPr>
          <a:xfrm>
            <a:off x="609600" y="6356351"/>
            <a:ext cx="2844800" cy="365200"/>
          </a:xfrm>
          <a:prstGeom prst="rect">
            <a:avLst/>
          </a:prstGeom>
          <a:noFill/>
          <a:ln>
            <a:noFill/>
          </a:ln>
        </p:spPr>
        <p:txBody>
          <a:bodyPr spcFirstLastPara="1" wrap="square" lIns="83800" tIns="41900" rIns="83800" bIns="41900" anchor="ctr" anchorCtr="0">
            <a:noAutofit/>
          </a:bodyPr>
          <a:lstStyle>
            <a:lvl1pPr lvl="0" algn="l" rtl="0">
              <a:spcBef>
                <a:spcPts val="0"/>
              </a:spcBef>
              <a:spcAft>
                <a:spcPts val="0"/>
              </a:spcAft>
              <a:buSzPts val="1300"/>
              <a:buNone/>
              <a:defRPr sz="1733"/>
            </a:lvl1pPr>
            <a:lvl2pPr lvl="1" algn="l" rtl="0">
              <a:spcBef>
                <a:spcPts val="0"/>
              </a:spcBef>
              <a:spcAft>
                <a:spcPts val="0"/>
              </a:spcAft>
              <a:buSzPts val="1300"/>
              <a:buNone/>
              <a:defRPr sz="1733"/>
            </a:lvl2pPr>
            <a:lvl3pPr lvl="2" algn="l" rtl="0">
              <a:spcBef>
                <a:spcPts val="0"/>
              </a:spcBef>
              <a:spcAft>
                <a:spcPts val="0"/>
              </a:spcAft>
              <a:buSzPts val="1300"/>
              <a:buNone/>
              <a:defRPr sz="1733"/>
            </a:lvl3pPr>
            <a:lvl4pPr lvl="3" algn="l" rtl="0">
              <a:spcBef>
                <a:spcPts val="0"/>
              </a:spcBef>
              <a:spcAft>
                <a:spcPts val="0"/>
              </a:spcAft>
              <a:buSzPts val="1300"/>
              <a:buNone/>
              <a:defRPr sz="1733"/>
            </a:lvl4pPr>
            <a:lvl5pPr lvl="4" algn="l" rtl="0">
              <a:spcBef>
                <a:spcPts val="0"/>
              </a:spcBef>
              <a:spcAft>
                <a:spcPts val="0"/>
              </a:spcAft>
              <a:buSzPts val="1300"/>
              <a:buNone/>
              <a:defRPr sz="1733"/>
            </a:lvl5pPr>
            <a:lvl6pPr lvl="5" algn="l" rtl="0">
              <a:spcBef>
                <a:spcPts val="0"/>
              </a:spcBef>
              <a:spcAft>
                <a:spcPts val="0"/>
              </a:spcAft>
              <a:buSzPts val="1300"/>
              <a:buNone/>
              <a:defRPr sz="1733"/>
            </a:lvl6pPr>
            <a:lvl7pPr lvl="6" algn="l" rtl="0">
              <a:spcBef>
                <a:spcPts val="0"/>
              </a:spcBef>
              <a:spcAft>
                <a:spcPts val="0"/>
              </a:spcAft>
              <a:buSzPts val="1300"/>
              <a:buNone/>
              <a:defRPr sz="1733"/>
            </a:lvl7pPr>
            <a:lvl8pPr lvl="7" algn="l" rtl="0">
              <a:spcBef>
                <a:spcPts val="0"/>
              </a:spcBef>
              <a:spcAft>
                <a:spcPts val="0"/>
              </a:spcAft>
              <a:buSzPts val="1300"/>
              <a:buNone/>
              <a:defRPr sz="1733"/>
            </a:lvl8pPr>
            <a:lvl9pPr lvl="8" algn="l" rtl="0">
              <a:spcBef>
                <a:spcPts val="0"/>
              </a:spcBef>
              <a:spcAft>
                <a:spcPts val="0"/>
              </a:spcAft>
              <a:buSzPts val="1300"/>
              <a:buNone/>
              <a:defRPr sz="1733"/>
            </a:lvl9pPr>
          </a:lstStyle>
          <a:p>
            <a:endParaRPr/>
          </a:p>
        </p:txBody>
      </p:sp>
      <p:sp>
        <p:nvSpPr>
          <p:cNvPr id="223" name="Google Shape;223;p52"/>
          <p:cNvSpPr txBox="1">
            <a:spLocks noGrp="1"/>
          </p:cNvSpPr>
          <p:nvPr>
            <p:ph type="ftr" idx="11"/>
          </p:nvPr>
        </p:nvSpPr>
        <p:spPr>
          <a:xfrm>
            <a:off x="4165600" y="6356351"/>
            <a:ext cx="3860800" cy="365200"/>
          </a:xfrm>
          <a:prstGeom prst="rect">
            <a:avLst/>
          </a:prstGeom>
          <a:noFill/>
          <a:ln>
            <a:noFill/>
          </a:ln>
        </p:spPr>
        <p:txBody>
          <a:bodyPr spcFirstLastPara="1" wrap="square" lIns="83800" tIns="41900" rIns="83800" bIns="41900" anchor="ctr" anchorCtr="0">
            <a:noAutofit/>
          </a:bodyPr>
          <a:lstStyle>
            <a:lvl1pPr lvl="0" algn="ctr" rtl="0">
              <a:spcBef>
                <a:spcPts val="0"/>
              </a:spcBef>
              <a:spcAft>
                <a:spcPts val="0"/>
              </a:spcAft>
              <a:buSzPts val="1300"/>
              <a:buNone/>
              <a:defRPr sz="1733"/>
            </a:lvl1pPr>
            <a:lvl2pPr lvl="1" algn="l" rtl="0">
              <a:spcBef>
                <a:spcPts val="0"/>
              </a:spcBef>
              <a:spcAft>
                <a:spcPts val="0"/>
              </a:spcAft>
              <a:buSzPts val="1300"/>
              <a:buNone/>
              <a:defRPr sz="1733"/>
            </a:lvl2pPr>
            <a:lvl3pPr lvl="2" algn="l" rtl="0">
              <a:spcBef>
                <a:spcPts val="0"/>
              </a:spcBef>
              <a:spcAft>
                <a:spcPts val="0"/>
              </a:spcAft>
              <a:buSzPts val="1300"/>
              <a:buNone/>
              <a:defRPr sz="1733"/>
            </a:lvl3pPr>
            <a:lvl4pPr lvl="3" algn="l" rtl="0">
              <a:spcBef>
                <a:spcPts val="0"/>
              </a:spcBef>
              <a:spcAft>
                <a:spcPts val="0"/>
              </a:spcAft>
              <a:buSzPts val="1300"/>
              <a:buNone/>
              <a:defRPr sz="1733"/>
            </a:lvl4pPr>
            <a:lvl5pPr lvl="4" algn="l" rtl="0">
              <a:spcBef>
                <a:spcPts val="0"/>
              </a:spcBef>
              <a:spcAft>
                <a:spcPts val="0"/>
              </a:spcAft>
              <a:buSzPts val="1300"/>
              <a:buNone/>
              <a:defRPr sz="1733"/>
            </a:lvl5pPr>
            <a:lvl6pPr lvl="5" algn="l" rtl="0">
              <a:spcBef>
                <a:spcPts val="0"/>
              </a:spcBef>
              <a:spcAft>
                <a:spcPts val="0"/>
              </a:spcAft>
              <a:buSzPts val="1300"/>
              <a:buNone/>
              <a:defRPr sz="1733"/>
            </a:lvl6pPr>
            <a:lvl7pPr lvl="6" algn="l" rtl="0">
              <a:spcBef>
                <a:spcPts val="0"/>
              </a:spcBef>
              <a:spcAft>
                <a:spcPts val="0"/>
              </a:spcAft>
              <a:buSzPts val="1300"/>
              <a:buNone/>
              <a:defRPr sz="1733"/>
            </a:lvl7pPr>
            <a:lvl8pPr lvl="7" algn="l" rtl="0">
              <a:spcBef>
                <a:spcPts val="0"/>
              </a:spcBef>
              <a:spcAft>
                <a:spcPts val="0"/>
              </a:spcAft>
              <a:buSzPts val="1300"/>
              <a:buNone/>
              <a:defRPr sz="1733"/>
            </a:lvl8pPr>
            <a:lvl9pPr lvl="8" algn="l" rtl="0">
              <a:spcBef>
                <a:spcPts val="0"/>
              </a:spcBef>
              <a:spcAft>
                <a:spcPts val="0"/>
              </a:spcAft>
              <a:buSzPts val="1300"/>
              <a:buNone/>
              <a:defRPr sz="1733"/>
            </a:lvl9pPr>
          </a:lstStyle>
          <a:p>
            <a:endParaRPr/>
          </a:p>
        </p:txBody>
      </p:sp>
      <p:sp>
        <p:nvSpPr>
          <p:cNvPr id="224" name="Google Shape;224;p52"/>
          <p:cNvSpPr txBox="1">
            <a:spLocks noGrp="1"/>
          </p:cNvSpPr>
          <p:nvPr>
            <p:ph type="sldNum" idx="12"/>
          </p:nvPr>
        </p:nvSpPr>
        <p:spPr>
          <a:xfrm>
            <a:off x="8737600" y="6356351"/>
            <a:ext cx="2844800" cy="365200"/>
          </a:xfrm>
          <a:prstGeom prst="rect">
            <a:avLst/>
          </a:prstGeom>
          <a:noFill/>
          <a:ln>
            <a:noFill/>
          </a:ln>
        </p:spPr>
        <p:txBody>
          <a:bodyPr spcFirstLastPara="1" wrap="square" lIns="83800" tIns="41900" rIns="83800" bIns="419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1449431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25"/>
        <p:cNvGrpSpPr/>
        <p:nvPr/>
      </p:nvGrpSpPr>
      <p:grpSpPr>
        <a:xfrm>
          <a:off x="0" y="0"/>
          <a:ext cx="0" cy="0"/>
          <a:chOff x="0" y="0"/>
          <a:chExt cx="0" cy="0"/>
        </a:xfrm>
      </p:grpSpPr>
      <p:sp>
        <p:nvSpPr>
          <p:cNvPr id="226" name="Google Shape;226;p53"/>
          <p:cNvSpPr txBox="1">
            <a:spLocks noGrp="1"/>
          </p:cNvSpPr>
          <p:nvPr>
            <p:ph type="title"/>
          </p:nvPr>
        </p:nvSpPr>
        <p:spPr>
          <a:xfrm>
            <a:off x="415600" y="2867800"/>
            <a:ext cx="11360800" cy="1122400"/>
          </a:xfrm>
          <a:prstGeom prst="rect">
            <a:avLst/>
          </a:prstGeom>
        </p:spPr>
        <p:txBody>
          <a:bodyPr spcFirstLastPara="1" wrap="square" lIns="34275" tIns="34275" rIns="34275" bIns="34275" anchor="ctr" anchorCtr="0">
            <a:noAutofit/>
          </a:bodyPr>
          <a:lstStyle>
            <a:lvl1pPr lvl="0" algn="ctr" rtl="0">
              <a:spcBef>
                <a:spcPts val="0"/>
              </a:spcBef>
              <a:spcAft>
                <a:spcPts val="0"/>
              </a:spcAft>
              <a:buSzPts val="3600"/>
              <a:buNone/>
              <a:defRPr sz="48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227" name="Google Shape;227;p53"/>
          <p:cNvSpPr txBox="1">
            <a:spLocks noGrp="1"/>
          </p:cNvSpPr>
          <p:nvPr>
            <p:ph type="sldNum" idx="12"/>
          </p:nvPr>
        </p:nvSpPr>
        <p:spPr>
          <a:xfrm>
            <a:off x="11296611" y="6217623"/>
            <a:ext cx="731600" cy="524800"/>
          </a:xfrm>
          <a:prstGeom prst="rect">
            <a:avLst/>
          </a:prstGeom>
        </p:spPr>
        <p:txBody>
          <a:bodyPr spcFirstLastPara="1" wrap="square" lIns="19050" tIns="19050" rIns="19050" bIns="1905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95499326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34"/>
        <p:cNvGrpSpPr/>
        <p:nvPr/>
      </p:nvGrpSpPr>
      <p:grpSpPr>
        <a:xfrm>
          <a:off x="0" y="0"/>
          <a:ext cx="0" cy="0"/>
          <a:chOff x="0" y="0"/>
          <a:chExt cx="0" cy="0"/>
        </a:xfrm>
      </p:grpSpPr>
      <p:sp>
        <p:nvSpPr>
          <p:cNvPr id="235" name="Google Shape;235;p55"/>
          <p:cNvSpPr txBox="1">
            <a:spLocks noGrp="1"/>
          </p:cNvSpPr>
          <p:nvPr>
            <p:ph type="ctrTitle"/>
          </p:nvPr>
        </p:nvSpPr>
        <p:spPr>
          <a:xfrm>
            <a:off x="914400" y="2130425"/>
            <a:ext cx="10363200" cy="14700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36" name="Google Shape;236;p55"/>
          <p:cNvSpPr txBox="1">
            <a:spLocks noGrp="1"/>
          </p:cNvSpPr>
          <p:nvPr>
            <p:ph type="subTitle" idx="1"/>
          </p:nvPr>
        </p:nvSpPr>
        <p:spPr>
          <a:xfrm>
            <a:off x="1828800" y="3886200"/>
            <a:ext cx="8534400" cy="1752400"/>
          </a:xfrm>
          <a:prstGeom prst="rect">
            <a:avLst/>
          </a:prstGeom>
          <a:noFill/>
          <a:ln>
            <a:noFill/>
          </a:ln>
        </p:spPr>
        <p:txBody>
          <a:bodyPr spcFirstLastPara="1" wrap="square" lIns="91425" tIns="45700" rIns="91425" bIns="45700" anchor="t" anchorCtr="0">
            <a:noAutofit/>
          </a:bodyPr>
          <a:lstStyle>
            <a:lvl1pPr lvl="0" algn="ctr" rtl="0">
              <a:spcBef>
                <a:spcPts val="667"/>
              </a:spcBef>
              <a:spcAft>
                <a:spcPts val="0"/>
              </a:spcAft>
              <a:buClr>
                <a:srgbClr val="888888"/>
              </a:buClr>
              <a:buSzPts val="2400"/>
              <a:buNone/>
              <a:defRPr>
                <a:solidFill>
                  <a:srgbClr val="888888"/>
                </a:solidFill>
              </a:defRPr>
            </a:lvl1pPr>
            <a:lvl2pPr lvl="1" algn="ctr" rtl="0">
              <a:spcBef>
                <a:spcPts val="533"/>
              </a:spcBef>
              <a:spcAft>
                <a:spcPts val="0"/>
              </a:spcAft>
              <a:buClr>
                <a:srgbClr val="888888"/>
              </a:buClr>
              <a:buSzPts val="2100"/>
              <a:buNone/>
              <a:defRPr>
                <a:solidFill>
                  <a:srgbClr val="888888"/>
                </a:solidFill>
              </a:defRPr>
            </a:lvl2pPr>
            <a:lvl3pPr lvl="2" algn="ctr" rtl="0">
              <a:spcBef>
                <a:spcPts val="533"/>
              </a:spcBef>
              <a:spcAft>
                <a:spcPts val="0"/>
              </a:spcAft>
              <a:buClr>
                <a:srgbClr val="888888"/>
              </a:buClr>
              <a:buSzPts val="1800"/>
              <a:buNone/>
              <a:defRPr>
                <a:solidFill>
                  <a:srgbClr val="888888"/>
                </a:solidFill>
              </a:defRPr>
            </a:lvl3pPr>
            <a:lvl4pPr lvl="3" algn="ctr" rtl="0">
              <a:spcBef>
                <a:spcPts val="400"/>
              </a:spcBef>
              <a:spcAft>
                <a:spcPts val="0"/>
              </a:spcAft>
              <a:buClr>
                <a:srgbClr val="888888"/>
              </a:buClr>
              <a:buSzPts val="1500"/>
              <a:buNone/>
              <a:defRPr>
                <a:solidFill>
                  <a:srgbClr val="888888"/>
                </a:solidFill>
              </a:defRPr>
            </a:lvl4pPr>
            <a:lvl5pPr lvl="4" algn="ctr" rtl="0">
              <a:spcBef>
                <a:spcPts val="400"/>
              </a:spcBef>
              <a:spcAft>
                <a:spcPts val="0"/>
              </a:spcAft>
              <a:buClr>
                <a:srgbClr val="888888"/>
              </a:buClr>
              <a:buSzPts val="1500"/>
              <a:buNone/>
              <a:defRPr>
                <a:solidFill>
                  <a:srgbClr val="888888"/>
                </a:solidFill>
              </a:defRPr>
            </a:lvl5pPr>
            <a:lvl6pPr lvl="5" algn="ctr" rtl="0">
              <a:spcBef>
                <a:spcPts val="400"/>
              </a:spcBef>
              <a:spcAft>
                <a:spcPts val="0"/>
              </a:spcAft>
              <a:buClr>
                <a:srgbClr val="888888"/>
              </a:buClr>
              <a:buSzPts val="1500"/>
              <a:buNone/>
              <a:defRPr>
                <a:solidFill>
                  <a:srgbClr val="888888"/>
                </a:solidFill>
              </a:defRPr>
            </a:lvl6pPr>
            <a:lvl7pPr lvl="6" algn="ctr" rtl="0">
              <a:spcBef>
                <a:spcPts val="400"/>
              </a:spcBef>
              <a:spcAft>
                <a:spcPts val="0"/>
              </a:spcAft>
              <a:buClr>
                <a:srgbClr val="888888"/>
              </a:buClr>
              <a:buSzPts val="1500"/>
              <a:buNone/>
              <a:defRPr>
                <a:solidFill>
                  <a:srgbClr val="888888"/>
                </a:solidFill>
              </a:defRPr>
            </a:lvl7pPr>
            <a:lvl8pPr lvl="7" algn="ctr" rtl="0">
              <a:spcBef>
                <a:spcPts val="400"/>
              </a:spcBef>
              <a:spcAft>
                <a:spcPts val="0"/>
              </a:spcAft>
              <a:buClr>
                <a:srgbClr val="888888"/>
              </a:buClr>
              <a:buSzPts val="1500"/>
              <a:buNone/>
              <a:defRPr>
                <a:solidFill>
                  <a:srgbClr val="888888"/>
                </a:solidFill>
              </a:defRPr>
            </a:lvl8pPr>
            <a:lvl9pPr lvl="8" algn="ctr" rtl="0">
              <a:spcBef>
                <a:spcPts val="400"/>
              </a:spcBef>
              <a:spcAft>
                <a:spcPts val="0"/>
              </a:spcAft>
              <a:buClr>
                <a:srgbClr val="888888"/>
              </a:buClr>
              <a:buSzPts val="1500"/>
              <a:buNone/>
              <a:defRPr>
                <a:solidFill>
                  <a:srgbClr val="888888"/>
                </a:solidFill>
              </a:defRPr>
            </a:lvl9pPr>
          </a:lstStyle>
          <a:p>
            <a:endParaRPr/>
          </a:p>
        </p:txBody>
      </p:sp>
      <p:sp>
        <p:nvSpPr>
          <p:cNvPr id="237" name="Google Shape;237;p55"/>
          <p:cNvSpPr txBox="1">
            <a:spLocks noGrp="1"/>
          </p:cNvSpPr>
          <p:nvPr>
            <p:ph type="dt" idx="10"/>
          </p:nvPr>
        </p:nvSpPr>
        <p:spPr>
          <a:xfrm>
            <a:off x="609600" y="6356351"/>
            <a:ext cx="2844800" cy="365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8" name="Google Shape;238;p55"/>
          <p:cNvSpPr txBox="1">
            <a:spLocks noGrp="1"/>
          </p:cNvSpPr>
          <p:nvPr>
            <p:ph type="ftr" idx="11"/>
          </p:nvPr>
        </p:nvSpPr>
        <p:spPr>
          <a:xfrm>
            <a:off x="4165600" y="6356351"/>
            <a:ext cx="3860800" cy="3652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9" name="Google Shape;239;p55"/>
          <p:cNvSpPr txBox="1">
            <a:spLocks noGrp="1"/>
          </p:cNvSpPr>
          <p:nvPr>
            <p:ph type="sldNum" idx="12"/>
          </p:nvPr>
        </p:nvSpPr>
        <p:spPr>
          <a:xfrm>
            <a:off x="8737600" y="6356351"/>
            <a:ext cx="2844800" cy="3652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28818763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40"/>
        <p:cNvGrpSpPr/>
        <p:nvPr/>
      </p:nvGrpSpPr>
      <p:grpSpPr>
        <a:xfrm>
          <a:off x="0" y="0"/>
          <a:ext cx="0" cy="0"/>
          <a:chOff x="0" y="0"/>
          <a:chExt cx="0" cy="0"/>
        </a:xfrm>
      </p:grpSpPr>
      <p:sp>
        <p:nvSpPr>
          <p:cNvPr id="241" name="Google Shape;241;p56"/>
          <p:cNvSpPr txBox="1">
            <a:spLocks noGrp="1"/>
          </p:cNvSpPr>
          <p:nvPr>
            <p:ph type="title"/>
          </p:nvPr>
        </p:nvSpPr>
        <p:spPr>
          <a:xfrm>
            <a:off x="609600" y="274639"/>
            <a:ext cx="10972800" cy="11432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42" name="Google Shape;242;p56"/>
          <p:cNvSpPr txBox="1">
            <a:spLocks noGrp="1"/>
          </p:cNvSpPr>
          <p:nvPr>
            <p:ph type="body" idx="1"/>
          </p:nvPr>
        </p:nvSpPr>
        <p:spPr>
          <a:xfrm>
            <a:off x="609600" y="1600201"/>
            <a:ext cx="10972800" cy="4526000"/>
          </a:xfrm>
          <a:prstGeom prst="rect">
            <a:avLst/>
          </a:prstGeom>
          <a:noFill/>
          <a:ln>
            <a:noFill/>
          </a:ln>
        </p:spPr>
        <p:txBody>
          <a:bodyPr spcFirstLastPara="1" wrap="square" lIns="91425" tIns="45700" rIns="91425" bIns="45700" anchor="t" anchorCtr="0">
            <a:noAutofit/>
          </a:bodyPr>
          <a:lstStyle>
            <a:lvl1pPr marL="609585" lvl="0" indent="-457189" algn="l" rtl="0">
              <a:spcBef>
                <a:spcPts val="533"/>
              </a:spcBef>
              <a:spcAft>
                <a:spcPts val="0"/>
              </a:spcAft>
              <a:buClr>
                <a:schemeClr val="dk1"/>
              </a:buClr>
              <a:buSzPts val="1800"/>
              <a:buChar char="•"/>
              <a:defRPr/>
            </a:lvl1pPr>
            <a:lvl2pPr marL="1219170" lvl="1" indent="-457189" algn="l" rtl="0">
              <a:spcBef>
                <a:spcPts val="533"/>
              </a:spcBef>
              <a:spcAft>
                <a:spcPts val="0"/>
              </a:spcAft>
              <a:buClr>
                <a:schemeClr val="dk1"/>
              </a:buClr>
              <a:buSzPts val="1800"/>
              <a:buChar char="–"/>
              <a:defRPr/>
            </a:lvl2pPr>
            <a:lvl3pPr marL="1828754" lvl="2" indent="-457189" algn="l" rtl="0">
              <a:spcBef>
                <a:spcPts val="533"/>
              </a:spcBef>
              <a:spcAft>
                <a:spcPts val="0"/>
              </a:spcAft>
              <a:buClr>
                <a:schemeClr val="dk1"/>
              </a:buClr>
              <a:buSzPts val="1800"/>
              <a:buChar char="•"/>
              <a:defRPr/>
            </a:lvl3pPr>
            <a:lvl4pPr marL="2438339" lvl="3" indent="-457189" algn="l" rtl="0">
              <a:spcBef>
                <a:spcPts val="533"/>
              </a:spcBef>
              <a:spcAft>
                <a:spcPts val="0"/>
              </a:spcAft>
              <a:buClr>
                <a:schemeClr val="dk1"/>
              </a:buClr>
              <a:buSzPts val="1800"/>
              <a:buChar char="–"/>
              <a:defRPr/>
            </a:lvl4pPr>
            <a:lvl5pPr marL="3047924" lvl="4" indent="-457189" algn="l" rtl="0">
              <a:spcBef>
                <a:spcPts val="533"/>
              </a:spcBef>
              <a:spcAft>
                <a:spcPts val="0"/>
              </a:spcAft>
              <a:buClr>
                <a:schemeClr val="dk1"/>
              </a:buClr>
              <a:buSzPts val="1800"/>
              <a:buChar char="»"/>
              <a:defRPr/>
            </a:lvl5pPr>
            <a:lvl6pPr marL="3657509" lvl="5" indent="-457189" algn="l" rtl="0">
              <a:spcBef>
                <a:spcPts val="533"/>
              </a:spcBef>
              <a:spcAft>
                <a:spcPts val="0"/>
              </a:spcAft>
              <a:buClr>
                <a:schemeClr val="dk1"/>
              </a:buClr>
              <a:buSzPts val="1800"/>
              <a:buChar char="•"/>
              <a:defRPr/>
            </a:lvl6pPr>
            <a:lvl7pPr marL="4267093" lvl="6" indent="-457189" algn="l" rtl="0">
              <a:spcBef>
                <a:spcPts val="533"/>
              </a:spcBef>
              <a:spcAft>
                <a:spcPts val="0"/>
              </a:spcAft>
              <a:buClr>
                <a:schemeClr val="dk1"/>
              </a:buClr>
              <a:buSzPts val="1800"/>
              <a:buChar char="•"/>
              <a:defRPr/>
            </a:lvl7pPr>
            <a:lvl8pPr marL="4876678" lvl="7" indent="-457189" algn="l" rtl="0">
              <a:spcBef>
                <a:spcPts val="533"/>
              </a:spcBef>
              <a:spcAft>
                <a:spcPts val="0"/>
              </a:spcAft>
              <a:buClr>
                <a:schemeClr val="dk1"/>
              </a:buClr>
              <a:buSzPts val="1800"/>
              <a:buChar char="•"/>
              <a:defRPr/>
            </a:lvl8pPr>
            <a:lvl9pPr marL="5486263" lvl="8" indent="-457189" algn="l" rtl="0">
              <a:spcBef>
                <a:spcPts val="533"/>
              </a:spcBef>
              <a:spcAft>
                <a:spcPts val="0"/>
              </a:spcAft>
              <a:buClr>
                <a:schemeClr val="dk1"/>
              </a:buClr>
              <a:buSzPts val="1800"/>
              <a:buChar char="•"/>
              <a:defRPr/>
            </a:lvl9pPr>
          </a:lstStyle>
          <a:p>
            <a:endParaRPr/>
          </a:p>
        </p:txBody>
      </p:sp>
      <p:sp>
        <p:nvSpPr>
          <p:cNvPr id="243" name="Google Shape;243;p56"/>
          <p:cNvSpPr txBox="1">
            <a:spLocks noGrp="1"/>
          </p:cNvSpPr>
          <p:nvPr>
            <p:ph type="dt" idx="10"/>
          </p:nvPr>
        </p:nvSpPr>
        <p:spPr>
          <a:xfrm>
            <a:off x="609600" y="6356351"/>
            <a:ext cx="2844800" cy="365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4" name="Google Shape;244;p56"/>
          <p:cNvSpPr txBox="1">
            <a:spLocks noGrp="1"/>
          </p:cNvSpPr>
          <p:nvPr>
            <p:ph type="ftr" idx="11"/>
          </p:nvPr>
        </p:nvSpPr>
        <p:spPr>
          <a:xfrm>
            <a:off x="4165600" y="6356351"/>
            <a:ext cx="3860800" cy="3652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5" name="Google Shape;245;p56"/>
          <p:cNvSpPr txBox="1">
            <a:spLocks noGrp="1"/>
          </p:cNvSpPr>
          <p:nvPr>
            <p:ph type="sldNum" idx="12"/>
          </p:nvPr>
        </p:nvSpPr>
        <p:spPr>
          <a:xfrm>
            <a:off x="8737600" y="6356351"/>
            <a:ext cx="2844800" cy="3652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03610125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46"/>
        <p:cNvGrpSpPr/>
        <p:nvPr/>
      </p:nvGrpSpPr>
      <p:grpSpPr>
        <a:xfrm>
          <a:off x="0" y="0"/>
          <a:ext cx="0" cy="0"/>
          <a:chOff x="0" y="0"/>
          <a:chExt cx="0" cy="0"/>
        </a:xfrm>
      </p:grpSpPr>
      <p:sp>
        <p:nvSpPr>
          <p:cNvPr id="247" name="Google Shape;247;p57"/>
          <p:cNvSpPr txBox="1">
            <a:spLocks noGrp="1"/>
          </p:cNvSpPr>
          <p:nvPr>
            <p:ph type="dt" idx="10"/>
          </p:nvPr>
        </p:nvSpPr>
        <p:spPr>
          <a:xfrm>
            <a:off x="609600" y="6356351"/>
            <a:ext cx="2844800" cy="365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8" name="Google Shape;248;p57"/>
          <p:cNvSpPr txBox="1">
            <a:spLocks noGrp="1"/>
          </p:cNvSpPr>
          <p:nvPr>
            <p:ph type="ftr" idx="11"/>
          </p:nvPr>
        </p:nvSpPr>
        <p:spPr>
          <a:xfrm>
            <a:off x="4165600" y="6356351"/>
            <a:ext cx="3860800" cy="3652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9" name="Google Shape;249;p57"/>
          <p:cNvSpPr txBox="1">
            <a:spLocks noGrp="1"/>
          </p:cNvSpPr>
          <p:nvPr>
            <p:ph type="sldNum" idx="12"/>
          </p:nvPr>
        </p:nvSpPr>
        <p:spPr>
          <a:xfrm>
            <a:off x="8737600" y="6356351"/>
            <a:ext cx="2844800" cy="3652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09535270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x" type="tx">
  <p:cSld name="tx">
    <p:spTree>
      <p:nvGrpSpPr>
        <p:cNvPr id="1" name="Shape 250"/>
        <p:cNvGrpSpPr/>
        <p:nvPr/>
      </p:nvGrpSpPr>
      <p:grpSpPr>
        <a:xfrm>
          <a:off x="0" y="0"/>
          <a:ext cx="0" cy="0"/>
          <a:chOff x="0" y="0"/>
          <a:chExt cx="0" cy="0"/>
        </a:xfrm>
      </p:grpSpPr>
      <p:sp>
        <p:nvSpPr>
          <p:cNvPr id="251" name="Google Shape;251;p58"/>
          <p:cNvSpPr txBox="1">
            <a:spLocks noGrp="1"/>
          </p:cNvSpPr>
          <p:nvPr>
            <p:ph type="title"/>
          </p:nvPr>
        </p:nvSpPr>
        <p:spPr>
          <a:xfrm>
            <a:off x="609600" y="274637"/>
            <a:ext cx="10972800" cy="11432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Clr>
                <a:schemeClr val="dk1"/>
              </a:buClr>
              <a:buSzPts val="2700"/>
              <a:buFont typeface="Arial"/>
              <a:buNone/>
              <a:defRPr sz="3600" b="1">
                <a:solidFill>
                  <a:schemeClr val="dk1"/>
                </a:solidFill>
                <a:latin typeface="Arial"/>
                <a:ea typeface="Arial"/>
                <a:cs typeface="Arial"/>
                <a:sym typeface="Arial"/>
              </a:defRPr>
            </a:lvl1pPr>
            <a:lvl2pPr lvl="1" algn="l" rtl="0">
              <a:spcBef>
                <a:spcPts val="0"/>
              </a:spcBef>
              <a:spcAft>
                <a:spcPts val="0"/>
              </a:spcAft>
              <a:buClr>
                <a:schemeClr val="dk1"/>
              </a:buClr>
              <a:buSzPts val="2700"/>
              <a:buFont typeface="Arial"/>
              <a:buNone/>
              <a:defRPr sz="3600" b="1">
                <a:solidFill>
                  <a:schemeClr val="dk1"/>
                </a:solidFill>
                <a:latin typeface="Arial"/>
                <a:ea typeface="Arial"/>
                <a:cs typeface="Arial"/>
                <a:sym typeface="Arial"/>
              </a:defRPr>
            </a:lvl2pPr>
            <a:lvl3pPr lvl="2" algn="l" rtl="0">
              <a:spcBef>
                <a:spcPts val="0"/>
              </a:spcBef>
              <a:spcAft>
                <a:spcPts val="0"/>
              </a:spcAft>
              <a:buClr>
                <a:schemeClr val="dk1"/>
              </a:buClr>
              <a:buSzPts val="2700"/>
              <a:buFont typeface="Arial"/>
              <a:buNone/>
              <a:defRPr sz="3600" b="1">
                <a:solidFill>
                  <a:schemeClr val="dk1"/>
                </a:solidFill>
                <a:latin typeface="Arial"/>
                <a:ea typeface="Arial"/>
                <a:cs typeface="Arial"/>
                <a:sym typeface="Arial"/>
              </a:defRPr>
            </a:lvl3pPr>
            <a:lvl4pPr lvl="3" algn="l" rtl="0">
              <a:spcBef>
                <a:spcPts val="0"/>
              </a:spcBef>
              <a:spcAft>
                <a:spcPts val="0"/>
              </a:spcAft>
              <a:buClr>
                <a:schemeClr val="dk1"/>
              </a:buClr>
              <a:buSzPts val="2700"/>
              <a:buFont typeface="Arial"/>
              <a:buNone/>
              <a:defRPr sz="3600" b="1">
                <a:solidFill>
                  <a:schemeClr val="dk1"/>
                </a:solidFill>
                <a:latin typeface="Arial"/>
                <a:ea typeface="Arial"/>
                <a:cs typeface="Arial"/>
                <a:sym typeface="Arial"/>
              </a:defRPr>
            </a:lvl4pPr>
            <a:lvl5pPr lvl="4" algn="l" rtl="0">
              <a:spcBef>
                <a:spcPts val="0"/>
              </a:spcBef>
              <a:spcAft>
                <a:spcPts val="0"/>
              </a:spcAft>
              <a:buClr>
                <a:schemeClr val="dk1"/>
              </a:buClr>
              <a:buSzPts val="2700"/>
              <a:buFont typeface="Arial"/>
              <a:buNone/>
              <a:defRPr sz="3600" b="1">
                <a:solidFill>
                  <a:schemeClr val="dk1"/>
                </a:solidFill>
                <a:latin typeface="Arial"/>
                <a:ea typeface="Arial"/>
                <a:cs typeface="Arial"/>
                <a:sym typeface="Arial"/>
              </a:defRPr>
            </a:lvl5pPr>
            <a:lvl6pPr lvl="5" algn="l" rtl="0">
              <a:spcBef>
                <a:spcPts val="0"/>
              </a:spcBef>
              <a:spcAft>
                <a:spcPts val="0"/>
              </a:spcAft>
              <a:buClr>
                <a:schemeClr val="dk1"/>
              </a:buClr>
              <a:buSzPts val="2700"/>
              <a:buFont typeface="Arial"/>
              <a:buNone/>
              <a:defRPr sz="3600" b="1">
                <a:solidFill>
                  <a:schemeClr val="dk1"/>
                </a:solidFill>
                <a:latin typeface="Arial"/>
                <a:ea typeface="Arial"/>
                <a:cs typeface="Arial"/>
                <a:sym typeface="Arial"/>
              </a:defRPr>
            </a:lvl6pPr>
            <a:lvl7pPr lvl="6" algn="l" rtl="0">
              <a:spcBef>
                <a:spcPts val="0"/>
              </a:spcBef>
              <a:spcAft>
                <a:spcPts val="0"/>
              </a:spcAft>
              <a:buClr>
                <a:schemeClr val="dk1"/>
              </a:buClr>
              <a:buSzPts val="2700"/>
              <a:buFont typeface="Arial"/>
              <a:buNone/>
              <a:defRPr sz="3600" b="1">
                <a:solidFill>
                  <a:schemeClr val="dk1"/>
                </a:solidFill>
                <a:latin typeface="Arial"/>
                <a:ea typeface="Arial"/>
                <a:cs typeface="Arial"/>
                <a:sym typeface="Arial"/>
              </a:defRPr>
            </a:lvl7pPr>
            <a:lvl8pPr lvl="7" algn="l" rtl="0">
              <a:spcBef>
                <a:spcPts val="0"/>
              </a:spcBef>
              <a:spcAft>
                <a:spcPts val="0"/>
              </a:spcAft>
              <a:buClr>
                <a:schemeClr val="dk1"/>
              </a:buClr>
              <a:buSzPts val="2700"/>
              <a:buFont typeface="Arial"/>
              <a:buNone/>
              <a:defRPr sz="3600" b="1">
                <a:solidFill>
                  <a:schemeClr val="dk1"/>
                </a:solidFill>
                <a:latin typeface="Arial"/>
                <a:ea typeface="Arial"/>
                <a:cs typeface="Arial"/>
                <a:sym typeface="Arial"/>
              </a:defRPr>
            </a:lvl8pPr>
            <a:lvl9pPr lvl="8" algn="l" rtl="0">
              <a:spcBef>
                <a:spcPts val="0"/>
              </a:spcBef>
              <a:spcAft>
                <a:spcPts val="0"/>
              </a:spcAft>
              <a:buClr>
                <a:schemeClr val="dk1"/>
              </a:buClr>
              <a:buSzPts val="2700"/>
              <a:buFont typeface="Arial"/>
              <a:buNone/>
              <a:defRPr sz="3600" b="1">
                <a:solidFill>
                  <a:schemeClr val="dk1"/>
                </a:solidFill>
                <a:latin typeface="Arial"/>
                <a:ea typeface="Arial"/>
                <a:cs typeface="Arial"/>
                <a:sym typeface="Arial"/>
              </a:defRPr>
            </a:lvl9pPr>
          </a:lstStyle>
          <a:p>
            <a:endParaRPr/>
          </a:p>
        </p:txBody>
      </p:sp>
      <p:sp>
        <p:nvSpPr>
          <p:cNvPr id="252" name="Google Shape;252;p58"/>
          <p:cNvSpPr txBox="1">
            <a:spLocks noGrp="1"/>
          </p:cNvSpPr>
          <p:nvPr>
            <p:ph type="body" idx="1"/>
          </p:nvPr>
        </p:nvSpPr>
        <p:spPr>
          <a:xfrm>
            <a:off x="609600" y="1600204"/>
            <a:ext cx="10972800" cy="4967600"/>
          </a:xfrm>
          <a:prstGeom prst="rect">
            <a:avLst/>
          </a:prstGeom>
          <a:noFill/>
          <a:ln>
            <a:noFill/>
          </a:ln>
        </p:spPr>
        <p:txBody>
          <a:bodyPr spcFirstLastPara="1" wrap="square" lIns="91425" tIns="91425" rIns="91425" bIns="91425" anchor="t" anchorCtr="0">
            <a:noAutofit/>
          </a:bodyPr>
          <a:lstStyle>
            <a:lvl1pPr marL="609585" lvl="0" indent="-507987" algn="l" rtl="0">
              <a:spcBef>
                <a:spcPts val="667"/>
              </a:spcBef>
              <a:spcAft>
                <a:spcPts val="0"/>
              </a:spcAft>
              <a:buClr>
                <a:schemeClr val="dk1"/>
              </a:buClr>
              <a:buSzPts val="2400"/>
              <a:buChar char="•"/>
              <a:defRPr/>
            </a:lvl1pPr>
            <a:lvl2pPr marL="1219170" lvl="1" indent="-482588" algn="l" rtl="0">
              <a:spcBef>
                <a:spcPts val="533"/>
              </a:spcBef>
              <a:spcAft>
                <a:spcPts val="0"/>
              </a:spcAft>
              <a:buClr>
                <a:schemeClr val="dk1"/>
              </a:buClr>
              <a:buSzPts val="2100"/>
              <a:buChar char="–"/>
              <a:defRPr/>
            </a:lvl2pPr>
            <a:lvl3pPr marL="1828754" lvl="2" indent="-457189" algn="l" rtl="0">
              <a:spcBef>
                <a:spcPts val="533"/>
              </a:spcBef>
              <a:spcAft>
                <a:spcPts val="0"/>
              </a:spcAft>
              <a:buClr>
                <a:schemeClr val="dk1"/>
              </a:buClr>
              <a:buSzPts val="1800"/>
              <a:buChar char="•"/>
              <a:defRPr/>
            </a:lvl3pPr>
            <a:lvl4pPr marL="2438339" lvl="3" indent="-431789" algn="l" rtl="0">
              <a:spcBef>
                <a:spcPts val="400"/>
              </a:spcBef>
              <a:spcAft>
                <a:spcPts val="0"/>
              </a:spcAft>
              <a:buClr>
                <a:schemeClr val="dk1"/>
              </a:buClr>
              <a:buSzPts val="1500"/>
              <a:buChar char="–"/>
              <a:defRPr/>
            </a:lvl4pPr>
            <a:lvl5pPr marL="3047924" lvl="4" indent="-423323" algn="l" rtl="0">
              <a:spcBef>
                <a:spcPts val="400"/>
              </a:spcBef>
              <a:spcAft>
                <a:spcPts val="0"/>
              </a:spcAft>
              <a:buClr>
                <a:schemeClr val="dk1"/>
              </a:buClr>
              <a:buSzPts val="1400"/>
              <a:buChar char="»"/>
              <a:defRPr sz="1867"/>
            </a:lvl5pPr>
            <a:lvl6pPr marL="3657509" lvl="5" indent="-423323" algn="l" rtl="0">
              <a:spcBef>
                <a:spcPts val="400"/>
              </a:spcBef>
              <a:spcAft>
                <a:spcPts val="0"/>
              </a:spcAft>
              <a:buClr>
                <a:schemeClr val="dk1"/>
              </a:buClr>
              <a:buSzPts val="1400"/>
              <a:buChar char="•"/>
              <a:defRPr sz="1867"/>
            </a:lvl6pPr>
            <a:lvl7pPr marL="4267093" lvl="6" indent="-423323" algn="l" rtl="0">
              <a:spcBef>
                <a:spcPts val="400"/>
              </a:spcBef>
              <a:spcAft>
                <a:spcPts val="0"/>
              </a:spcAft>
              <a:buClr>
                <a:schemeClr val="dk1"/>
              </a:buClr>
              <a:buSzPts val="1400"/>
              <a:buChar char="•"/>
              <a:defRPr sz="1867"/>
            </a:lvl7pPr>
            <a:lvl8pPr marL="4876678" lvl="7" indent="-423323" algn="l" rtl="0">
              <a:spcBef>
                <a:spcPts val="400"/>
              </a:spcBef>
              <a:spcAft>
                <a:spcPts val="0"/>
              </a:spcAft>
              <a:buClr>
                <a:schemeClr val="dk1"/>
              </a:buClr>
              <a:buSzPts val="1400"/>
              <a:buChar char="•"/>
              <a:defRPr sz="1867"/>
            </a:lvl8pPr>
            <a:lvl9pPr marL="5486263" lvl="8" indent="-423323" algn="l" rtl="0">
              <a:spcBef>
                <a:spcPts val="400"/>
              </a:spcBef>
              <a:spcAft>
                <a:spcPts val="0"/>
              </a:spcAft>
              <a:buClr>
                <a:schemeClr val="dk1"/>
              </a:buClr>
              <a:buSzPts val="1400"/>
              <a:buChar char="•"/>
              <a:defRPr sz="1867"/>
            </a:lvl9pPr>
          </a:lstStyle>
          <a:p>
            <a:endParaRPr/>
          </a:p>
        </p:txBody>
      </p:sp>
    </p:spTree>
    <p:extLst>
      <p:ext uri="{BB962C8B-B14F-4D97-AF65-F5344CB8AC3E}">
        <p14:creationId xmlns:p14="http://schemas.microsoft.com/office/powerpoint/2010/main" val="51832619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Orange agenda / center title">
  <p:cSld name="Orange agenda / center title">
    <p:bg>
      <p:bgPr>
        <a:solidFill>
          <a:srgbClr val="F16938"/>
        </a:solidFill>
        <a:effectLst/>
      </p:bgPr>
    </p:bg>
    <p:spTree>
      <p:nvGrpSpPr>
        <p:cNvPr id="1" name="Shape 253"/>
        <p:cNvGrpSpPr/>
        <p:nvPr/>
      </p:nvGrpSpPr>
      <p:grpSpPr>
        <a:xfrm>
          <a:off x="0" y="0"/>
          <a:ext cx="0" cy="0"/>
          <a:chOff x="0" y="0"/>
          <a:chExt cx="0" cy="0"/>
        </a:xfrm>
      </p:grpSpPr>
      <p:sp>
        <p:nvSpPr>
          <p:cNvPr id="254" name="Google Shape;254;p59"/>
          <p:cNvSpPr txBox="1">
            <a:spLocks noGrp="1"/>
          </p:cNvSpPr>
          <p:nvPr>
            <p:ph type="title"/>
          </p:nvPr>
        </p:nvSpPr>
        <p:spPr>
          <a:xfrm>
            <a:off x="889000" y="2266951"/>
            <a:ext cx="10414000" cy="2324000"/>
          </a:xfrm>
          <a:prstGeom prst="rect">
            <a:avLst/>
          </a:prstGeom>
          <a:noFill/>
          <a:ln>
            <a:noFill/>
          </a:ln>
        </p:spPr>
        <p:txBody>
          <a:bodyPr spcFirstLastPara="1" wrap="square" lIns="50800" tIns="50800" rIns="50800" bIns="50800" anchor="ctr" anchorCtr="0">
            <a:noAutofit/>
          </a:bodyPr>
          <a:lstStyle>
            <a:lvl1pPr lvl="0" algn="l" rtl="0">
              <a:lnSpc>
                <a:spcPct val="100000"/>
              </a:lnSpc>
              <a:spcBef>
                <a:spcPts val="0"/>
              </a:spcBef>
              <a:spcAft>
                <a:spcPts val="0"/>
              </a:spcAft>
              <a:buClr>
                <a:srgbClr val="FFFFFF"/>
              </a:buClr>
              <a:buSzPts val="1800"/>
              <a:buFont typeface="Calibri"/>
              <a:buNone/>
              <a:defRPr/>
            </a:lvl1pPr>
            <a:lvl2pPr lvl="1" algn="l" rtl="0">
              <a:lnSpc>
                <a:spcPct val="100000"/>
              </a:lnSpc>
              <a:spcBef>
                <a:spcPts val="0"/>
              </a:spcBef>
              <a:spcAft>
                <a:spcPts val="0"/>
              </a:spcAft>
              <a:buClr>
                <a:srgbClr val="FFFFFF"/>
              </a:buClr>
              <a:buSzPts val="1800"/>
              <a:buNone/>
              <a:defRPr/>
            </a:lvl2pPr>
            <a:lvl3pPr lvl="2" algn="l" rtl="0">
              <a:lnSpc>
                <a:spcPct val="100000"/>
              </a:lnSpc>
              <a:spcBef>
                <a:spcPts val="0"/>
              </a:spcBef>
              <a:spcAft>
                <a:spcPts val="0"/>
              </a:spcAft>
              <a:buClr>
                <a:srgbClr val="FFFFFF"/>
              </a:buClr>
              <a:buSzPts val="1800"/>
              <a:buNone/>
              <a:defRPr/>
            </a:lvl3pPr>
            <a:lvl4pPr lvl="3" algn="l" rtl="0">
              <a:lnSpc>
                <a:spcPct val="100000"/>
              </a:lnSpc>
              <a:spcBef>
                <a:spcPts val="0"/>
              </a:spcBef>
              <a:spcAft>
                <a:spcPts val="0"/>
              </a:spcAft>
              <a:buClr>
                <a:srgbClr val="FFFFFF"/>
              </a:buClr>
              <a:buSzPts val="1800"/>
              <a:buNone/>
              <a:defRPr/>
            </a:lvl4pPr>
            <a:lvl5pPr lvl="4" algn="l" rtl="0">
              <a:lnSpc>
                <a:spcPct val="100000"/>
              </a:lnSpc>
              <a:spcBef>
                <a:spcPts val="0"/>
              </a:spcBef>
              <a:spcAft>
                <a:spcPts val="0"/>
              </a:spcAft>
              <a:buClr>
                <a:srgbClr val="FFFFFF"/>
              </a:buClr>
              <a:buSzPts val="1800"/>
              <a:buNone/>
              <a:defRPr/>
            </a:lvl5pPr>
            <a:lvl6pPr lvl="5" algn="l" rtl="0">
              <a:lnSpc>
                <a:spcPct val="100000"/>
              </a:lnSpc>
              <a:spcBef>
                <a:spcPts val="0"/>
              </a:spcBef>
              <a:spcAft>
                <a:spcPts val="0"/>
              </a:spcAft>
              <a:buClr>
                <a:srgbClr val="FFFFFF"/>
              </a:buClr>
              <a:buSzPts val="1800"/>
              <a:buNone/>
              <a:defRPr/>
            </a:lvl6pPr>
            <a:lvl7pPr lvl="6" algn="l" rtl="0">
              <a:lnSpc>
                <a:spcPct val="100000"/>
              </a:lnSpc>
              <a:spcBef>
                <a:spcPts val="0"/>
              </a:spcBef>
              <a:spcAft>
                <a:spcPts val="0"/>
              </a:spcAft>
              <a:buClr>
                <a:srgbClr val="FFFFFF"/>
              </a:buClr>
              <a:buSzPts val="1800"/>
              <a:buNone/>
              <a:defRPr/>
            </a:lvl7pPr>
            <a:lvl8pPr lvl="7" algn="l" rtl="0">
              <a:lnSpc>
                <a:spcPct val="100000"/>
              </a:lnSpc>
              <a:spcBef>
                <a:spcPts val="0"/>
              </a:spcBef>
              <a:spcAft>
                <a:spcPts val="0"/>
              </a:spcAft>
              <a:buClr>
                <a:srgbClr val="FFFFFF"/>
              </a:buClr>
              <a:buSzPts val="1800"/>
              <a:buNone/>
              <a:defRPr/>
            </a:lvl8pPr>
            <a:lvl9pPr lvl="8" algn="l" rtl="0">
              <a:lnSpc>
                <a:spcPct val="100000"/>
              </a:lnSpc>
              <a:spcBef>
                <a:spcPts val="0"/>
              </a:spcBef>
              <a:spcAft>
                <a:spcPts val="0"/>
              </a:spcAft>
              <a:buClr>
                <a:srgbClr val="FFFFFF"/>
              </a:buClr>
              <a:buSzPts val="1800"/>
              <a:buNone/>
              <a:defRPr/>
            </a:lvl9pPr>
          </a:lstStyle>
          <a:p>
            <a:endParaRPr/>
          </a:p>
        </p:txBody>
      </p:sp>
      <p:sp>
        <p:nvSpPr>
          <p:cNvPr id="255" name="Google Shape;255;p59"/>
          <p:cNvSpPr txBox="1">
            <a:spLocks noGrp="1"/>
          </p:cNvSpPr>
          <p:nvPr>
            <p:ph type="sldNum" idx="12"/>
          </p:nvPr>
        </p:nvSpPr>
        <p:spPr>
          <a:xfrm>
            <a:off x="5979515" y="6540500"/>
            <a:ext cx="226800" cy="234800"/>
          </a:xfrm>
          <a:prstGeom prst="rect">
            <a:avLst/>
          </a:prstGeom>
          <a:noFill/>
          <a:ln>
            <a:noFill/>
          </a:ln>
        </p:spPr>
        <p:txBody>
          <a:bodyPr spcFirstLastPara="1" wrap="square" lIns="50800" tIns="50800" rIns="50800" bIns="50800" anchor="t" anchorCtr="0">
            <a:noAutofit/>
          </a:bodyPr>
          <a:lstStyle>
            <a:lvl1pPr marL="0" lvl="0" indent="0" algn="ctr" rtl="0">
              <a:lnSpc>
                <a:spcPct val="100000"/>
              </a:lnSpc>
              <a:spcBef>
                <a:spcPts val="0"/>
              </a:spcBef>
              <a:spcAft>
                <a:spcPts val="0"/>
              </a:spcAft>
              <a:buClr>
                <a:srgbClr val="000000"/>
              </a:buClr>
              <a:buSzPts val="2400"/>
              <a:buFont typeface="Helvetica Neue Light"/>
              <a:buNone/>
              <a:defRPr sz="1200">
                <a:solidFill>
                  <a:srgbClr val="888888"/>
                </a:solidFill>
                <a:latin typeface="Calibri"/>
                <a:ea typeface="Calibri"/>
                <a:cs typeface="Calibri"/>
                <a:sym typeface="Calibri"/>
              </a:defRPr>
            </a:lvl1pPr>
            <a:lvl2pPr marL="0" lvl="1" indent="0" algn="ctr" rtl="0">
              <a:lnSpc>
                <a:spcPct val="100000"/>
              </a:lnSpc>
              <a:spcBef>
                <a:spcPts val="0"/>
              </a:spcBef>
              <a:spcAft>
                <a:spcPts val="0"/>
              </a:spcAft>
              <a:buClr>
                <a:srgbClr val="000000"/>
              </a:buClr>
              <a:buSzPts val="2400"/>
              <a:buFont typeface="Helvetica Neue Light"/>
              <a:buNone/>
              <a:defRPr sz="1200">
                <a:solidFill>
                  <a:srgbClr val="888888"/>
                </a:solidFill>
                <a:latin typeface="Calibri"/>
                <a:ea typeface="Calibri"/>
                <a:cs typeface="Calibri"/>
                <a:sym typeface="Calibri"/>
              </a:defRPr>
            </a:lvl2pPr>
            <a:lvl3pPr marL="0" lvl="2" indent="0" algn="ctr" rtl="0">
              <a:lnSpc>
                <a:spcPct val="100000"/>
              </a:lnSpc>
              <a:spcBef>
                <a:spcPts val="0"/>
              </a:spcBef>
              <a:spcAft>
                <a:spcPts val="0"/>
              </a:spcAft>
              <a:buClr>
                <a:srgbClr val="000000"/>
              </a:buClr>
              <a:buSzPts val="2400"/>
              <a:buFont typeface="Helvetica Neue Light"/>
              <a:buNone/>
              <a:defRPr sz="1200">
                <a:solidFill>
                  <a:srgbClr val="888888"/>
                </a:solidFill>
                <a:latin typeface="Calibri"/>
                <a:ea typeface="Calibri"/>
                <a:cs typeface="Calibri"/>
                <a:sym typeface="Calibri"/>
              </a:defRPr>
            </a:lvl3pPr>
            <a:lvl4pPr marL="0" lvl="3" indent="0" algn="ctr" rtl="0">
              <a:lnSpc>
                <a:spcPct val="100000"/>
              </a:lnSpc>
              <a:spcBef>
                <a:spcPts val="0"/>
              </a:spcBef>
              <a:spcAft>
                <a:spcPts val="0"/>
              </a:spcAft>
              <a:buClr>
                <a:srgbClr val="000000"/>
              </a:buClr>
              <a:buSzPts val="2400"/>
              <a:buFont typeface="Helvetica Neue Light"/>
              <a:buNone/>
              <a:defRPr sz="1200">
                <a:solidFill>
                  <a:srgbClr val="888888"/>
                </a:solidFill>
                <a:latin typeface="Calibri"/>
                <a:ea typeface="Calibri"/>
                <a:cs typeface="Calibri"/>
                <a:sym typeface="Calibri"/>
              </a:defRPr>
            </a:lvl4pPr>
            <a:lvl5pPr marL="0" lvl="4" indent="0" algn="ctr" rtl="0">
              <a:lnSpc>
                <a:spcPct val="100000"/>
              </a:lnSpc>
              <a:spcBef>
                <a:spcPts val="0"/>
              </a:spcBef>
              <a:spcAft>
                <a:spcPts val="0"/>
              </a:spcAft>
              <a:buClr>
                <a:srgbClr val="000000"/>
              </a:buClr>
              <a:buSzPts val="2400"/>
              <a:buFont typeface="Helvetica Neue Light"/>
              <a:buNone/>
              <a:defRPr sz="1200">
                <a:solidFill>
                  <a:srgbClr val="888888"/>
                </a:solidFill>
                <a:latin typeface="Calibri"/>
                <a:ea typeface="Calibri"/>
                <a:cs typeface="Calibri"/>
                <a:sym typeface="Calibri"/>
              </a:defRPr>
            </a:lvl5pPr>
            <a:lvl6pPr marL="0" lvl="5" indent="0" algn="ctr" rtl="0">
              <a:lnSpc>
                <a:spcPct val="100000"/>
              </a:lnSpc>
              <a:spcBef>
                <a:spcPts val="0"/>
              </a:spcBef>
              <a:spcAft>
                <a:spcPts val="0"/>
              </a:spcAft>
              <a:buClr>
                <a:srgbClr val="000000"/>
              </a:buClr>
              <a:buSzPts val="2400"/>
              <a:buFont typeface="Helvetica Neue Light"/>
              <a:buNone/>
              <a:defRPr sz="1200">
                <a:solidFill>
                  <a:srgbClr val="888888"/>
                </a:solidFill>
                <a:latin typeface="Calibri"/>
                <a:ea typeface="Calibri"/>
                <a:cs typeface="Calibri"/>
                <a:sym typeface="Calibri"/>
              </a:defRPr>
            </a:lvl6pPr>
            <a:lvl7pPr marL="0" lvl="6" indent="0" algn="ctr" rtl="0">
              <a:lnSpc>
                <a:spcPct val="100000"/>
              </a:lnSpc>
              <a:spcBef>
                <a:spcPts val="0"/>
              </a:spcBef>
              <a:spcAft>
                <a:spcPts val="0"/>
              </a:spcAft>
              <a:buClr>
                <a:srgbClr val="000000"/>
              </a:buClr>
              <a:buSzPts val="2400"/>
              <a:buFont typeface="Helvetica Neue Light"/>
              <a:buNone/>
              <a:defRPr sz="1200">
                <a:solidFill>
                  <a:srgbClr val="888888"/>
                </a:solidFill>
                <a:latin typeface="Calibri"/>
                <a:ea typeface="Calibri"/>
                <a:cs typeface="Calibri"/>
                <a:sym typeface="Calibri"/>
              </a:defRPr>
            </a:lvl7pPr>
            <a:lvl8pPr marL="0" lvl="7" indent="0" algn="ctr" rtl="0">
              <a:lnSpc>
                <a:spcPct val="100000"/>
              </a:lnSpc>
              <a:spcBef>
                <a:spcPts val="0"/>
              </a:spcBef>
              <a:spcAft>
                <a:spcPts val="0"/>
              </a:spcAft>
              <a:buClr>
                <a:srgbClr val="000000"/>
              </a:buClr>
              <a:buSzPts val="2400"/>
              <a:buFont typeface="Helvetica Neue Light"/>
              <a:buNone/>
              <a:defRPr sz="1200">
                <a:solidFill>
                  <a:srgbClr val="888888"/>
                </a:solidFill>
                <a:latin typeface="Calibri"/>
                <a:ea typeface="Calibri"/>
                <a:cs typeface="Calibri"/>
                <a:sym typeface="Calibri"/>
              </a:defRPr>
            </a:lvl8pPr>
            <a:lvl9pPr marL="0" lvl="8" indent="0" algn="ctr" rtl="0">
              <a:lnSpc>
                <a:spcPct val="100000"/>
              </a:lnSpc>
              <a:spcBef>
                <a:spcPts val="0"/>
              </a:spcBef>
              <a:spcAft>
                <a:spcPts val="0"/>
              </a:spcAft>
              <a:buClr>
                <a:srgbClr val="000000"/>
              </a:buClr>
              <a:buSzPts val="2400"/>
              <a:buFont typeface="Helvetica Neue Light"/>
              <a:buNone/>
              <a:defRPr sz="1200">
                <a:solidFill>
                  <a:srgbClr val="888888"/>
                </a:solidFill>
                <a:latin typeface="Calibri"/>
                <a:ea typeface="Calibri"/>
                <a:cs typeface="Calibri"/>
                <a:sym typeface="Calibri"/>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79401430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matchingName="Title with photo">
  <p:cSld name="Title with photo">
    <p:bg>
      <p:bgPr>
        <a:solidFill>
          <a:srgbClr val="FFFFFF"/>
        </a:solidFill>
        <a:effectLst/>
      </p:bgPr>
    </p:bg>
    <p:spTree>
      <p:nvGrpSpPr>
        <p:cNvPr id="1" name="Shape 256"/>
        <p:cNvGrpSpPr/>
        <p:nvPr/>
      </p:nvGrpSpPr>
      <p:grpSpPr>
        <a:xfrm>
          <a:off x="0" y="0"/>
          <a:ext cx="0" cy="0"/>
          <a:chOff x="0" y="0"/>
          <a:chExt cx="0" cy="0"/>
        </a:xfrm>
      </p:grpSpPr>
      <p:sp>
        <p:nvSpPr>
          <p:cNvPr id="257" name="Google Shape;257;p60"/>
          <p:cNvSpPr>
            <a:spLocks noGrp="1"/>
          </p:cNvSpPr>
          <p:nvPr>
            <p:ph type="pic" idx="2"/>
          </p:nvPr>
        </p:nvSpPr>
        <p:spPr>
          <a:xfrm flipH="1">
            <a:off x="-105727" y="-1658297"/>
            <a:ext cx="16258400" cy="91452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2933"/>
              </a:spcBef>
              <a:spcAft>
                <a:spcPts val="0"/>
              </a:spcAft>
              <a:buClr>
                <a:srgbClr val="000000"/>
              </a:buClr>
              <a:buSzPts val="39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1pPr>
            <a:lvl2pPr marR="0" lvl="1" algn="l" rtl="0">
              <a:lnSpc>
                <a:spcPct val="100000"/>
              </a:lnSpc>
              <a:spcBef>
                <a:spcPts val="2933"/>
              </a:spcBef>
              <a:spcAft>
                <a:spcPts val="0"/>
              </a:spcAft>
              <a:buClr>
                <a:srgbClr val="000000"/>
              </a:buClr>
              <a:buSzPts val="39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2pPr>
            <a:lvl3pPr marR="0" lvl="2" algn="l" rtl="0">
              <a:lnSpc>
                <a:spcPct val="100000"/>
              </a:lnSpc>
              <a:spcBef>
                <a:spcPts val="2933"/>
              </a:spcBef>
              <a:spcAft>
                <a:spcPts val="0"/>
              </a:spcAft>
              <a:buClr>
                <a:srgbClr val="000000"/>
              </a:buClr>
              <a:buSzPts val="39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3pPr>
            <a:lvl4pPr marR="0" lvl="3" algn="l" rtl="0">
              <a:lnSpc>
                <a:spcPct val="100000"/>
              </a:lnSpc>
              <a:spcBef>
                <a:spcPts val="2933"/>
              </a:spcBef>
              <a:spcAft>
                <a:spcPts val="0"/>
              </a:spcAft>
              <a:buClr>
                <a:srgbClr val="000000"/>
              </a:buClr>
              <a:buSzPts val="39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4pPr>
            <a:lvl5pPr marR="0" lvl="4" algn="l" rtl="0">
              <a:lnSpc>
                <a:spcPct val="100000"/>
              </a:lnSpc>
              <a:spcBef>
                <a:spcPts val="2933"/>
              </a:spcBef>
              <a:spcAft>
                <a:spcPts val="0"/>
              </a:spcAft>
              <a:buClr>
                <a:srgbClr val="000000"/>
              </a:buClr>
              <a:buSzPts val="39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5pPr>
            <a:lvl6pPr marR="0" lvl="5" algn="l" rtl="0">
              <a:lnSpc>
                <a:spcPct val="100000"/>
              </a:lnSpc>
              <a:spcBef>
                <a:spcPts val="2933"/>
              </a:spcBef>
              <a:spcAft>
                <a:spcPts val="0"/>
              </a:spcAft>
              <a:buClr>
                <a:srgbClr val="000000"/>
              </a:buClr>
              <a:buSzPts val="39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6pPr>
            <a:lvl7pPr marR="0" lvl="6" algn="l" rtl="0">
              <a:lnSpc>
                <a:spcPct val="100000"/>
              </a:lnSpc>
              <a:spcBef>
                <a:spcPts val="2933"/>
              </a:spcBef>
              <a:spcAft>
                <a:spcPts val="0"/>
              </a:spcAft>
              <a:buClr>
                <a:srgbClr val="000000"/>
              </a:buClr>
              <a:buSzPts val="39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7pPr>
            <a:lvl8pPr marR="0" lvl="7" algn="l" rtl="0">
              <a:lnSpc>
                <a:spcPct val="100000"/>
              </a:lnSpc>
              <a:spcBef>
                <a:spcPts val="2933"/>
              </a:spcBef>
              <a:spcAft>
                <a:spcPts val="0"/>
              </a:spcAft>
              <a:buClr>
                <a:srgbClr val="000000"/>
              </a:buClr>
              <a:buSzPts val="39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8pPr>
            <a:lvl9pPr marR="0" lvl="8" algn="l" rtl="0">
              <a:lnSpc>
                <a:spcPct val="100000"/>
              </a:lnSpc>
              <a:spcBef>
                <a:spcPts val="2933"/>
              </a:spcBef>
              <a:spcAft>
                <a:spcPts val="0"/>
              </a:spcAft>
              <a:buClr>
                <a:srgbClr val="000000"/>
              </a:buClr>
              <a:buSzPts val="39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258" name="Google Shape;258;p60"/>
          <p:cNvSpPr txBox="1">
            <a:spLocks noGrp="1"/>
          </p:cNvSpPr>
          <p:nvPr>
            <p:ph type="title"/>
          </p:nvPr>
        </p:nvSpPr>
        <p:spPr>
          <a:xfrm>
            <a:off x="889000" y="2508251"/>
            <a:ext cx="10502800" cy="11432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9000"/>
              <a:buFont typeface="Helvetica Neue"/>
              <a:buNone/>
              <a:defRPr sz="4533" b="1"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FFFFFF"/>
              </a:buClr>
              <a:buSzPts val="9000"/>
              <a:buFont typeface="Helvetica Neue"/>
              <a:buNone/>
              <a:defRPr sz="4533" b="1" i="0" u="none" strike="noStrike" cap="none">
                <a:solidFill>
                  <a:srgbClr val="FFFFFF"/>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FFFFFF"/>
              </a:buClr>
              <a:buSzPts val="9000"/>
              <a:buFont typeface="Helvetica Neue"/>
              <a:buNone/>
              <a:defRPr sz="4533" b="1" i="0" u="none" strike="noStrike" cap="none">
                <a:solidFill>
                  <a:srgbClr val="FFFFFF"/>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FFFFFF"/>
              </a:buClr>
              <a:buSzPts val="9000"/>
              <a:buFont typeface="Helvetica Neue"/>
              <a:buNone/>
              <a:defRPr sz="4533" b="1" i="0" u="none" strike="noStrike" cap="none">
                <a:solidFill>
                  <a:srgbClr val="FFFFFF"/>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FFFFFF"/>
              </a:buClr>
              <a:buSzPts val="9000"/>
              <a:buFont typeface="Helvetica Neue"/>
              <a:buNone/>
              <a:defRPr sz="4533" b="1" i="0" u="none" strike="noStrike" cap="none">
                <a:solidFill>
                  <a:srgbClr val="FFFFFF"/>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FFFFFF"/>
              </a:buClr>
              <a:buSzPts val="9000"/>
              <a:buFont typeface="Helvetica Neue"/>
              <a:buNone/>
              <a:defRPr sz="4533" b="1" i="0" u="none" strike="noStrike" cap="none">
                <a:solidFill>
                  <a:srgbClr val="FFFFFF"/>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FFFFFF"/>
              </a:buClr>
              <a:buSzPts val="9000"/>
              <a:buFont typeface="Helvetica Neue"/>
              <a:buNone/>
              <a:defRPr sz="4533" b="1" i="0" u="none" strike="noStrike" cap="none">
                <a:solidFill>
                  <a:srgbClr val="FFFFFF"/>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FFFFFF"/>
              </a:buClr>
              <a:buSzPts val="9000"/>
              <a:buFont typeface="Helvetica Neue"/>
              <a:buNone/>
              <a:defRPr sz="4533" b="1" i="0" u="none" strike="noStrike" cap="none">
                <a:solidFill>
                  <a:srgbClr val="FFFFFF"/>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FFFFFF"/>
              </a:buClr>
              <a:buSzPts val="9000"/>
              <a:buFont typeface="Helvetica Neue"/>
              <a:buNone/>
              <a:defRPr sz="4533" b="1" i="0" u="none" strike="noStrike" cap="none">
                <a:solidFill>
                  <a:srgbClr val="FFFFFF"/>
                </a:solidFill>
                <a:latin typeface="Helvetica Neue"/>
                <a:ea typeface="Helvetica Neue"/>
                <a:cs typeface="Helvetica Neue"/>
                <a:sym typeface="Helvetica Neue"/>
              </a:defRPr>
            </a:lvl9pPr>
          </a:lstStyle>
          <a:p>
            <a:endParaRPr/>
          </a:p>
        </p:txBody>
      </p:sp>
      <p:sp>
        <p:nvSpPr>
          <p:cNvPr id="259" name="Google Shape;259;p60"/>
          <p:cNvSpPr txBox="1">
            <a:spLocks noGrp="1"/>
          </p:cNvSpPr>
          <p:nvPr>
            <p:ph type="body" idx="1"/>
          </p:nvPr>
        </p:nvSpPr>
        <p:spPr>
          <a:xfrm>
            <a:off x="901700" y="3536949"/>
            <a:ext cx="10502800" cy="2408800"/>
          </a:xfrm>
          <a:prstGeom prst="rect">
            <a:avLst/>
          </a:prstGeom>
          <a:noFill/>
          <a:ln>
            <a:noFill/>
          </a:ln>
        </p:spPr>
        <p:txBody>
          <a:bodyPr spcFirstLastPara="1" wrap="square" lIns="91425" tIns="91425" rIns="91425" bIns="91425" anchor="t" anchorCtr="0">
            <a:noAutofit/>
          </a:bodyPr>
          <a:lstStyle>
            <a:lvl1pPr marL="609585" marR="0" lvl="0" indent="-304792" algn="l" rtl="0">
              <a:lnSpc>
                <a:spcPct val="100000"/>
              </a:lnSpc>
              <a:spcBef>
                <a:spcPts val="0"/>
              </a:spcBef>
              <a:spcAft>
                <a:spcPts val="0"/>
              </a:spcAft>
              <a:buClr>
                <a:srgbClr val="03BDDF"/>
              </a:buClr>
              <a:buSzPts val="5000"/>
              <a:buFont typeface="Helvetica Neue"/>
              <a:buNone/>
              <a:defRPr sz="2533" b="0" i="0" u="none" strike="noStrike" cap="none">
                <a:solidFill>
                  <a:srgbClr val="03BDDF"/>
                </a:solidFill>
                <a:latin typeface="Helvetica Neue"/>
                <a:ea typeface="Helvetica Neue"/>
                <a:cs typeface="Helvetica Neue"/>
                <a:sym typeface="Helvetica Neue"/>
              </a:defRPr>
            </a:lvl1pPr>
            <a:lvl2pPr marL="1219170" marR="0" lvl="1" indent="-304792" algn="l" rtl="0">
              <a:lnSpc>
                <a:spcPct val="100000"/>
              </a:lnSpc>
              <a:spcBef>
                <a:spcPts val="0"/>
              </a:spcBef>
              <a:spcAft>
                <a:spcPts val="0"/>
              </a:spcAft>
              <a:buClr>
                <a:srgbClr val="03BDDF"/>
              </a:buClr>
              <a:buSzPts val="5000"/>
              <a:buFont typeface="Helvetica Neue"/>
              <a:buNone/>
              <a:defRPr sz="2533" b="0" i="0" u="none" strike="noStrike" cap="none">
                <a:solidFill>
                  <a:srgbClr val="03BDDF"/>
                </a:solidFill>
                <a:latin typeface="Helvetica Neue"/>
                <a:ea typeface="Helvetica Neue"/>
                <a:cs typeface="Helvetica Neue"/>
                <a:sym typeface="Helvetica Neue"/>
              </a:defRPr>
            </a:lvl2pPr>
            <a:lvl3pPr marL="1828754" marR="0" lvl="2" indent="-304792" algn="l" rtl="0">
              <a:lnSpc>
                <a:spcPct val="100000"/>
              </a:lnSpc>
              <a:spcBef>
                <a:spcPts val="0"/>
              </a:spcBef>
              <a:spcAft>
                <a:spcPts val="0"/>
              </a:spcAft>
              <a:buClr>
                <a:srgbClr val="03BDDF"/>
              </a:buClr>
              <a:buSzPts val="5000"/>
              <a:buFont typeface="Helvetica Neue"/>
              <a:buNone/>
              <a:defRPr sz="2533" b="0" i="0" u="none" strike="noStrike" cap="none">
                <a:solidFill>
                  <a:srgbClr val="03BDDF"/>
                </a:solidFill>
                <a:latin typeface="Helvetica Neue"/>
                <a:ea typeface="Helvetica Neue"/>
                <a:cs typeface="Helvetica Neue"/>
                <a:sym typeface="Helvetica Neue"/>
              </a:defRPr>
            </a:lvl3pPr>
            <a:lvl4pPr marL="2438339" marR="0" lvl="3" indent="-304792" algn="l" rtl="0">
              <a:lnSpc>
                <a:spcPct val="100000"/>
              </a:lnSpc>
              <a:spcBef>
                <a:spcPts val="0"/>
              </a:spcBef>
              <a:spcAft>
                <a:spcPts val="0"/>
              </a:spcAft>
              <a:buClr>
                <a:srgbClr val="03BDDF"/>
              </a:buClr>
              <a:buSzPts val="5000"/>
              <a:buFont typeface="Helvetica Neue"/>
              <a:buNone/>
              <a:defRPr sz="2533" b="0" i="0" u="none" strike="noStrike" cap="none">
                <a:solidFill>
                  <a:srgbClr val="03BDDF"/>
                </a:solidFill>
                <a:latin typeface="Helvetica Neue"/>
                <a:ea typeface="Helvetica Neue"/>
                <a:cs typeface="Helvetica Neue"/>
                <a:sym typeface="Helvetica Neue"/>
              </a:defRPr>
            </a:lvl4pPr>
            <a:lvl5pPr marL="3047924" marR="0" lvl="4" indent="-304792" algn="l" rtl="0">
              <a:lnSpc>
                <a:spcPct val="100000"/>
              </a:lnSpc>
              <a:spcBef>
                <a:spcPts val="0"/>
              </a:spcBef>
              <a:spcAft>
                <a:spcPts val="0"/>
              </a:spcAft>
              <a:buClr>
                <a:srgbClr val="03BDDF"/>
              </a:buClr>
              <a:buSzPts val="5000"/>
              <a:buFont typeface="Helvetica Neue"/>
              <a:buNone/>
              <a:defRPr sz="2533" b="0" i="0" u="none" strike="noStrike" cap="none">
                <a:solidFill>
                  <a:srgbClr val="03BDDF"/>
                </a:solidFill>
                <a:latin typeface="Helvetica Neue"/>
                <a:ea typeface="Helvetica Neue"/>
                <a:cs typeface="Helvetica Neue"/>
                <a:sym typeface="Helvetica Neue"/>
              </a:defRPr>
            </a:lvl5pPr>
            <a:lvl6pPr marL="3657509" marR="0" lvl="5" indent="-634984" algn="l" rtl="0">
              <a:lnSpc>
                <a:spcPct val="100000"/>
              </a:lnSpc>
              <a:spcBef>
                <a:spcPts val="2933"/>
              </a:spcBef>
              <a:spcAft>
                <a:spcPts val="0"/>
              </a:spcAft>
              <a:buClr>
                <a:srgbClr val="000000"/>
              </a:buClr>
              <a:buSzPts val="39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6pPr>
            <a:lvl7pPr marL="4267093" marR="0" lvl="6" indent="-634984" algn="l" rtl="0">
              <a:lnSpc>
                <a:spcPct val="100000"/>
              </a:lnSpc>
              <a:spcBef>
                <a:spcPts val="2933"/>
              </a:spcBef>
              <a:spcAft>
                <a:spcPts val="0"/>
              </a:spcAft>
              <a:buClr>
                <a:srgbClr val="000000"/>
              </a:buClr>
              <a:buSzPts val="39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7pPr>
            <a:lvl8pPr marL="4876678" marR="0" lvl="7" indent="-634984" algn="l" rtl="0">
              <a:lnSpc>
                <a:spcPct val="100000"/>
              </a:lnSpc>
              <a:spcBef>
                <a:spcPts val="2933"/>
              </a:spcBef>
              <a:spcAft>
                <a:spcPts val="0"/>
              </a:spcAft>
              <a:buClr>
                <a:srgbClr val="000000"/>
              </a:buClr>
              <a:buSzPts val="39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8pPr>
            <a:lvl9pPr marL="5486263" marR="0" lvl="8" indent="-634984" algn="l" rtl="0">
              <a:lnSpc>
                <a:spcPct val="100000"/>
              </a:lnSpc>
              <a:spcBef>
                <a:spcPts val="2933"/>
              </a:spcBef>
              <a:spcAft>
                <a:spcPts val="0"/>
              </a:spcAft>
              <a:buClr>
                <a:srgbClr val="000000"/>
              </a:buClr>
              <a:buSzPts val="3900"/>
              <a:buFont typeface="Helvetica Neue Light"/>
              <a:buChar char="•"/>
              <a:defRPr sz="2667" b="0" i="0" u="none" strike="noStrike" cap="none">
                <a:solidFill>
                  <a:srgbClr val="000000"/>
                </a:solidFill>
                <a:latin typeface="Helvetica Neue Light"/>
                <a:ea typeface="Helvetica Neue Light"/>
                <a:cs typeface="Helvetica Neue Light"/>
                <a:sym typeface="Helvetica Neue Light"/>
              </a:defRPr>
            </a:lvl9pPr>
          </a:lstStyle>
          <a:p>
            <a:endParaRPr/>
          </a:p>
        </p:txBody>
      </p:sp>
      <p:pic>
        <p:nvPicPr>
          <p:cNvPr id="260" name="Google Shape;260;p60" descr="cc.large.png"/>
          <p:cNvPicPr preferRelativeResize="0"/>
          <p:nvPr/>
        </p:nvPicPr>
        <p:blipFill rotWithShape="1">
          <a:blip r:embed="rId2">
            <a:alphaModFix/>
          </a:blip>
          <a:srcRect/>
          <a:stretch/>
        </p:blipFill>
        <p:spPr>
          <a:xfrm>
            <a:off x="11121123" y="308086"/>
            <a:ext cx="759261" cy="759261"/>
          </a:xfrm>
          <a:prstGeom prst="rect">
            <a:avLst/>
          </a:prstGeom>
          <a:noFill/>
          <a:ln>
            <a:noFill/>
          </a:ln>
        </p:spPr>
      </p:pic>
      <p:sp>
        <p:nvSpPr>
          <p:cNvPr id="261" name="Google Shape;261;p60"/>
          <p:cNvSpPr txBox="1">
            <a:spLocks noGrp="1"/>
          </p:cNvSpPr>
          <p:nvPr>
            <p:ph type="sldNum" idx="12"/>
          </p:nvPr>
        </p:nvSpPr>
        <p:spPr>
          <a:xfrm>
            <a:off x="5979516" y="6540500"/>
            <a:ext cx="226800" cy="234800"/>
          </a:xfrm>
          <a:prstGeom prst="rect">
            <a:avLst/>
          </a:prstGeom>
          <a:noFill/>
          <a:ln>
            <a:noFill/>
          </a:ln>
        </p:spPr>
        <p:txBody>
          <a:bodyPr spcFirstLastPara="1" wrap="square" lIns="50800" tIns="50800" rIns="50800" bIns="50800" anchor="t" anchorCtr="0">
            <a:noAutofit/>
          </a:bodyPr>
          <a:lstStyle>
            <a:lvl1pPr marL="0" marR="0" lvl="0" indent="0" algn="ctr" rtl="0">
              <a:lnSpc>
                <a:spcPct val="100000"/>
              </a:lnSpc>
              <a:spcBef>
                <a:spcPts val="0"/>
              </a:spcBef>
              <a:spcAft>
                <a:spcPts val="0"/>
              </a:spcAft>
              <a:buClr>
                <a:srgbClr val="000000"/>
              </a:buClr>
              <a:buSzPts val="24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24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24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24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24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24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24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24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24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9964040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matchingName="Closer + handle / blue">
  <p:cSld name="Closer + handle / blue">
    <p:spTree>
      <p:nvGrpSpPr>
        <p:cNvPr id="1" name="Shape 262"/>
        <p:cNvGrpSpPr/>
        <p:nvPr/>
      </p:nvGrpSpPr>
      <p:grpSpPr>
        <a:xfrm>
          <a:off x="0" y="0"/>
          <a:ext cx="0" cy="0"/>
          <a:chOff x="0" y="0"/>
          <a:chExt cx="0" cy="0"/>
        </a:xfrm>
      </p:grpSpPr>
      <p:sp>
        <p:nvSpPr>
          <p:cNvPr id="263" name="Google Shape;263;p61"/>
          <p:cNvSpPr txBox="1">
            <a:spLocks noGrp="1"/>
          </p:cNvSpPr>
          <p:nvPr>
            <p:ph type="title"/>
          </p:nvPr>
        </p:nvSpPr>
        <p:spPr>
          <a:xfrm>
            <a:off x="2408040" y="4032251"/>
            <a:ext cx="7376000" cy="11432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FFFFFF"/>
              </a:buClr>
              <a:buSzPts val="7500"/>
              <a:buFont typeface="Helvetica Neue"/>
              <a:buNone/>
              <a:defRPr sz="3733" b="0" i="0" u="none" strike="noStrike" cap="none">
                <a:solidFill>
                  <a:srgbClr val="FFFFFF"/>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FFFFFF"/>
              </a:buClr>
              <a:buSzPts val="9000"/>
              <a:buFont typeface="Helvetica Neue"/>
              <a:buNone/>
              <a:defRPr sz="4533" b="1" i="0" u="none" strike="noStrike" cap="none">
                <a:solidFill>
                  <a:srgbClr val="FFFFFF"/>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FFFFFF"/>
              </a:buClr>
              <a:buSzPts val="9000"/>
              <a:buFont typeface="Helvetica Neue"/>
              <a:buNone/>
              <a:defRPr sz="4533" b="1" i="0" u="none" strike="noStrike" cap="none">
                <a:solidFill>
                  <a:srgbClr val="FFFFFF"/>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FFFFFF"/>
              </a:buClr>
              <a:buSzPts val="9000"/>
              <a:buFont typeface="Helvetica Neue"/>
              <a:buNone/>
              <a:defRPr sz="4533" b="1" i="0" u="none" strike="noStrike" cap="none">
                <a:solidFill>
                  <a:srgbClr val="FFFFFF"/>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FFFFFF"/>
              </a:buClr>
              <a:buSzPts val="9000"/>
              <a:buFont typeface="Helvetica Neue"/>
              <a:buNone/>
              <a:defRPr sz="4533" b="1" i="0" u="none" strike="noStrike" cap="none">
                <a:solidFill>
                  <a:srgbClr val="FFFFFF"/>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FFFFFF"/>
              </a:buClr>
              <a:buSzPts val="9000"/>
              <a:buFont typeface="Helvetica Neue"/>
              <a:buNone/>
              <a:defRPr sz="4533" b="1" i="0" u="none" strike="noStrike" cap="none">
                <a:solidFill>
                  <a:srgbClr val="FFFFFF"/>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FFFFFF"/>
              </a:buClr>
              <a:buSzPts val="9000"/>
              <a:buFont typeface="Helvetica Neue"/>
              <a:buNone/>
              <a:defRPr sz="4533" b="1" i="0" u="none" strike="noStrike" cap="none">
                <a:solidFill>
                  <a:srgbClr val="FFFFFF"/>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FFFFFF"/>
              </a:buClr>
              <a:buSzPts val="9000"/>
              <a:buFont typeface="Helvetica Neue"/>
              <a:buNone/>
              <a:defRPr sz="4533" b="1" i="0" u="none" strike="noStrike" cap="none">
                <a:solidFill>
                  <a:srgbClr val="FFFFFF"/>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FFFFFF"/>
              </a:buClr>
              <a:buSzPts val="9000"/>
              <a:buFont typeface="Helvetica Neue"/>
              <a:buNone/>
              <a:defRPr sz="4533" b="1" i="0" u="none" strike="noStrike" cap="none">
                <a:solidFill>
                  <a:srgbClr val="FFFFFF"/>
                </a:solidFill>
                <a:latin typeface="Helvetica Neue"/>
                <a:ea typeface="Helvetica Neue"/>
                <a:cs typeface="Helvetica Neue"/>
                <a:sym typeface="Helvetica Neue"/>
              </a:defRPr>
            </a:lvl9pPr>
          </a:lstStyle>
          <a:p>
            <a:endParaRPr/>
          </a:p>
        </p:txBody>
      </p:sp>
      <p:pic>
        <p:nvPicPr>
          <p:cNvPr id="264" name="Google Shape;264;p61" descr="cc_logo_white_large.pdf"/>
          <p:cNvPicPr preferRelativeResize="0"/>
          <p:nvPr/>
        </p:nvPicPr>
        <p:blipFill rotWithShape="1">
          <a:blip r:embed="rId2">
            <a:alphaModFix/>
          </a:blip>
          <a:srcRect/>
          <a:stretch/>
        </p:blipFill>
        <p:spPr>
          <a:xfrm>
            <a:off x="4790125" y="932425"/>
            <a:ext cx="2611751" cy="2611751"/>
          </a:xfrm>
          <a:prstGeom prst="rect">
            <a:avLst/>
          </a:prstGeom>
          <a:noFill/>
          <a:ln>
            <a:noFill/>
          </a:ln>
        </p:spPr>
      </p:pic>
      <p:sp>
        <p:nvSpPr>
          <p:cNvPr id="265" name="Google Shape;265;p61"/>
          <p:cNvSpPr txBox="1">
            <a:spLocks noGrp="1"/>
          </p:cNvSpPr>
          <p:nvPr>
            <p:ph type="sldNum" idx="12"/>
          </p:nvPr>
        </p:nvSpPr>
        <p:spPr>
          <a:xfrm>
            <a:off x="5979516" y="6540500"/>
            <a:ext cx="226800" cy="234800"/>
          </a:xfrm>
          <a:prstGeom prst="rect">
            <a:avLst/>
          </a:prstGeom>
          <a:noFill/>
          <a:ln>
            <a:noFill/>
          </a:ln>
        </p:spPr>
        <p:txBody>
          <a:bodyPr spcFirstLastPara="1" wrap="square" lIns="50800" tIns="50800" rIns="50800" bIns="50800" anchor="t" anchorCtr="0">
            <a:noAutofit/>
          </a:bodyPr>
          <a:lstStyle>
            <a:lvl1pPr marL="0" marR="0" lvl="0" indent="0" algn="ctr" rtl="0">
              <a:lnSpc>
                <a:spcPct val="100000"/>
              </a:lnSpc>
              <a:spcBef>
                <a:spcPts val="0"/>
              </a:spcBef>
              <a:spcAft>
                <a:spcPts val="0"/>
              </a:spcAft>
              <a:buClr>
                <a:srgbClr val="000000"/>
              </a:buClr>
              <a:buSzPts val="24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24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24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24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24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24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24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24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24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98825027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66"/>
        <p:cNvGrpSpPr/>
        <p:nvPr/>
      </p:nvGrpSpPr>
      <p:grpSpPr>
        <a:xfrm>
          <a:off x="0" y="0"/>
          <a:ext cx="0" cy="0"/>
          <a:chOff x="0" y="0"/>
          <a:chExt cx="0" cy="0"/>
        </a:xfrm>
      </p:grpSpPr>
      <p:sp>
        <p:nvSpPr>
          <p:cNvPr id="267" name="Google Shape;267;p62"/>
          <p:cNvSpPr txBox="1">
            <a:spLocks noGrp="1"/>
          </p:cNvSpPr>
          <p:nvPr>
            <p:ph type="title"/>
          </p:nvPr>
        </p:nvSpPr>
        <p:spPr>
          <a:xfrm>
            <a:off x="963084" y="4406901"/>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chemeClr val="dk1"/>
              </a:buClr>
              <a:buSzPts val="3000"/>
              <a:buFont typeface="Calibri"/>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68" name="Google Shape;268;p62"/>
          <p:cNvSpPr txBox="1">
            <a:spLocks noGrp="1"/>
          </p:cNvSpPr>
          <p:nvPr>
            <p:ph type="body" idx="1"/>
          </p:nvPr>
        </p:nvSpPr>
        <p:spPr>
          <a:xfrm>
            <a:off x="963084" y="2906713"/>
            <a:ext cx="10363200" cy="1500000"/>
          </a:xfrm>
          <a:prstGeom prst="rect">
            <a:avLst/>
          </a:prstGeom>
          <a:noFill/>
          <a:ln>
            <a:noFill/>
          </a:ln>
        </p:spPr>
        <p:txBody>
          <a:bodyPr spcFirstLastPara="1" wrap="square" lIns="91425" tIns="45700" rIns="91425" bIns="45700" anchor="b" anchorCtr="0">
            <a:noAutofit/>
          </a:bodyPr>
          <a:lstStyle>
            <a:lvl1pPr marL="609585" lvl="0" indent="-304792" algn="l" rtl="0">
              <a:spcBef>
                <a:spcPts val="400"/>
              </a:spcBef>
              <a:spcAft>
                <a:spcPts val="0"/>
              </a:spcAft>
              <a:buClr>
                <a:srgbClr val="888888"/>
              </a:buClr>
              <a:buSzPts val="1500"/>
              <a:buNone/>
              <a:defRPr sz="2000">
                <a:solidFill>
                  <a:srgbClr val="888888"/>
                </a:solidFill>
              </a:defRPr>
            </a:lvl1pPr>
            <a:lvl2pPr marL="1219170" lvl="1" indent="-304792" algn="l" rtl="0">
              <a:spcBef>
                <a:spcPts val="400"/>
              </a:spcBef>
              <a:spcAft>
                <a:spcPts val="0"/>
              </a:spcAft>
              <a:buClr>
                <a:srgbClr val="888888"/>
              </a:buClr>
              <a:buSzPts val="1400"/>
              <a:buNone/>
              <a:defRPr sz="1867">
                <a:solidFill>
                  <a:srgbClr val="888888"/>
                </a:solidFill>
              </a:defRPr>
            </a:lvl2pPr>
            <a:lvl3pPr marL="1828754" lvl="2" indent="-304792" algn="l" rtl="0">
              <a:spcBef>
                <a:spcPts val="267"/>
              </a:spcBef>
              <a:spcAft>
                <a:spcPts val="0"/>
              </a:spcAft>
              <a:buClr>
                <a:srgbClr val="888888"/>
              </a:buClr>
              <a:buSzPts val="1200"/>
              <a:buNone/>
              <a:defRPr sz="1600">
                <a:solidFill>
                  <a:srgbClr val="888888"/>
                </a:solidFill>
              </a:defRPr>
            </a:lvl3pPr>
            <a:lvl4pPr marL="2438339" lvl="3" indent="-304792" algn="l" rtl="0">
              <a:spcBef>
                <a:spcPts val="267"/>
              </a:spcBef>
              <a:spcAft>
                <a:spcPts val="0"/>
              </a:spcAft>
              <a:buClr>
                <a:srgbClr val="888888"/>
              </a:buClr>
              <a:buSzPts val="1100"/>
              <a:buNone/>
              <a:defRPr sz="1467">
                <a:solidFill>
                  <a:srgbClr val="888888"/>
                </a:solidFill>
              </a:defRPr>
            </a:lvl4pPr>
            <a:lvl5pPr marL="3047924" lvl="4" indent="-304792" algn="l" rtl="0">
              <a:spcBef>
                <a:spcPts val="267"/>
              </a:spcBef>
              <a:spcAft>
                <a:spcPts val="0"/>
              </a:spcAft>
              <a:buClr>
                <a:srgbClr val="888888"/>
              </a:buClr>
              <a:buSzPts val="1100"/>
              <a:buNone/>
              <a:defRPr sz="1467">
                <a:solidFill>
                  <a:srgbClr val="888888"/>
                </a:solidFill>
              </a:defRPr>
            </a:lvl5pPr>
            <a:lvl6pPr marL="3657509" lvl="5" indent="-304792" algn="l" rtl="0">
              <a:spcBef>
                <a:spcPts val="267"/>
              </a:spcBef>
              <a:spcAft>
                <a:spcPts val="0"/>
              </a:spcAft>
              <a:buClr>
                <a:srgbClr val="888888"/>
              </a:buClr>
              <a:buSzPts val="1100"/>
              <a:buNone/>
              <a:defRPr sz="1467">
                <a:solidFill>
                  <a:srgbClr val="888888"/>
                </a:solidFill>
              </a:defRPr>
            </a:lvl6pPr>
            <a:lvl7pPr marL="4267093" lvl="6" indent="-304792" algn="l" rtl="0">
              <a:spcBef>
                <a:spcPts val="267"/>
              </a:spcBef>
              <a:spcAft>
                <a:spcPts val="0"/>
              </a:spcAft>
              <a:buClr>
                <a:srgbClr val="888888"/>
              </a:buClr>
              <a:buSzPts val="1100"/>
              <a:buNone/>
              <a:defRPr sz="1467">
                <a:solidFill>
                  <a:srgbClr val="888888"/>
                </a:solidFill>
              </a:defRPr>
            </a:lvl7pPr>
            <a:lvl8pPr marL="4876678" lvl="7" indent="-304792" algn="l" rtl="0">
              <a:spcBef>
                <a:spcPts val="267"/>
              </a:spcBef>
              <a:spcAft>
                <a:spcPts val="0"/>
              </a:spcAft>
              <a:buClr>
                <a:srgbClr val="888888"/>
              </a:buClr>
              <a:buSzPts val="1100"/>
              <a:buNone/>
              <a:defRPr sz="1467">
                <a:solidFill>
                  <a:srgbClr val="888888"/>
                </a:solidFill>
              </a:defRPr>
            </a:lvl8pPr>
            <a:lvl9pPr marL="5486263" lvl="8" indent="-304792" algn="l" rtl="0">
              <a:spcBef>
                <a:spcPts val="267"/>
              </a:spcBef>
              <a:spcAft>
                <a:spcPts val="0"/>
              </a:spcAft>
              <a:buClr>
                <a:srgbClr val="888888"/>
              </a:buClr>
              <a:buSzPts val="1100"/>
              <a:buNone/>
              <a:defRPr sz="1467">
                <a:solidFill>
                  <a:srgbClr val="888888"/>
                </a:solidFill>
              </a:defRPr>
            </a:lvl9pPr>
          </a:lstStyle>
          <a:p>
            <a:endParaRPr/>
          </a:p>
        </p:txBody>
      </p:sp>
      <p:sp>
        <p:nvSpPr>
          <p:cNvPr id="269" name="Google Shape;269;p62"/>
          <p:cNvSpPr txBox="1">
            <a:spLocks noGrp="1"/>
          </p:cNvSpPr>
          <p:nvPr>
            <p:ph type="dt" idx="10"/>
          </p:nvPr>
        </p:nvSpPr>
        <p:spPr>
          <a:xfrm>
            <a:off x="609600" y="6356351"/>
            <a:ext cx="2844800" cy="365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0" name="Google Shape;270;p62"/>
          <p:cNvSpPr txBox="1">
            <a:spLocks noGrp="1"/>
          </p:cNvSpPr>
          <p:nvPr>
            <p:ph type="ftr" idx="11"/>
          </p:nvPr>
        </p:nvSpPr>
        <p:spPr>
          <a:xfrm>
            <a:off x="4165600" y="6356351"/>
            <a:ext cx="3860800" cy="3652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1" name="Google Shape;271;p62"/>
          <p:cNvSpPr txBox="1">
            <a:spLocks noGrp="1"/>
          </p:cNvSpPr>
          <p:nvPr>
            <p:ph type="sldNum" idx="12"/>
          </p:nvPr>
        </p:nvSpPr>
        <p:spPr>
          <a:xfrm>
            <a:off x="8737600" y="6356351"/>
            <a:ext cx="2844800" cy="3652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73257550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72"/>
        <p:cNvGrpSpPr/>
        <p:nvPr/>
      </p:nvGrpSpPr>
      <p:grpSpPr>
        <a:xfrm>
          <a:off x="0" y="0"/>
          <a:ext cx="0" cy="0"/>
          <a:chOff x="0" y="0"/>
          <a:chExt cx="0" cy="0"/>
        </a:xfrm>
      </p:grpSpPr>
      <p:sp>
        <p:nvSpPr>
          <p:cNvPr id="273" name="Google Shape;273;p63"/>
          <p:cNvSpPr txBox="1">
            <a:spLocks noGrp="1"/>
          </p:cNvSpPr>
          <p:nvPr>
            <p:ph type="title"/>
          </p:nvPr>
        </p:nvSpPr>
        <p:spPr>
          <a:xfrm>
            <a:off x="609600" y="274639"/>
            <a:ext cx="10972800" cy="11432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4" name="Google Shape;274;p63"/>
          <p:cNvSpPr txBox="1">
            <a:spLocks noGrp="1"/>
          </p:cNvSpPr>
          <p:nvPr>
            <p:ph type="body" idx="1"/>
          </p:nvPr>
        </p:nvSpPr>
        <p:spPr>
          <a:xfrm>
            <a:off x="609600" y="1600201"/>
            <a:ext cx="5384800" cy="4526000"/>
          </a:xfrm>
          <a:prstGeom prst="rect">
            <a:avLst/>
          </a:prstGeom>
          <a:noFill/>
          <a:ln>
            <a:noFill/>
          </a:ln>
        </p:spPr>
        <p:txBody>
          <a:bodyPr spcFirstLastPara="1" wrap="square" lIns="91425" tIns="45700" rIns="91425" bIns="45700" anchor="t" anchorCtr="0">
            <a:noAutofit/>
          </a:bodyPr>
          <a:lstStyle>
            <a:lvl1pPr marL="609585" lvl="0" indent="-482588" algn="l" rtl="0">
              <a:spcBef>
                <a:spcPts val="533"/>
              </a:spcBef>
              <a:spcAft>
                <a:spcPts val="0"/>
              </a:spcAft>
              <a:buClr>
                <a:schemeClr val="dk1"/>
              </a:buClr>
              <a:buSzPts val="2100"/>
              <a:buChar char="•"/>
              <a:defRPr sz="2800"/>
            </a:lvl1pPr>
            <a:lvl2pPr marL="1219170" lvl="1" indent="-457189" algn="l" rtl="0">
              <a:spcBef>
                <a:spcPts val="533"/>
              </a:spcBef>
              <a:spcAft>
                <a:spcPts val="0"/>
              </a:spcAft>
              <a:buClr>
                <a:schemeClr val="dk1"/>
              </a:buClr>
              <a:buSzPts val="1800"/>
              <a:buChar char="–"/>
              <a:defRPr sz="2400"/>
            </a:lvl2pPr>
            <a:lvl3pPr marL="1828754" lvl="2" indent="-431789" algn="l" rtl="0">
              <a:spcBef>
                <a:spcPts val="400"/>
              </a:spcBef>
              <a:spcAft>
                <a:spcPts val="0"/>
              </a:spcAft>
              <a:buClr>
                <a:schemeClr val="dk1"/>
              </a:buClr>
              <a:buSzPts val="1500"/>
              <a:buChar char="•"/>
              <a:defRPr sz="2000"/>
            </a:lvl3pPr>
            <a:lvl4pPr marL="2438339" lvl="3" indent="-423323" algn="l" rtl="0">
              <a:spcBef>
                <a:spcPts val="400"/>
              </a:spcBef>
              <a:spcAft>
                <a:spcPts val="0"/>
              </a:spcAft>
              <a:buClr>
                <a:schemeClr val="dk1"/>
              </a:buClr>
              <a:buSzPts val="1400"/>
              <a:buChar char="–"/>
              <a:defRPr sz="1867"/>
            </a:lvl4pPr>
            <a:lvl5pPr marL="3047924" lvl="4" indent="-423323" algn="l" rtl="0">
              <a:spcBef>
                <a:spcPts val="400"/>
              </a:spcBef>
              <a:spcAft>
                <a:spcPts val="0"/>
              </a:spcAft>
              <a:buClr>
                <a:schemeClr val="dk1"/>
              </a:buClr>
              <a:buSzPts val="1400"/>
              <a:buChar char="»"/>
              <a:defRPr sz="1867"/>
            </a:lvl5pPr>
            <a:lvl6pPr marL="3657509" lvl="5" indent="-423323" algn="l" rtl="0">
              <a:spcBef>
                <a:spcPts val="400"/>
              </a:spcBef>
              <a:spcAft>
                <a:spcPts val="0"/>
              </a:spcAft>
              <a:buClr>
                <a:schemeClr val="dk1"/>
              </a:buClr>
              <a:buSzPts val="1400"/>
              <a:buChar char="•"/>
              <a:defRPr sz="1867"/>
            </a:lvl6pPr>
            <a:lvl7pPr marL="4267093" lvl="6" indent="-423323" algn="l" rtl="0">
              <a:spcBef>
                <a:spcPts val="400"/>
              </a:spcBef>
              <a:spcAft>
                <a:spcPts val="0"/>
              </a:spcAft>
              <a:buClr>
                <a:schemeClr val="dk1"/>
              </a:buClr>
              <a:buSzPts val="1400"/>
              <a:buChar char="•"/>
              <a:defRPr sz="1867"/>
            </a:lvl7pPr>
            <a:lvl8pPr marL="4876678" lvl="7" indent="-423323" algn="l" rtl="0">
              <a:spcBef>
                <a:spcPts val="400"/>
              </a:spcBef>
              <a:spcAft>
                <a:spcPts val="0"/>
              </a:spcAft>
              <a:buClr>
                <a:schemeClr val="dk1"/>
              </a:buClr>
              <a:buSzPts val="1400"/>
              <a:buChar char="•"/>
              <a:defRPr sz="1867"/>
            </a:lvl8pPr>
            <a:lvl9pPr marL="5486263" lvl="8" indent="-423323" algn="l" rtl="0">
              <a:spcBef>
                <a:spcPts val="400"/>
              </a:spcBef>
              <a:spcAft>
                <a:spcPts val="0"/>
              </a:spcAft>
              <a:buClr>
                <a:schemeClr val="dk1"/>
              </a:buClr>
              <a:buSzPts val="1400"/>
              <a:buChar char="•"/>
              <a:defRPr sz="1867"/>
            </a:lvl9pPr>
          </a:lstStyle>
          <a:p>
            <a:endParaRPr/>
          </a:p>
        </p:txBody>
      </p:sp>
      <p:sp>
        <p:nvSpPr>
          <p:cNvPr id="275" name="Google Shape;275;p63"/>
          <p:cNvSpPr txBox="1">
            <a:spLocks noGrp="1"/>
          </p:cNvSpPr>
          <p:nvPr>
            <p:ph type="body" idx="2"/>
          </p:nvPr>
        </p:nvSpPr>
        <p:spPr>
          <a:xfrm>
            <a:off x="6197600" y="1600201"/>
            <a:ext cx="5384800" cy="4526000"/>
          </a:xfrm>
          <a:prstGeom prst="rect">
            <a:avLst/>
          </a:prstGeom>
          <a:noFill/>
          <a:ln>
            <a:noFill/>
          </a:ln>
        </p:spPr>
        <p:txBody>
          <a:bodyPr spcFirstLastPara="1" wrap="square" lIns="91425" tIns="45700" rIns="91425" bIns="45700" anchor="t" anchorCtr="0">
            <a:noAutofit/>
          </a:bodyPr>
          <a:lstStyle>
            <a:lvl1pPr marL="609585" lvl="0" indent="-482588" algn="l" rtl="0">
              <a:spcBef>
                <a:spcPts val="533"/>
              </a:spcBef>
              <a:spcAft>
                <a:spcPts val="0"/>
              </a:spcAft>
              <a:buClr>
                <a:schemeClr val="dk1"/>
              </a:buClr>
              <a:buSzPts val="2100"/>
              <a:buChar char="•"/>
              <a:defRPr sz="2800"/>
            </a:lvl1pPr>
            <a:lvl2pPr marL="1219170" lvl="1" indent="-457189" algn="l" rtl="0">
              <a:spcBef>
                <a:spcPts val="533"/>
              </a:spcBef>
              <a:spcAft>
                <a:spcPts val="0"/>
              </a:spcAft>
              <a:buClr>
                <a:schemeClr val="dk1"/>
              </a:buClr>
              <a:buSzPts val="1800"/>
              <a:buChar char="–"/>
              <a:defRPr sz="2400"/>
            </a:lvl2pPr>
            <a:lvl3pPr marL="1828754" lvl="2" indent="-431789" algn="l" rtl="0">
              <a:spcBef>
                <a:spcPts val="400"/>
              </a:spcBef>
              <a:spcAft>
                <a:spcPts val="0"/>
              </a:spcAft>
              <a:buClr>
                <a:schemeClr val="dk1"/>
              </a:buClr>
              <a:buSzPts val="1500"/>
              <a:buChar char="•"/>
              <a:defRPr sz="2000"/>
            </a:lvl3pPr>
            <a:lvl4pPr marL="2438339" lvl="3" indent="-423323" algn="l" rtl="0">
              <a:spcBef>
                <a:spcPts val="400"/>
              </a:spcBef>
              <a:spcAft>
                <a:spcPts val="0"/>
              </a:spcAft>
              <a:buClr>
                <a:schemeClr val="dk1"/>
              </a:buClr>
              <a:buSzPts val="1400"/>
              <a:buChar char="–"/>
              <a:defRPr sz="1867"/>
            </a:lvl4pPr>
            <a:lvl5pPr marL="3047924" lvl="4" indent="-423323" algn="l" rtl="0">
              <a:spcBef>
                <a:spcPts val="400"/>
              </a:spcBef>
              <a:spcAft>
                <a:spcPts val="0"/>
              </a:spcAft>
              <a:buClr>
                <a:schemeClr val="dk1"/>
              </a:buClr>
              <a:buSzPts val="1400"/>
              <a:buChar char="»"/>
              <a:defRPr sz="1867"/>
            </a:lvl5pPr>
            <a:lvl6pPr marL="3657509" lvl="5" indent="-423323" algn="l" rtl="0">
              <a:spcBef>
                <a:spcPts val="400"/>
              </a:spcBef>
              <a:spcAft>
                <a:spcPts val="0"/>
              </a:spcAft>
              <a:buClr>
                <a:schemeClr val="dk1"/>
              </a:buClr>
              <a:buSzPts val="1400"/>
              <a:buChar char="•"/>
              <a:defRPr sz="1867"/>
            </a:lvl6pPr>
            <a:lvl7pPr marL="4267093" lvl="6" indent="-423323" algn="l" rtl="0">
              <a:spcBef>
                <a:spcPts val="400"/>
              </a:spcBef>
              <a:spcAft>
                <a:spcPts val="0"/>
              </a:spcAft>
              <a:buClr>
                <a:schemeClr val="dk1"/>
              </a:buClr>
              <a:buSzPts val="1400"/>
              <a:buChar char="•"/>
              <a:defRPr sz="1867"/>
            </a:lvl7pPr>
            <a:lvl8pPr marL="4876678" lvl="7" indent="-423323" algn="l" rtl="0">
              <a:spcBef>
                <a:spcPts val="400"/>
              </a:spcBef>
              <a:spcAft>
                <a:spcPts val="0"/>
              </a:spcAft>
              <a:buClr>
                <a:schemeClr val="dk1"/>
              </a:buClr>
              <a:buSzPts val="1400"/>
              <a:buChar char="•"/>
              <a:defRPr sz="1867"/>
            </a:lvl8pPr>
            <a:lvl9pPr marL="5486263" lvl="8" indent="-423323" algn="l" rtl="0">
              <a:spcBef>
                <a:spcPts val="400"/>
              </a:spcBef>
              <a:spcAft>
                <a:spcPts val="0"/>
              </a:spcAft>
              <a:buClr>
                <a:schemeClr val="dk1"/>
              </a:buClr>
              <a:buSzPts val="1400"/>
              <a:buChar char="•"/>
              <a:defRPr sz="1867"/>
            </a:lvl9pPr>
          </a:lstStyle>
          <a:p>
            <a:endParaRPr/>
          </a:p>
        </p:txBody>
      </p:sp>
      <p:sp>
        <p:nvSpPr>
          <p:cNvPr id="276" name="Google Shape;276;p63"/>
          <p:cNvSpPr txBox="1">
            <a:spLocks noGrp="1"/>
          </p:cNvSpPr>
          <p:nvPr>
            <p:ph type="dt" idx="10"/>
          </p:nvPr>
        </p:nvSpPr>
        <p:spPr>
          <a:xfrm>
            <a:off x="609600" y="6356351"/>
            <a:ext cx="2844800" cy="365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7" name="Google Shape;277;p63"/>
          <p:cNvSpPr txBox="1">
            <a:spLocks noGrp="1"/>
          </p:cNvSpPr>
          <p:nvPr>
            <p:ph type="ftr" idx="11"/>
          </p:nvPr>
        </p:nvSpPr>
        <p:spPr>
          <a:xfrm>
            <a:off x="4165600" y="6356351"/>
            <a:ext cx="3860800" cy="3652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8" name="Google Shape;278;p63"/>
          <p:cNvSpPr txBox="1">
            <a:spLocks noGrp="1"/>
          </p:cNvSpPr>
          <p:nvPr>
            <p:ph type="sldNum" idx="12"/>
          </p:nvPr>
        </p:nvSpPr>
        <p:spPr>
          <a:xfrm>
            <a:off x="8737600" y="6356351"/>
            <a:ext cx="2844800" cy="3652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41582509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279"/>
        <p:cNvGrpSpPr/>
        <p:nvPr/>
      </p:nvGrpSpPr>
      <p:grpSpPr>
        <a:xfrm>
          <a:off x="0" y="0"/>
          <a:ext cx="0" cy="0"/>
          <a:chOff x="0" y="0"/>
          <a:chExt cx="0" cy="0"/>
        </a:xfrm>
      </p:grpSpPr>
      <p:sp>
        <p:nvSpPr>
          <p:cNvPr id="280" name="Google Shape;280;p64"/>
          <p:cNvSpPr txBox="1">
            <a:spLocks noGrp="1"/>
          </p:cNvSpPr>
          <p:nvPr>
            <p:ph type="title"/>
          </p:nvPr>
        </p:nvSpPr>
        <p:spPr>
          <a:xfrm>
            <a:off x="609600" y="274639"/>
            <a:ext cx="10972800" cy="11432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Clr>
                <a:schemeClr val="dk1"/>
              </a:buClr>
              <a:buSzPts val="3300"/>
              <a:buFont typeface="Calibri"/>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81" name="Google Shape;281;p64"/>
          <p:cNvSpPr txBox="1">
            <a:spLocks noGrp="1"/>
          </p:cNvSpPr>
          <p:nvPr>
            <p:ph type="body" idx="1"/>
          </p:nvPr>
        </p:nvSpPr>
        <p:spPr>
          <a:xfrm>
            <a:off x="609600" y="1535113"/>
            <a:ext cx="5386800" cy="639600"/>
          </a:xfrm>
          <a:prstGeom prst="rect">
            <a:avLst/>
          </a:prstGeom>
          <a:noFill/>
          <a:ln>
            <a:noFill/>
          </a:ln>
        </p:spPr>
        <p:txBody>
          <a:bodyPr spcFirstLastPara="1" wrap="square" lIns="91425" tIns="45700" rIns="91425" bIns="45700" anchor="b" anchorCtr="0">
            <a:noAutofit/>
          </a:bodyPr>
          <a:lstStyle>
            <a:lvl1pPr marL="609585" lvl="0" indent="-304792" algn="l" rtl="0">
              <a:spcBef>
                <a:spcPts val="533"/>
              </a:spcBef>
              <a:spcAft>
                <a:spcPts val="0"/>
              </a:spcAft>
              <a:buClr>
                <a:schemeClr val="dk1"/>
              </a:buClr>
              <a:buSzPts val="1800"/>
              <a:buNone/>
              <a:defRPr sz="2400" b="1"/>
            </a:lvl1pPr>
            <a:lvl2pPr marL="1219170" lvl="1" indent="-304792" algn="l" rtl="0">
              <a:spcBef>
                <a:spcPts val="400"/>
              </a:spcBef>
              <a:spcAft>
                <a:spcPts val="0"/>
              </a:spcAft>
              <a:buClr>
                <a:schemeClr val="dk1"/>
              </a:buClr>
              <a:buSzPts val="1500"/>
              <a:buNone/>
              <a:defRPr sz="2000" b="1"/>
            </a:lvl2pPr>
            <a:lvl3pPr marL="1828754" lvl="2" indent="-304792" algn="l" rtl="0">
              <a:spcBef>
                <a:spcPts val="400"/>
              </a:spcBef>
              <a:spcAft>
                <a:spcPts val="0"/>
              </a:spcAft>
              <a:buClr>
                <a:schemeClr val="dk1"/>
              </a:buClr>
              <a:buSzPts val="1400"/>
              <a:buNone/>
              <a:defRPr sz="1867" b="1"/>
            </a:lvl3pPr>
            <a:lvl4pPr marL="2438339" lvl="3" indent="-304792" algn="l" rtl="0">
              <a:spcBef>
                <a:spcPts val="267"/>
              </a:spcBef>
              <a:spcAft>
                <a:spcPts val="0"/>
              </a:spcAft>
              <a:buClr>
                <a:schemeClr val="dk1"/>
              </a:buClr>
              <a:buSzPts val="1200"/>
              <a:buNone/>
              <a:defRPr sz="1600" b="1"/>
            </a:lvl4pPr>
            <a:lvl5pPr marL="3047924" lvl="4" indent="-304792" algn="l" rtl="0">
              <a:spcBef>
                <a:spcPts val="267"/>
              </a:spcBef>
              <a:spcAft>
                <a:spcPts val="0"/>
              </a:spcAft>
              <a:buClr>
                <a:schemeClr val="dk1"/>
              </a:buClr>
              <a:buSzPts val="1200"/>
              <a:buNone/>
              <a:defRPr sz="1600" b="1"/>
            </a:lvl5pPr>
            <a:lvl6pPr marL="3657509" lvl="5" indent="-304792" algn="l" rtl="0">
              <a:spcBef>
                <a:spcPts val="267"/>
              </a:spcBef>
              <a:spcAft>
                <a:spcPts val="0"/>
              </a:spcAft>
              <a:buClr>
                <a:schemeClr val="dk1"/>
              </a:buClr>
              <a:buSzPts val="1200"/>
              <a:buNone/>
              <a:defRPr sz="1600" b="1"/>
            </a:lvl6pPr>
            <a:lvl7pPr marL="4267093" lvl="6" indent="-304792" algn="l" rtl="0">
              <a:spcBef>
                <a:spcPts val="267"/>
              </a:spcBef>
              <a:spcAft>
                <a:spcPts val="0"/>
              </a:spcAft>
              <a:buClr>
                <a:schemeClr val="dk1"/>
              </a:buClr>
              <a:buSzPts val="1200"/>
              <a:buNone/>
              <a:defRPr sz="1600" b="1"/>
            </a:lvl7pPr>
            <a:lvl8pPr marL="4876678" lvl="7" indent="-304792" algn="l" rtl="0">
              <a:spcBef>
                <a:spcPts val="267"/>
              </a:spcBef>
              <a:spcAft>
                <a:spcPts val="0"/>
              </a:spcAft>
              <a:buClr>
                <a:schemeClr val="dk1"/>
              </a:buClr>
              <a:buSzPts val="1200"/>
              <a:buNone/>
              <a:defRPr sz="1600" b="1"/>
            </a:lvl8pPr>
            <a:lvl9pPr marL="5486263" lvl="8" indent="-304792" algn="l" rtl="0">
              <a:spcBef>
                <a:spcPts val="267"/>
              </a:spcBef>
              <a:spcAft>
                <a:spcPts val="0"/>
              </a:spcAft>
              <a:buClr>
                <a:schemeClr val="dk1"/>
              </a:buClr>
              <a:buSzPts val="1200"/>
              <a:buNone/>
              <a:defRPr sz="1600" b="1"/>
            </a:lvl9pPr>
          </a:lstStyle>
          <a:p>
            <a:endParaRPr/>
          </a:p>
        </p:txBody>
      </p:sp>
      <p:sp>
        <p:nvSpPr>
          <p:cNvPr id="282" name="Google Shape;282;p64"/>
          <p:cNvSpPr txBox="1">
            <a:spLocks noGrp="1"/>
          </p:cNvSpPr>
          <p:nvPr>
            <p:ph type="body" idx="2"/>
          </p:nvPr>
        </p:nvSpPr>
        <p:spPr>
          <a:xfrm>
            <a:off x="609600" y="2174875"/>
            <a:ext cx="5386800" cy="3951200"/>
          </a:xfrm>
          <a:prstGeom prst="rect">
            <a:avLst/>
          </a:prstGeom>
          <a:noFill/>
          <a:ln>
            <a:noFill/>
          </a:ln>
        </p:spPr>
        <p:txBody>
          <a:bodyPr spcFirstLastPara="1" wrap="square" lIns="91425" tIns="45700" rIns="91425" bIns="45700" anchor="t" anchorCtr="0">
            <a:noAutofit/>
          </a:bodyPr>
          <a:lstStyle>
            <a:lvl1pPr marL="609585" lvl="0" indent="-457189" algn="l" rtl="0">
              <a:spcBef>
                <a:spcPts val="533"/>
              </a:spcBef>
              <a:spcAft>
                <a:spcPts val="0"/>
              </a:spcAft>
              <a:buClr>
                <a:schemeClr val="dk1"/>
              </a:buClr>
              <a:buSzPts val="1800"/>
              <a:buChar char="•"/>
              <a:defRPr sz="2400"/>
            </a:lvl1pPr>
            <a:lvl2pPr marL="1219170" lvl="1" indent="-431789" algn="l" rtl="0">
              <a:spcBef>
                <a:spcPts val="400"/>
              </a:spcBef>
              <a:spcAft>
                <a:spcPts val="0"/>
              </a:spcAft>
              <a:buClr>
                <a:schemeClr val="dk1"/>
              </a:buClr>
              <a:buSzPts val="1500"/>
              <a:buChar char="–"/>
              <a:defRPr sz="2000"/>
            </a:lvl2pPr>
            <a:lvl3pPr marL="1828754" lvl="2" indent="-423323" algn="l" rtl="0">
              <a:spcBef>
                <a:spcPts val="400"/>
              </a:spcBef>
              <a:spcAft>
                <a:spcPts val="0"/>
              </a:spcAft>
              <a:buClr>
                <a:schemeClr val="dk1"/>
              </a:buClr>
              <a:buSzPts val="1400"/>
              <a:buChar char="•"/>
              <a:defRPr sz="1867"/>
            </a:lvl3pPr>
            <a:lvl4pPr marL="2438339" lvl="3" indent="-406390" algn="l" rtl="0">
              <a:spcBef>
                <a:spcPts val="267"/>
              </a:spcBef>
              <a:spcAft>
                <a:spcPts val="0"/>
              </a:spcAft>
              <a:buClr>
                <a:schemeClr val="dk1"/>
              </a:buClr>
              <a:buSzPts val="1200"/>
              <a:buChar char="–"/>
              <a:defRPr sz="1600"/>
            </a:lvl4pPr>
            <a:lvl5pPr marL="3047924" lvl="4" indent="-406390" algn="l" rtl="0">
              <a:spcBef>
                <a:spcPts val="267"/>
              </a:spcBef>
              <a:spcAft>
                <a:spcPts val="0"/>
              </a:spcAft>
              <a:buClr>
                <a:schemeClr val="dk1"/>
              </a:buClr>
              <a:buSzPts val="1200"/>
              <a:buChar char="»"/>
              <a:defRPr sz="1600"/>
            </a:lvl5pPr>
            <a:lvl6pPr marL="3657509" lvl="5" indent="-406390" algn="l" rtl="0">
              <a:spcBef>
                <a:spcPts val="267"/>
              </a:spcBef>
              <a:spcAft>
                <a:spcPts val="0"/>
              </a:spcAft>
              <a:buClr>
                <a:schemeClr val="dk1"/>
              </a:buClr>
              <a:buSzPts val="1200"/>
              <a:buChar char="•"/>
              <a:defRPr sz="1600"/>
            </a:lvl6pPr>
            <a:lvl7pPr marL="4267093" lvl="6" indent="-406390" algn="l" rtl="0">
              <a:spcBef>
                <a:spcPts val="267"/>
              </a:spcBef>
              <a:spcAft>
                <a:spcPts val="0"/>
              </a:spcAft>
              <a:buClr>
                <a:schemeClr val="dk1"/>
              </a:buClr>
              <a:buSzPts val="1200"/>
              <a:buChar char="•"/>
              <a:defRPr sz="1600"/>
            </a:lvl7pPr>
            <a:lvl8pPr marL="4876678" lvl="7" indent="-406390" algn="l" rtl="0">
              <a:spcBef>
                <a:spcPts val="267"/>
              </a:spcBef>
              <a:spcAft>
                <a:spcPts val="0"/>
              </a:spcAft>
              <a:buClr>
                <a:schemeClr val="dk1"/>
              </a:buClr>
              <a:buSzPts val="1200"/>
              <a:buChar char="•"/>
              <a:defRPr sz="1600"/>
            </a:lvl8pPr>
            <a:lvl9pPr marL="5486263" lvl="8" indent="-406390" algn="l" rtl="0">
              <a:spcBef>
                <a:spcPts val="267"/>
              </a:spcBef>
              <a:spcAft>
                <a:spcPts val="0"/>
              </a:spcAft>
              <a:buClr>
                <a:schemeClr val="dk1"/>
              </a:buClr>
              <a:buSzPts val="1200"/>
              <a:buChar char="•"/>
              <a:defRPr sz="1600"/>
            </a:lvl9pPr>
          </a:lstStyle>
          <a:p>
            <a:endParaRPr/>
          </a:p>
        </p:txBody>
      </p:sp>
      <p:sp>
        <p:nvSpPr>
          <p:cNvPr id="283" name="Google Shape;283;p64"/>
          <p:cNvSpPr txBox="1">
            <a:spLocks noGrp="1"/>
          </p:cNvSpPr>
          <p:nvPr>
            <p:ph type="body" idx="3"/>
          </p:nvPr>
        </p:nvSpPr>
        <p:spPr>
          <a:xfrm>
            <a:off x="6193368" y="1535113"/>
            <a:ext cx="5389200" cy="639600"/>
          </a:xfrm>
          <a:prstGeom prst="rect">
            <a:avLst/>
          </a:prstGeom>
          <a:noFill/>
          <a:ln>
            <a:noFill/>
          </a:ln>
        </p:spPr>
        <p:txBody>
          <a:bodyPr spcFirstLastPara="1" wrap="square" lIns="91425" tIns="45700" rIns="91425" bIns="45700" anchor="b" anchorCtr="0">
            <a:noAutofit/>
          </a:bodyPr>
          <a:lstStyle>
            <a:lvl1pPr marL="609585" lvl="0" indent="-304792" algn="l" rtl="0">
              <a:spcBef>
                <a:spcPts val="533"/>
              </a:spcBef>
              <a:spcAft>
                <a:spcPts val="0"/>
              </a:spcAft>
              <a:buClr>
                <a:schemeClr val="dk1"/>
              </a:buClr>
              <a:buSzPts val="1800"/>
              <a:buNone/>
              <a:defRPr sz="2400" b="1"/>
            </a:lvl1pPr>
            <a:lvl2pPr marL="1219170" lvl="1" indent="-304792" algn="l" rtl="0">
              <a:spcBef>
                <a:spcPts val="400"/>
              </a:spcBef>
              <a:spcAft>
                <a:spcPts val="0"/>
              </a:spcAft>
              <a:buClr>
                <a:schemeClr val="dk1"/>
              </a:buClr>
              <a:buSzPts val="1500"/>
              <a:buNone/>
              <a:defRPr sz="2000" b="1"/>
            </a:lvl2pPr>
            <a:lvl3pPr marL="1828754" lvl="2" indent="-304792" algn="l" rtl="0">
              <a:spcBef>
                <a:spcPts val="400"/>
              </a:spcBef>
              <a:spcAft>
                <a:spcPts val="0"/>
              </a:spcAft>
              <a:buClr>
                <a:schemeClr val="dk1"/>
              </a:buClr>
              <a:buSzPts val="1400"/>
              <a:buNone/>
              <a:defRPr sz="1867" b="1"/>
            </a:lvl3pPr>
            <a:lvl4pPr marL="2438339" lvl="3" indent="-304792" algn="l" rtl="0">
              <a:spcBef>
                <a:spcPts val="267"/>
              </a:spcBef>
              <a:spcAft>
                <a:spcPts val="0"/>
              </a:spcAft>
              <a:buClr>
                <a:schemeClr val="dk1"/>
              </a:buClr>
              <a:buSzPts val="1200"/>
              <a:buNone/>
              <a:defRPr sz="1600" b="1"/>
            </a:lvl4pPr>
            <a:lvl5pPr marL="3047924" lvl="4" indent="-304792" algn="l" rtl="0">
              <a:spcBef>
                <a:spcPts val="267"/>
              </a:spcBef>
              <a:spcAft>
                <a:spcPts val="0"/>
              </a:spcAft>
              <a:buClr>
                <a:schemeClr val="dk1"/>
              </a:buClr>
              <a:buSzPts val="1200"/>
              <a:buNone/>
              <a:defRPr sz="1600" b="1"/>
            </a:lvl5pPr>
            <a:lvl6pPr marL="3657509" lvl="5" indent="-304792" algn="l" rtl="0">
              <a:spcBef>
                <a:spcPts val="267"/>
              </a:spcBef>
              <a:spcAft>
                <a:spcPts val="0"/>
              </a:spcAft>
              <a:buClr>
                <a:schemeClr val="dk1"/>
              </a:buClr>
              <a:buSzPts val="1200"/>
              <a:buNone/>
              <a:defRPr sz="1600" b="1"/>
            </a:lvl6pPr>
            <a:lvl7pPr marL="4267093" lvl="6" indent="-304792" algn="l" rtl="0">
              <a:spcBef>
                <a:spcPts val="267"/>
              </a:spcBef>
              <a:spcAft>
                <a:spcPts val="0"/>
              </a:spcAft>
              <a:buClr>
                <a:schemeClr val="dk1"/>
              </a:buClr>
              <a:buSzPts val="1200"/>
              <a:buNone/>
              <a:defRPr sz="1600" b="1"/>
            </a:lvl7pPr>
            <a:lvl8pPr marL="4876678" lvl="7" indent="-304792" algn="l" rtl="0">
              <a:spcBef>
                <a:spcPts val="267"/>
              </a:spcBef>
              <a:spcAft>
                <a:spcPts val="0"/>
              </a:spcAft>
              <a:buClr>
                <a:schemeClr val="dk1"/>
              </a:buClr>
              <a:buSzPts val="1200"/>
              <a:buNone/>
              <a:defRPr sz="1600" b="1"/>
            </a:lvl8pPr>
            <a:lvl9pPr marL="5486263" lvl="8" indent="-304792" algn="l" rtl="0">
              <a:spcBef>
                <a:spcPts val="267"/>
              </a:spcBef>
              <a:spcAft>
                <a:spcPts val="0"/>
              </a:spcAft>
              <a:buClr>
                <a:schemeClr val="dk1"/>
              </a:buClr>
              <a:buSzPts val="1200"/>
              <a:buNone/>
              <a:defRPr sz="1600" b="1"/>
            </a:lvl9pPr>
          </a:lstStyle>
          <a:p>
            <a:endParaRPr/>
          </a:p>
        </p:txBody>
      </p:sp>
      <p:sp>
        <p:nvSpPr>
          <p:cNvPr id="284" name="Google Shape;284;p64"/>
          <p:cNvSpPr txBox="1">
            <a:spLocks noGrp="1"/>
          </p:cNvSpPr>
          <p:nvPr>
            <p:ph type="body" idx="4"/>
          </p:nvPr>
        </p:nvSpPr>
        <p:spPr>
          <a:xfrm>
            <a:off x="6193368" y="2174875"/>
            <a:ext cx="5389200" cy="3951200"/>
          </a:xfrm>
          <a:prstGeom prst="rect">
            <a:avLst/>
          </a:prstGeom>
          <a:noFill/>
          <a:ln>
            <a:noFill/>
          </a:ln>
        </p:spPr>
        <p:txBody>
          <a:bodyPr spcFirstLastPara="1" wrap="square" lIns="91425" tIns="45700" rIns="91425" bIns="45700" anchor="t" anchorCtr="0">
            <a:noAutofit/>
          </a:bodyPr>
          <a:lstStyle>
            <a:lvl1pPr marL="609585" lvl="0" indent="-457189" algn="l" rtl="0">
              <a:spcBef>
                <a:spcPts val="533"/>
              </a:spcBef>
              <a:spcAft>
                <a:spcPts val="0"/>
              </a:spcAft>
              <a:buClr>
                <a:schemeClr val="dk1"/>
              </a:buClr>
              <a:buSzPts val="1800"/>
              <a:buChar char="•"/>
              <a:defRPr sz="2400"/>
            </a:lvl1pPr>
            <a:lvl2pPr marL="1219170" lvl="1" indent="-431789" algn="l" rtl="0">
              <a:spcBef>
                <a:spcPts val="400"/>
              </a:spcBef>
              <a:spcAft>
                <a:spcPts val="0"/>
              </a:spcAft>
              <a:buClr>
                <a:schemeClr val="dk1"/>
              </a:buClr>
              <a:buSzPts val="1500"/>
              <a:buChar char="–"/>
              <a:defRPr sz="2000"/>
            </a:lvl2pPr>
            <a:lvl3pPr marL="1828754" lvl="2" indent="-423323" algn="l" rtl="0">
              <a:spcBef>
                <a:spcPts val="400"/>
              </a:spcBef>
              <a:spcAft>
                <a:spcPts val="0"/>
              </a:spcAft>
              <a:buClr>
                <a:schemeClr val="dk1"/>
              </a:buClr>
              <a:buSzPts val="1400"/>
              <a:buChar char="•"/>
              <a:defRPr sz="1867"/>
            </a:lvl3pPr>
            <a:lvl4pPr marL="2438339" lvl="3" indent="-406390" algn="l" rtl="0">
              <a:spcBef>
                <a:spcPts val="267"/>
              </a:spcBef>
              <a:spcAft>
                <a:spcPts val="0"/>
              </a:spcAft>
              <a:buClr>
                <a:schemeClr val="dk1"/>
              </a:buClr>
              <a:buSzPts val="1200"/>
              <a:buChar char="–"/>
              <a:defRPr sz="1600"/>
            </a:lvl4pPr>
            <a:lvl5pPr marL="3047924" lvl="4" indent="-406390" algn="l" rtl="0">
              <a:spcBef>
                <a:spcPts val="267"/>
              </a:spcBef>
              <a:spcAft>
                <a:spcPts val="0"/>
              </a:spcAft>
              <a:buClr>
                <a:schemeClr val="dk1"/>
              </a:buClr>
              <a:buSzPts val="1200"/>
              <a:buChar char="»"/>
              <a:defRPr sz="1600"/>
            </a:lvl5pPr>
            <a:lvl6pPr marL="3657509" lvl="5" indent="-406390" algn="l" rtl="0">
              <a:spcBef>
                <a:spcPts val="267"/>
              </a:spcBef>
              <a:spcAft>
                <a:spcPts val="0"/>
              </a:spcAft>
              <a:buClr>
                <a:schemeClr val="dk1"/>
              </a:buClr>
              <a:buSzPts val="1200"/>
              <a:buChar char="•"/>
              <a:defRPr sz="1600"/>
            </a:lvl6pPr>
            <a:lvl7pPr marL="4267093" lvl="6" indent="-406390" algn="l" rtl="0">
              <a:spcBef>
                <a:spcPts val="267"/>
              </a:spcBef>
              <a:spcAft>
                <a:spcPts val="0"/>
              </a:spcAft>
              <a:buClr>
                <a:schemeClr val="dk1"/>
              </a:buClr>
              <a:buSzPts val="1200"/>
              <a:buChar char="•"/>
              <a:defRPr sz="1600"/>
            </a:lvl7pPr>
            <a:lvl8pPr marL="4876678" lvl="7" indent="-406390" algn="l" rtl="0">
              <a:spcBef>
                <a:spcPts val="267"/>
              </a:spcBef>
              <a:spcAft>
                <a:spcPts val="0"/>
              </a:spcAft>
              <a:buClr>
                <a:schemeClr val="dk1"/>
              </a:buClr>
              <a:buSzPts val="1200"/>
              <a:buChar char="•"/>
              <a:defRPr sz="1600"/>
            </a:lvl8pPr>
            <a:lvl9pPr marL="5486263" lvl="8" indent="-406390" algn="l" rtl="0">
              <a:spcBef>
                <a:spcPts val="267"/>
              </a:spcBef>
              <a:spcAft>
                <a:spcPts val="0"/>
              </a:spcAft>
              <a:buClr>
                <a:schemeClr val="dk1"/>
              </a:buClr>
              <a:buSzPts val="1200"/>
              <a:buChar char="•"/>
              <a:defRPr sz="1600"/>
            </a:lvl9pPr>
          </a:lstStyle>
          <a:p>
            <a:endParaRPr/>
          </a:p>
        </p:txBody>
      </p:sp>
      <p:sp>
        <p:nvSpPr>
          <p:cNvPr id="285" name="Google Shape;285;p64"/>
          <p:cNvSpPr txBox="1">
            <a:spLocks noGrp="1"/>
          </p:cNvSpPr>
          <p:nvPr>
            <p:ph type="dt" idx="10"/>
          </p:nvPr>
        </p:nvSpPr>
        <p:spPr>
          <a:xfrm>
            <a:off x="609600" y="6356351"/>
            <a:ext cx="2844800" cy="365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6" name="Google Shape;286;p64"/>
          <p:cNvSpPr txBox="1">
            <a:spLocks noGrp="1"/>
          </p:cNvSpPr>
          <p:nvPr>
            <p:ph type="ftr" idx="11"/>
          </p:nvPr>
        </p:nvSpPr>
        <p:spPr>
          <a:xfrm>
            <a:off x="4165600" y="6356351"/>
            <a:ext cx="3860800" cy="3652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7" name="Google Shape;287;p64"/>
          <p:cNvSpPr txBox="1">
            <a:spLocks noGrp="1"/>
          </p:cNvSpPr>
          <p:nvPr>
            <p:ph type="sldNum" idx="12"/>
          </p:nvPr>
        </p:nvSpPr>
        <p:spPr>
          <a:xfrm>
            <a:off x="8737600" y="6356351"/>
            <a:ext cx="2844800" cy="3652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5124411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88"/>
        <p:cNvGrpSpPr/>
        <p:nvPr/>
      </p:nvGrpSpPr>
      <p:grpSpPr>
        <a:xfrm>
          <a:off x="0" y="0"/>
          <a:ext cx="0" cy="0"/>
          <a:chOff x="0" y="0"/>
          <a:chExt cx="0" cy="0"/>
        </a:xfrm>
      </p:grpSpPr>
      <p:sp>
        <p:nvSpPr>
          <p:cNvPr id="289" name="Google Shape;289;p65"/>
          <p:cNvSpPr txBox="1">
            <a:spLocks noGrp="1"/>
          </p:cNvSpPr>
          <p:nvPr>
            <p:ph type="title"/>
          </p:nvPr>
        </p:nvSpPr>
        <p:spPr>
          <a:xfrm>
            <a:off x="609600" y="274639"/>
            <a:ext cx="10972800" cy="11432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90" name="Google Shape;290;p65"/>
          <p:cNvSpPr txBox="1">
            <a:spLocks noGrp="1"/>
          </p:cNvSpPr>
          <p:nvPr>
            <p:ph type="dt" idx="10"/>
          </p:nvPr>
        </p:nvSpPr>
        <p:spPr>
          <a:xfrm>
            <a:off x="609600" y="6356351"/>
            <a:ext cx="2844800" cy="365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1" name="Google Shape;291;p65"/>
          <p:cNvSpPr txBox="1">
            <a:spLocks noGrp="1"/>
          </p:cNvSpPr>
          <p:nvPr>
            <p:ph type="ftr" idx="11"/>
          </p:nvPr>
        </p:nvSpPr>
        <p:spPr>
          <a:xfrm>
            <a:off x="4165600" y="6356351"/>
            <a:ext cx="3860800" cy="3652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2" name="Google Shape;292;p65"/>
          <p:cNvSpPr txBox="1">
            <a:spLocks noGrp="1"/>
          </p:cNvSpPr>
          <p:nvPr>
            <p:ph type="sldNum" idx="12"/>
          </p:nvPr>
        </p:nvSpPr>
        <p:spPr>
          <a:xfrm>
            <a:off x="8737600" y="6356351"/>
            <a:ext cx="2844800" cy="3652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54259169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293"/>
        <p:cNvGrpSpPr/>
        <p:nvPr/>
      </p:nvGrpSpPr>
      <p:grpSpPr>
        <a:xfrm>
          <a:off x="0" y="0"/>
          <a:ext cx="0" cy="0"/>
          <a:chOff x="0" y="0"/>
          <a:chExt cx="0" cy="0"/>
        </a:xfrm>
      </p:grpSpPr>
      <p:sp>
        <p:nvSpPr>
          <p:cNvPr id="294" name="Google Shape;294;p66"/>
          <p:cNvSpPr txBox="1">
            <a:spLocks noGrp="1"/>
          </p:cNvSpPr>
          <p:nvPr>
            <p:ph type="title"/>
          </p:nvPr>
        </p:nvSpPr>
        <p:spPr>
          <a:xfrm>
            <a:off x="609601" y="273049"/>
            <a:ext cx="4011200" cy="11620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chemeClr val="dk1"/>
              </a:buClr>
              <a:buSzPts val="1500"/>
              <a:buFont typeface="Calibri"/>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95" name="Google Shape;295;p66"/>
          <p:cNvSpPr txBox="1">
            <a:spLocks noGrp="1"/>
          </p:cNvSpPr>
          <p:nvPr>
            <p:ph type="body" idx="1"/>
          </p:nvPr>
        </p:nvSpPr>
        <p:spPr>
          <a:xfrm>
            <a:off x="4766733" y="273051"/>
            <a:ext cx="6815600" cy="5853200"/>
          </a:xfrm>
          <a:prstGeom prst="rect">
            <a:avLst/>
          </a:prstGeom>
          <a:noFill/>
          <a:ln>
            <a:noFill/>
          </a:ln>
        </p:spPr>
        <p:txBody>
          <a:bodyPr spcFirstLastPara="1" wrap="square" lIns="91425" tIns="45700" rIns="91425" bIns="45700" anchor="t" anchorCtr="0">
            <a:noAutofit/>
          </a:bodyPr>
          <a:lstStyle>
            <a:lvl1pPr marL="609585" lvl="0" indent="-507987" algn="l" rtl="0">
              <a:spcBef>
                <a:spcPts val="667"/>
              </a:spcBef>
              <a:spcAft>
                <a:spcPts val="0"/>
              </a:spcAft>
              <a:buClr>
                <a:schemeClr val="dk1"/>
              </a:buClr>
              <a:buSzPts val="2400"/>
              <a:buChar char="•"/>
              <a:defRPr sz="3200"/>
            </a:lvl1pPr>
            <a:lvl2pPr marL="1219170" lvl="1" indent="-482588" algn="l" rtl="0">
              <a:spcBef>
                <a:spcPts val="533"/>
              </a:spcBef>
              <a:spcAft>
                <a:spcPts val="0"/>
              </a:spcAft>
              <a:buClr>
                <a:schemeClr val="dk1"/>
              </a:buClr>
              <a:buSzPts val="2100"/>
              <a:buChar char="–"/>
              <a:defRPr sz="2800"/>
            </a:lvl2pPr>
            <a:lvl3pPr marL="1828754" lvl="2" indent="-457189" algn="l" rtl="0">
              <a:spcBef>
                <a:spcPts val="533"/>
              </a:spcBef>
              <a:spcAft>
                <a:spcPts val="0"/>
              </a:spcAft>
              <a:buClr>
                <a:schemeClr val="dk1"/>
              </a:buClr>
              <a:buSzPts val="1800"/>
              <a:buChar char="•"/>
              <a:defRPr sz="2400"/>
            </a:lvl3pPr>
            <a:lvl4pPr marL="2438339" lvl="3" indent="-431789" algn="l" rtl="0">
              <a:spcBef>
                <a:spcPts val="400"/>
              </a:spcBef>
              <a:spcAft>
                <a:spcPts val="0"/>
              </a:spcAft>
              <a:buClr>
                <a:schemeClr val="dk1"/>
              </a:buClr>
              <a:buSzPts val="1500"/>
              <a:buChar char="–"/>
              <a:defRPr sz="2000"/>
            </a:lvl4pPr>
            <a:lvl5pPr marL="3047924" lvl="4" indent="-431789" algn="l" rtl="0">
              <a:spcBef>
                <a:spcPts val="400"/>
              </a:spcBef>
              <a:spcAft>
                <a:spcPts val="0"/>
              </a:spcAft>
              <a:buClr>
                <a:schemeClr val="dk1"/>
              </a:buClr>
              <a:buSzPts val="1500"/>
              <a:buChar char="»"/>
              <a:defRPr sz="2000"/>
            </a:lvl5pPr>
            <a:lvl6pPr marL="3657509" lvl="5" indent="-431789" algn="l" rtl="0">
              <a:spcBef>
                <a:spcPts val="400"/>
              </a:spcBef>
              <a:spcAft>
                <a:spcPts val="0"/>
              </a:spcAft>
              <a:buClr>
                <a:schemeClr val="dk1"/>
              </a:buClr>
              <a:buSzPts val="1500"/>
              <a:buChar char="•"/>
              <a:defRPr sz="2000"/>
            </a:lvl6pPr>
            <a:lvl7pPr marL="4267093" lvl="6" indent="-431789" algn="l" rtl="0">
              <a:spcBef>
                <a:spcPts val="400"/>
              </a:spcBef>
              <a:spcAft>
                <a:spcPts val="0"/>
              </a:spcAft>
              <a:buClr>
                <a:schemeClr val="dk1"/>
              </a:buClr>
              <a:buSzPts val="1500"/>
              <a:buChar char="•"/>
              <a:defRPr sz="2000"/>
            </a:lvl7pPr>
            <a:lvl8pPr marL="4876678" lvl="7" indent="-431789" algn="l" rtl="0">
              <a:spcBef>
                <a:spcPts val="400"/>
              </a:spcBef>
              <a:spcAft>
                <a:spcPts val="0"/>
              </a:spcAft>
              <a:buClr>
                <a:schemeClr val="dk1"/>
              </a:buClr>
              <a:buSzPts val="1500"/>
              <a:buChar char="•"/>
              <a:defRPr sz="2000"/>
            </a:lvl8pPr>
            <a:lvl9pPr marL="5486263" lvl="8" indent="-431789" algn="l" rtl="0">
              <a:spcBef>
                <a:spcPts val="400"/>
              </a:spcBef>
              <a:spcAft>
                <a:spcPts val="0"/>
              </a:spcAft>
              <a:buClr>
                <a:schemeClr val="dk1"/>
              </a:buClr>
              <a:buSzPts val="1500"/>
              <a:buChar char="•"/>
              <a:defRPr sz="2000"/>
            </a:lvl9pPr>
          </a:lstStyle>
          <a:p>
            <a:endParaRPr/>
          </a:p>
        </p:txBody>
      </p:sp>
      <p:sp>
        <p:nvSpPr>
          <p:cNvPr id="296" name="Google Shape;296;p66"/>
          <p:cNvSpPr txBox="1">
            <a:spLocks noGrp="1"/>
          </p:cNvSpPr>
          <p:nvPr>
            <p:ph type="body" idx="2"/>
          </p:nvPr>
        </p:nvSpPr>
        <p:spPr>
          <a:xfrm>
            <a:off x="609601" y="1435101"/>
            <a:ext cx="4011200" cy="4691200"/>
          </a:xfrm>
          <a:prstGeom prst="rect">
            <a:avLst/>
          </a:prstGeom>
          <a:noFill/>
          <a:ln>
            <a:noFill/>
          </a:ln>
        </p:spPr>
        <p:txBody>
          <a:bodyPr spcFirstLastPara="1" wrap="square" lIns="91425" tIns="45700" rIns="91425" bIns="45700" anchor="t" anchorCtr="0">
            <a:noAutofit/>
          </a:bodyPr>
          <a:lstStyle>
            <a:lvl1pPr marL="609585" lvl="0" indent="-304792" algn="l" rtl="0">
              <a:spcBef>
                <a:spcPts val="267"/>
              </a:spcBef>
              <a:spcAft>
                <a:spcPts val="0"/>
              </a:spcAft>
              <a:buClr>
                <a:schemeClr val="dk1"/>
              </a:buClr>
              <a:buSzPts val="1100"/>
              <a:buNone/>
              <a:defRPr sz="1467"/>
            </a:lvl1pPr>
            <a:lvl2pPr marL="1219170" lvl="1" indent="-304792" algn="l" rtl="0">
              <a:spcBef>
                <a:spcPts val="267"/>
              </a:spcBef>
              <a:spcAft>
                <a:spcPts val="0"/>
              </a:spcAft>
              <a:buClr>
                <a:schemeClr val="dk1"/>
              </a:buClr>
              <a:buSzPts val="900"/>
              <a:buNone/>
              <a:defRPr sz="1200"/>
            </a:lvl2pPr>
            <a:lvl3pPr marL="1828754" lvl="2" indent="-304792" algn="l" rtl="0">
              <a:spcBef>
                <a:spcPts val="267"/>
              </a:spcBef>
              <a:spcAft>
                <a:spcPts val="0"/>
              </a:spcAft>
              <a:buClr>
                <a:schemeClr val="dk1"/>
              </a:buClr>
              <a:buSzPts val="800"/>
              <a:buNone/>
              <a:defRPr sz="1067"/>
            </a:lvl3pPr>
            <a:lvl4pPr marL="2438339" lvl="3" indent="-304792" algn="l" rtl="0">
              <a:spcBef>
                <a:spcPts val="267"/>
              </a:spcBef>
              <a:spcAft>
                <a:spcPts val="0"/>
              </a:spcAft>
              <a:buClr>
                <a:schemeClr val="dk1"/>
              </a:buClr>
              <a:buSzPts val="700"/>
              <a:buNone/>
              <a:defRPr sz="933"/>
            </a:lvl4pPr>
            <a:lvl5pPr marL="3047924" lvl="4" indent="-304792" algn="l" rtl="0">
              <a:spcBef>
                <a:spcPts val="267"/>
              </a:spcBef>
              <a:spcAft>
                <a:spcPts val="0"/>
              </a:spcAft>
              <a:buClr>
                <a:schemeClr val="dk1"/>
              </a:buClr>
              <a:buSzPts val="700"/>
              <a:buNone/>
              <a:defRPr sz="933"/>
            </a:lvl5pPr>
            <a:lvl6pPr marL="3657509" lvl="5" indent="-304792" algn="l" rtl="0">
              <a:spcBef>
                <a:spcPts val="267"/>
              </a:spcBef>
              <a:spcAft>
                <a:spcPts val="0"/>
              </a:spcAft>
              <a:buClr>
                <a:schemeClr val="dk1"/>
              </a:buClr>
              <a:buSzPts val="700"/>
              <a:buNone/>
              <a:defRPr sz="933"/>
            </a:lvl6pPr>
            <a:lvl7pPr marL="4267093" lvl="6" indent="-304792" algn="l" rtl="0">
              <a:spcBef>
                <a:spcPts val="267"/>
              </a:spcBef>
              <a:spcAft>
                <a:spcPts val="0"/>
              </a:spcAft>
              <a:buClr>
                <a:schemeClr val="dk1"/>
              </a:buClr>
              <a:buSzPts val="700"/>
              <a:buNone/>
              <a:defRPr sz="933"/>
            </a:lvl7pPr>
            <a:lvl8pPr marL="4876678" lvl="7" indent="-304792" algn="l" rtl="0">
              <a:spcBef>
                <a:spcPts val="267"/>
              </a:spcBef>
              <a:spcAft>
                <a:spcPts val="0"/>
              </a:spcAft>
              <a:buClr>
                <a:schemeClr val="dk1"/>
              </a:buClr>
              <a:buSzPts val="700"/>
              <a:buNone/>
              <a:defRPr sz="933"/>
            </a:lvl8pPr>
            <a:lvl9pPr marL="5486263" lvl="8" indent="-304792" algn="l" rtl="0">
              <a:spcBef>
                <a:spcPts val="267"/>
              </a:spcBef>
              <a:spcAft>
                <a:spcPts val="0"/>
              </a:spcAft>
              <a:buClr>
                <a:schemeClr val="dk1"/>
              </a:buClr>
              <a:buSzPts val="700"/>
              <a:buNone/>
              <a:defRPr sz="933"/>
            </a:lvl9pPr>
          </a:lstStyle>
          <a:p>
            <a:endParaRPr/>
          </a:p>
        </p:txBody>
      </p:sp>
      <p:sp>
        <p:nvSpPr>
          <p:cNvPr id="297" name="Google Shape;297;p66"/>
          <p:cNvSpPr txBox="1">
            <a:spLocks noGrp="1"/>
          </p:cNvSpPr>
          <p:nvPr>
            <p:ph type="dt" idx="10"/>
          </p:nvPr>
        </p:nvSpPr>
        <p:spPr>
          <a:xfrm>
            <a:off x="609600" y="6356351"/>
            <a:ext cx="2844800" cy="365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8" name="Google Shape;298;p66"/>
          <p:cNvSpPr txBox="1">
            <a:spLocks noGrp="1"/>
          </p:cNvSpPr>
          <p:nvPr>
            <p:ph type="ftr" idx="11"/>
          </p:nvPr>
        </p:nvSpPr>
        <p:spPr>
          <a:xfrm>
            <a:off x="4165600" y="6356351"/>
            <a:ext cx="3860800" cy="3652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9" name="Google Shape;299;p66"/>
          <p:cNvSpPr txBox="1">
            <a:spLocks noGrp="1"/>
          </p:cNvSpPr>
          <p:nvPr>
            <p:ph type="sldNum" idx="12"/>
          </p:nvPr>
        </p:nvSpPr>
        <p:spPr>
          <a:xfrm>
            <a:off x="8737600" y="6356351"/>
            <a:ext cx="2844800" cy="3652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47077042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300"/>
        <p:cNvGrpSpPr/>
        <p:nvPr/>
      </p:nvGrpSpPr>
      <p:grpSpPr>
        <a:xfrm>
          <a:off x="0" y="0"/>
          <a:ext cx="0" cy="0"/>
          <a:chOff x="0" y="0"/>
          <a:chExt cx="0" cy="0"/>
        </a:xfrm>
      </p:grpSpPr>
      <p:sp>
        <p:nvSpPr>
          <p:cNvPr id="301" name="Google Shape;301;p67"/>
          <p:cNvSpPr txBox="1">
            <a:spLocks noGrp="1"/>
          </p:cNvSpPr>
          <p:nvPr>
            <p:ph type="title"/>
          </p:nvPr>
        </p:nvSpPr>
        <p:spPr>
          <a:xfrm>
            <a:off x="2389717" y="4800600"/>
            <a:ext cx="7315200" cy="5668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chemeClr val="dk1"/>
              </a:buClr>
              <a:buSzPts val="1500"/>
              <a:buFont typeface="Calibri"/>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02" name="Google Shape;302;p67"/>
          <p:cNvSpPr>
            <a:spLocks noGrp="1"/>
          </p:cNvSpPr>
          <p:nvPr>
            <p:ph type="pic" idx="2"/>
          </p:nvPr>
        </p:nvSpPr>
        <p:spPr>
          <a:xfrm>
            <a:off x="2389717" y="612775"/>
            <a:ext cx="7315200" cy="4114800"/>
          </a:xfrm>
          <a:prstGeom prst="rect">
            <a:avLst/>
          </a:prstGeom>
          <a:noFill/>
          <a:ln>
            <a:noFill/>
          </a:ln>
        </p:spPr>
        <p:txBody>
          <a:bodyPr spcFirstLastPara="1" wrap="square" lIns="91425" tIns="45700" rIns="91425" bIns="45700" anchor="t" anchorCtr="0">
            <a:noAutofit/>
          </a:bodyPr>
          <a:lstStyle>
            <a:lvl1pPr marR="0" lvl="0" algn="l" rtl="0">
              <a:spcBef>
                <a:spcPts val="667"/>
              </a:spcBef>
              <a:spcAft>
                <a:spcPts val="0"/>
              </a:spcAft>
              <a:buClr>
                <a:schemeClr val="dk1"/>
              </a:buClr>
              <a:buSzPts val="2400"/>
              <a:buFont typeface="Arial"/>
              <a:buNone/>
              <a:defRPr sz="3200" b="0" i="0" u="none" strike="noStrike" cap="none">
                <a:solidFill>
                  <a:schemeClr val="dk1"/>
                </a:solidFill>
                <a:latin typeface="Calibri"/>
                <a:ea typeface="Calibri"/>
                <a:cs typeface="Calibri"/>
                <a:sym typeface="Calibri"/>
              </a:defRPr>
            </a:lvl1pPr>
            <a:lvl2pPr marR="0" lvl="1" algn="l" rtl="0">
              <a:spcBef>
                <a:spcPts val="533"/>
              </a:spcBef>
              <a:spcAft>
                <a:spcPts val="0"/>
              </a:spcAft>
              <a:buClr>
                <a:schemeClr val="dk1"/>
              </a:buClr>
              <a:buSzPts val="2100"/>
              <a:buFont typeface="Arial"/>
              <a:buNone/>
              <a:defRPr sz="2800" b="0" i="0" u="none" strike="noStrike" cap="none">
                <a:solidFill>
                  <a:schemeClr val="dk1"/>
                </a:solidFill>
                <a:latin typeface="Calibri"/>
                <a:ea typeface="Calibri"/>
                <a:cs typeface="Calibri"/>
                <a:sym typeface="Calibri"/>
              </a:defRPr>
            </a:lvl2pPr>
            <a:lvl3pPr marR="0" lvl="2" algn="l" rtl="0">
              <a:spcBef>
                <a:spcPts val="533"/>
              </a:spcBef>
              <a:spcAft>
                <a:spcPts val="0"/>
              </a:spcAft>
              <a:buClr>
                <a:schemeClr val="dk1"/>
              </a:buClr>
              <a:buSzPts val="1800"/>
              <a:buFont typeface="Arial"/>
              <a:buNone/>
              <a:defRPr sz="2400" b="0" i="0" u="none" strike="noStrike" cap="none">
                <a:solidFill>
                  <a:schemeClr val="dk1"/>
                </a:solidFill>
                <a:latin typeface="Calibri"/>
                <a:ea typeface="Calibri"/>
                <a:cs typeface="Calibri"/>
                <a:sym typeface="Calibri"/>
              </a:defRPr>
            </a:lvl3pPr>
            <a:lvl4pPr marR="0" lvl="3" algn="l" rtl="0">
              <a:spcBef>
                <a:spcPts val="400"/>
              </a:spcBef>
              <a:spcAft>
                <a:spcPts val="0"/>
              </a:spcAft>
              <a:buClr>
                <a:schemeClr val="dk1"/>
              </a:buClr>
              <a:buSzPts val="1500"/>
              <a:buFont typeface="Arial"/>
              <a:buNone/>
              <a:defRPr sz="2000" b="0" i="0" u="none" strike="noStrike" cap="none">
                <a:solidFill>
                  <a:schemeClr val="dk1"/>
                </a:solidFill>
                <a:latin typeface="Calibri"/>
                <a:ea typeface="Calibri"/>
                <a:cs typeface="Calibri"/>
                <a:sym typeface="Calibri"/>
              </a:defRPr>
            </a:lvl4pPr>
            <a:lvl5pPr marR="0" lvl="4" algn="l" rtl="0">
              <a:spcBef>
                <a:spcPts val="400"/>
              </a:spcBef>
              <a:spcAft>
                <a:spcPts val="0"/>
              </a:spcAft>
              <a:buClr>
                <a:schemeClr val="dk1"/>
              </a:buClr>
              <a:buSzPts val="1500"/>
              <a:buFont typeface="Arial"/>
              <a:buNone/>
              <a:defRPr sz="2000" b="0" i="0" u="none" strike="noStrike" cap="none">
                <a:solidFill>
                  <a:schemeClr val="dk1"/>
                </a:solidFill>
                <a:latin typeface="Calibri"/>
                <a:ea typeface="Calibri"/>
                <a:cs typeface="Calibri"/>
                <a:sym typeface="Calibri"/>
              </a:defRPr>
            </a:lvl5pPr>
            <a:lvl6pPr marR="0" lvl="5" algn="l" rtl="0">
              <a:spcBef>
                <a:spcPts val="400"/>
              </a:spcBef>
              <a:spcAft>
                <a:spcPts val="0"/>
              </a:spcAft>
              <a:buClr>
                <a:schemeClr val="dk1"/>
              </a:buClr>
              <a:buSzPts val="1500"/>
              <a:buFont typeface="Arial"/>
              <a:buNone/>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1500"/>
              <a:buFont typeface="Arial"/>
              <a:buNone/>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1500"/>
              <a:buFont typeface="Arial"/>
              <a:buNone/>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15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303" name="Google Shape;303;p67"/>
          <p:cNvSpPr txBox="1">
            <a:spLocks noGrp="1"/>
          </p:cNvSpPr>
          <p:nvPr>
            <p:ph type="body" idx="1"/>
          </p:nvPr>
        </p:nvSpPr>
        <p:spPr>
          <a:xfrm>
            <a:off x="2389717" y="5367337"/>
            <a:ext cx="7315200" cy="804800"/>
          </a:xfrm>
          <a:prstGeom prst="rect">
            <a:avLst/>
          </a:prstGeom>
          <a:noFill/>
          <a:ln>
            <a:noFill/>
          </a:ln>
        </p:spPr>
        <p:txBody>
          <a:bodyPr spcFirstLastPara="1" wrap="square" lIns="91425" tIns="45700" rIns="91425" bIns="45700" anchor="t" anchorCtr="0">
            <a:noAutofit/>
          </a:bodyPr>
          <a:lstStyle>
            <a:lvl1pPr marL="609585" lvl="0" indent="-304792" algn="l" rtl="0">
              <a:spcBef>
                <a:spcPts val="267"/>
              </a:spcBef>
              <a:spcAft>
                <a:spcPts val="0"/>
              </a:spcAft>
              <a:buClr>
                <a:schemeClr val="dk1"/>
              </a:buClr>
              <a:buSzPts val="1100"/>
              <a:buNone/>
              <a:defRPr sz="1467"/>
            </a:lvl1pPr>
            <a:lvl2pPr marL="1219170" lvl="1" indent="-304792" algn="l" rtl="0">
              <a:spcBef>
                <a:spcPts val="267"/>
              </a:spcBef>
              <a:spcAft>
                <a:spcPts val="0"/>
              </a:spcAft>
              <a:buClr>
                <a:schemeClr val="dk1"/>
              </a:buClr>
              <a:buSzPts val="900"/>
              <a:buNone/>
              <a:defRPr sz="1200"/>
            </a:lvl2pPr>
            <a:lvl3pPr marL="1828754" lvl="2" indent="-304792" algn="l" rtl="0">
              <a:spcBef>
                <a:spcPts val="267"/>
              </a:spcBef>
              <a:spcAft>
                <a:spcPts val="0"/>
              </a:spcAft>
              <a:buClr>
                <a:schemeClr val="dk1"/>
              </a:buClr>
              <a:buSzPts val="800"/>
              <a:buNone/>
              <a:defRPr sz="1067"/>
            </a:lvl3pPr>
            <a:lvl4pPr marL="2438339" lvl="3" indent="-304792" algn="l" rtl="0">
              <a:spcBef>
                <a:spcPts val="267"/>
              </a:spcBef>
              <a:spcAft>
                <a:spcPts val="0"/>
              </a:spcAft>
              <a:buClr>
                <a:schemeClr val="dk1"/>
              </a:buClr>
              <a:buSzPts val="700"/>
              <a:buNone/>
              <a:defRPr sz="933"/>
            </a:lvl4pPr>
            <a:lvl5pPr marL="3047924" lvl="4" indent="-304792" algn="l" rtl="0">
              <a:spcBef>
                <a:spcPts val="267"/>
              </a:spcBef>
              <a:spcAft>
                <a:spcPts val="0"/>
              </a:spcAft>
              <a:buClr>
                <a:schemeClr val="dk1"/>
              </a:buClr>
              <a:buSzPts val="700"/>
              <a:buNone/>
              <a:defRPr sz="933"/>
            </a:lvl5pPr>
            <a:lvl6pPr marL="3657509" lvl="5" indent="-304792" algn="l" rtl="0">
              <a:spcBef>
                <a:spcPts val="267"/>
              </a:spcBef>
              <a:spcAft>
                <a:spcPts val="0"/>
              </a:spcAft>
              <a:buClr>
                <a:schemeClr val="dk1"/>
              </a:buClr>
              <a:buSzPts val="700"/>
              <a:buNone/>
              <a:defRPr sz="933"/>
            </a:lvl6pPr>
            <a:lvl7pPr marL="4267093" lvl="6" indent="-304792" algn="l" rtl="0">
              <a:spcBef>
                <a:spcPts val="267"/>
              </a:spcBef>
              <a:spcAft>
                <a:spcPts val="0"/>
              </a:spcAft>
              <a:buClr>
                <a:schemeClr val="dk1"/>
              </a:buClr>
              <a:buSzPts val="700"/>
              <a:buNone/>
              <a:defRPr sz="933"/>
            </a:lvl7pPr>
            <a:lvl8pPr marL="4876678" lvl="7" indent="-304792" algn="l" rtl="0">
              <a:spcBef>
                <a:spcPts val="267"/>
              </a:spcBef>
              <a:spcAft>
                <a:spcPts val="0"/>
              </a:spcAft>
              <a:buClr>
                <a:schemeClr val="dk1"/>
              </a:buClr>
              <a:buSzPts val="700"/>
              <a:buNone/>
              <a:defRPr sz="933"/>
            </a:lvl8pPr>
            <a:lvl9pPr marL="5486263" lvl="8" indent="-304792" algn="l" rtl="0">
              <a:spcBef>
                <a:spcPts val="267"/>
              </a:spcBef>
              <a:spcAft>
                <a:spcPts val="0"/>
              </a:spcAft>
              <a:buClr>
                <a:schemeClr val="dk1"/>
              </a:buClr>
              <a:buSzPts val="700"/>
              <a:buNone/>
              <a:defRPr sz="933"/>
            </a:lvl9pPr>
          </a:lstStyle>
          <a:p>
            <a:endParaRPr/>
          </a:p>
        </p:txBody>
      </p:sp>
      <p:sp>
        <p:nvSpPr>
          <p:cNvPr id="304" name="Google Shape;304;p67"/>
          <p:cNvSpPr txBox="1">
            <a:spLocks noGrp="1"/>
          </p:cNvSpPr>
          <p:nvPr>
            <p:ph type="dt" idx="10"/>
          </p:nvPr>
        </p:nvSpPr>
        <p:spPr>
          <a:xfrm>
            <a:off x="609600" y="6356351"/>
            <a:ext cx="2844800" cy="365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5" name="Google Shape;305;p67"/>
          <p:cNvSpPr txBox="1">
            <a:spLocks noGrp="1"/>
          </p:cNvSpPr>
          <p:nvPr>
            <p:ph type="ftr" idx="11"/>
          </p:nvPr>
        </p:nvSpPr>
        <p:spPr>
          <a:xfrm>
            <a:off x="4165600" y="6356351"/>
            <a:ext cx="3860800" cy="3652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6" name="Google Shape;306;p67"/>
          <p:cNvSpPr txBox="1">
            <a:spLocks noGrp="1"/>
          </p:cNvSpPr>
          <p:nvPr>
            <p:ph type="sldNum" idx="12"/>
          </p:nvPr>
        </p:nvSpPr>
        <p:spPr>
          <a:xfrm>
            <a:off x="8737600" y="6356351"/>
            <a:ext cx="2844800" cy="3652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79332002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307"/>
        <p:cNvGrpSpPr/>
        <p:nvPr/>
      </p:nvGrpSpPr>
      <p:grpSpPr>
        <a:xfrm>
          <a:off x="0" y="0"/>
          <a:ext cx="0" cy="0"/>
          <a:chOff x="0" y="0"/>
          <a:chExt cx="0" cy="0"/>
        </a:xfrm>
      </p:grpSpPr>
      <p:sp>
        <p:nvSpPr>
          <p:cNvPr id="308" name="Google Shape;308;p68"/>
          <p:cNvSpPr txBox="1">
            <a:spLocks noGrp="1"/>
          </p:cNvSpPr>
          <p:nvPr>
            <p:ph type="title"/>
          </p:nvPr>
        </p:nvSpPr>
        <p:spPr>
          <a:xfrm>
            <a:off x="609600" y="274639"/>
            <a:ext cx="10972800" cy="11432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09" name="Google Shape;309;p68"/>
          <p:cNvSpPr txBox="1">
            <a:spLocks noGrp="1"/>
          </p:cNvSpPr>
          <p:nvPr>
            <p:ph type="body" idx="1"/>
          </p:nvPr>
        </p:nvSpPr>
        <p:spPr>
          <a:xfrm rot="5400000">
            <a:off x="3833000" y="-1623199"/>
            <a:ext cx="4526000" cy="10972800"/>
          </a:xfrm>
          <a:prstGeom prst="rect">
            <a:avLst/>
          </a:prstGeom>
          <a:noFill/>
          <a:ln>
            <a:noFill/>
          </a:ln>
        </p:spPr>
        <p:txBody>
          <a:bodyPr spcFirstLastPara="1" wrap="square" lIns="91425" tIns="45700" rIns="91425" bIns="45700" anchor="t" anchorCtr="0">
            <a:noAutofit/>
          </a:bodyPr>
          <a:lstStyle>
            <a:lvl1pPr marL="609585" lvl="0" indent="-457189" algn="l" rtl="0">
              <a:spcBef>
                <a:spcPts val="533"/>
              </a:spcBef>
              <a:spcAft>
                <a:spcPts val="0"/>
              </a:spcAft>
              <a:buClr>
                <a:schemeClr val="dk1"/>
              </a:buClr>
              <a:buSzPts val="1800"/>
              <a:buChar char="•"/>
              <a:defRPr/>
            </a:lvl1pPr>
            <a:lvl2pPr marL="1219170" lvl="1" indent="-457189" algn="l" rtl="0">
              <a:spcBef>
                <a:spcPts val="533"/>
              </a:spcBef>
              <a:spcAft>
                <a:spcPts val="0"/>
              </a:spcAft>
              <a:buClr>
                <a:schemeClr val="dk1"/>
              </a:buClr>
              <a:buSzPts val="1800"/>
              <a:buChar char="–"/>
              <a:defRPr/>
            </a:lvl2pPr>
            <a:lvl3pPr marL="1828754" lvl="2" indent="-457189" algn="l" rtl="0">
              <a:spcBef>
                <a:spcPts val="533"/>
              </a:spcBef>
              <a:spcAft>
                <a:spcPts val="0"/>
              </a:spcAft>
              <a:buClr>
                <a:schemeClr val="dk1"/>
              </a:buClr>
              <a:buSzPts val="1800"/>
              <a:buChar char="•"/>
              <a:defRPr/>
            </a:lvl3pPr>
            <a:lvl4pPr marL="2438339" lvl="3" indent="-457189" algn="l" rtl="0">
              <a:spcBef>
                <a:spcPts val="533"/>
              </a:spcBef>
              <a:spcAft>
                <a:spcPts val="0"/>
              </a:spcAft>
              <a:buClr>
                <a:schemeClr val="dk1"/>
              </a:buClr>
              <a:buSzPts val="1800"/>
              <a:buChar char="–"/>
              <a:defRPr/>
            </a:lvl4pPr>
            <a:lvl5pPr marL="3047924" lvl="4" indent="-457189" algn="l" rtl="0">
              <a:spcBef>
                <a:spcPts val="533"/>
              </a:spcBef>
              <a:spcAft>
                <a:spcPts val="0"/>
              </a:spcAft>
              <a:buClr>
                <a:schemeClr val="dk1"/>
              </a:buClr>
              <a:buSzPts val="1800"/>
              <a:buChar char="»"/>
              <a:defRPr/>
            </a:lvl5pPr>
            <a:lvl6pPr marL="3657509" lvl="5" indent="-457189" algn="l" rtl="0">
              <a:spcBef>
                <a:spcPts val="533"/>
              </a:spcBef>
              <a:spcAft>
                <a:spcPts val="0"/>
              </a:spcAft>
              <a:buClr>
                <a:schemeClr val="dk1"/>
              </a:buClr>
              <a:buSzPts val="1800"/>
              <a:buChar char="•"/>
              <a:defRPr/>
            </a:lvl6pPr>
            <a:lvl7pPr marL="4267093" lvl="6" indent="-457189" algn="l" rtl="0">
              <a:spcBef>
                <a:spcPts val="533"/>
              </a:spcBef>
              <a:spcAft>
                <a:spcPts val="0"/>
              </a:spcAft>
              <a:buClr>
                <a:schemeClr val="dk1"/>
              </a:buClr>
              <a:buSzPts val="1800"/>
              <a:buChar char="•"/>
              <a:defRPr/>
            </a:lvl7pPr>
            <a:lvl8pPr marL="4876678" lvl="7" indent="-457189" algn="l" rtl="0">
              <a:spcBef>
                <a:spcPts val="533"/>
              </a:spcBef>
              <a:spcAft>
                <a:spcPts val="0"/>
              </a:spcAft>
              <a:buClr>
                <a:schemeClr val="dk1"/>
              </a:buClr>
              <a:buSzPts val="1800"/>
              <a:buChar char="•"/>
              <a:defRPr/>
            </a:lvl8pPr>
            <a:lvl9pPr marL="5486263" lvl="8" indent="-457189" algn="l" rtl="0">
              <a:spcBef>
                <a:spcPts val="533"/>
              </a:spcBef>
              <a:spcAft>
                <a:spcPts val="0"/>
              </a:spcAft>
              <a:buClr>
                <a:schemeClr val="dk1"/>
              </a:buClr>
              <a:buSzPts val="1800"/>
              <a:buChar char="•"/>
              <a:defRPr/>
            </a:lvl9pPr>
          </a:lstStyle>
          <a:p>
            <a:endParaRPr/>
          </a:p>
        </p:txBody>
      </p:sp>
      <p:sp>
        <p:nvSpPr>
          <p:cNvPr id="310" name="Google Shape;310;p68"/>
          <p:cNvSpPr txBox="1">
            <a:spLocks noGrp="1"/>
          </p:cNvSpPr>
          <p:nvPr>
            <p:ph type="dt" idx="10"/>
          </p:nvPr>
        </p:nvSpPr>
        <p:spPr>
          <a:xfrm>
            <a:off x="609600" y="6356351"/>
            <a:ext cx="2844800" cy="365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11" name="Google Shape;311;p68"/>
          <p:cNvSpPr txBox="1">
            <a:spLocks noGrp="1"/>
          </p:cNvSpPr>
          <p:nvPr>
            <p:ph type="ftr" idx="11"/>
          </p:nvPr>
        </p:nvSpPr>
        <p:spPr>
          <a:xfrm>
            <a:off x="4165600" y="6356351"/>
            <a:ext cx="3860800" cy="3652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12" name="Google Shape;312;p68"/>
          <p:cNvSpPr txBox="1">
            <a:spLocks noGrp="1"/>
          </p:cNvSpPr>
          <p:nvPr>
            <p:ph type="sldNum" idx="12"/>
          </p:nvPr>
        </p:nvSpPr>
        <p:spPr>
          <a:xfrm>
            <a:off x="8737600" y="6356351"/>
            <a:ext cx="2844800" cy="3652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53542522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313"/>
        <p:cNvGrpSpPr/>
        <p:nvPr/>
      </p:nvGrpSpPr>
      <p:grpSpPr>
        <a:xfrm>
          <a:off x="0" y="0"/>
          <a:ext cx="0" cy="0"/>
          <a:chOff x="0" y="0"/>
          <a:chExt cx="0" cy="0"/>
        </a:xfrm>
      </p:grpSpPr>
      <p:sp>
        <p:nvSpPr>
          <p:cNvPr id="314" name="Google Shape;314;p69"/>
          <p:cNvSpPr txBox="1">
            <a:spLocks noGrp="1"/>
          </p:cNvSpPr>
          <p:nvPr>
            <p:ph type="title"/>
          </p:nvPr>
        </p:nvSpPr>
        <p:spPr>
          <a:xfrm rot="5400000">
            <a:off x="7285000" y="1828839"/>
            <a:ext cx="5851600" cy="27432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5" name="Google Shape;315;p69"/>
          <p:cNvSpPr txBox="1">
            <a:spLocks noGrp="1"/>
          </p:cNvSpPr>
          <p:nvPr>
            <p:ph type="body" idx="1"/>
          </p:nvPr>
        </p:nvSpPr>
        <p:spPr>
          <a:xfrm rot="5400000">
            <a:off x="1697000" y="-812761"/>
            <a:ext cx="5851600" cy="8026400"/>
          </a:xfrm>
          <a:prstGeom prst="rect">
            <a:avLst/>
          </a:prstGeom>
          <a:noFill/>
          <a:ln>
            <a:noFill/>
          </a:ln>
        </p:spPr>
        <p:txBody>
          <a:bodyPr spcFirstLastPara="1" wrap="square" lIns="91425" tIns="45700" rIns="91425" bIns="45700" anchor="t" anchorCtr="0">
            <a:noAutofit/>
          </a:bodyPr>
          <a:lstStyle>
            <a:lvl1pPr marL="609585" lvl="0" indent="-457189" algn="l" rtl="0">
              <a:spcBef>
                <a:spcPts val="533"/>
              </a:spcBef>
              <a:spcAft>
                <a:spcPts val="0"/>
              </a:spcAft>
              <a:buClr>
                <a:schemeClr val="dk1"/>
              </a:buClr>
              <a:buSzPts val="1800"/>
              <a:buChar char="•"/>
              <a:defRPr/>
            </a:lvl1pPr>
            <a:lvl2pPr marL="1219170" lvl="1" indent="-457189" algn="l" rtl="0">
              <a:spcBef>
                <a:spcPts val="533"/>
              </a:spcBef>
              <a:spcAft>
                <a:spcPts val="0"/>
              </a:spcAft>
              <a:buClr>
                <a:schemeClr val="dk1"/>
              </a:buClr>
              <a:buSzPts val="1800"/>
              <a:buChar char="–"/>
              <a:defRPr/>
            </a:lvl2pPr>
            <a:lvl3pPr marL="1828754" lvl="2" indent="-457189" algn="l" rtl="0">
              <a:spcBef>
                <a:spcPts val="533"/>
              </a:spcBef>
              <a:spcAft>
                <a:spcPts val="0"/>
              </a:spcAft>
              <a:buClr>
                <a:schemeClr val="dk1"/>
              </a:buClr>
              <a:buSzPts val="1800"/>
              <a:buChar char="•"/>
              <a:defRPr/>
            </a:lvl3pPr>
            <a:lvl4pPr marL="2438339" lvl="3" indent="-457189" algn="l" rtl="0">
              <a:spcBef>
                <a:spcPts val="533"/>
              </a:spcBef>
              <a:spcAft>
                <a:spcPts val="0"/>
              </a:spcAft>
              <a:buClr>
                <a:schemeClr val="dk1"/>
              </a:buClr>
              <a:buSzPts val="1800"/>
              <a:buChar char="–"/>
              <a:defRPr/>
            </a:lvl4pPr>
            <a:lvl5pPr marL="3047924" lvl="4" indent="-457189" algn="l" rtl="0">
              <a:spcBef>
                <a:spcPts val="533"/>
              </a:spcBef>
              <a:spcAft>
                <a:spcPts val="0"/>
              </a:spcAft>
              <a:buClr>
                <a:schemeClr val="dk1"/>
              </a:buClr>
              <a:buSzPts val="1800"/>
              <a:buChar char="»"/>
              <a:defRPr/>
            </a:lvl5pPr>
            <a:lvl6pPr marL="3657509" lvl="5" indent="-457189" algn="l" rtl="0">
              <a:spcBef>
                <a:spcPts val="533"/>
              </a:spcBef>
              <a:spcAft>
                <a:spcPts val="0"/>
              </a:spcAft>
              <a:buClr>
                <a:schemeClr val="dk1"/>
              </a:buClr>
              <a:buSzPts val="1800"/>
              <a:buChar char="•"/>
              <a:defRPr/>
            </a:lvl6pPr>
            <a:lvl7pPr marL="4267093" lvl="6" indent="-457189" algn="l" rtl="0">
              <a:spcBef>
                <a:spcPts val="533"/>
              </a:spcBef>
              <a:spcAft>
                <a:spcPts val="0"/>
              </a:spcAft>
              <a:buClr>
                <a:schemeClr val="dk1"/>
              </a:buClr>
              <a:buSzPts val="1800"/>
              <a:buChar char="•"/>
              <a:defRPr/>
            </a:lvl7pPr>
            <a:lvl8pPr marL="4876678" lvl="7" indent="-457189" algn="l" rtl="0">
              <a:spcBef>
                <a:spcPts val="533"/>
              </a:spcBef>
              <a:spcAft>
                <a:spcPts val="0"/>
              </a:spcAft>
              <a:buClr>
                <a:schemeClr val="dk1"/>
              </a:buClr>
              <a:buSzPts val="1800"/>
              <a:buChar char="•"/>
              <a:defRPr/>
            </a:lvl8pPr>
            <a:lvl9pPr marL="5486263" lvl="8" indent="-457189" algn="l" rtl="0">
              <a:spcBef>
                <a:spcPts val="533"/>
              </a:spcBef>
              <a:spcAft>
                <a:spcPts val="0"/>
              </a:spcAft>
              <a:buClr>
                <a:schemeClr val="dk1"/>
              </a:buClr>
              <a:buSzPts val="1800"/>
              <a:buChar char="•"/>
              <a:defRPr/>
            </a:lvl9pPr>
          </a:lstStyle>
          <a:p>
            <a:endParaRPr/>
          </a:p>
        </p:txBody>
      </p:sp>
      <p:sp>
        <p:nvSpPr>
          <p:cNvPr id="316" name="Google Shape;316;p69"/>
          <p:cNvSpPr txBox="1">
            <a:spLocks noGrp="1"/>
          </p:cNvSpPr>
          <p:nvPr>
            <p:ph type="dt" idx="10"/>
          </p:nvPr>
        </p:nvSpPr>
        <p:spPr>
          <a:xfrm>
            <a:off x="609600" y="6356351"/>
            <a:ext cx="2844800" cy="365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17" name="Google Shape;317;p69"/>
          <p:cNvSpPr txBox="1">
            <a:spLocks noGrp="1"/>
          </p:cNvSpPr>
          <p:nvPr>
            <p:ph type="ftr" idx="11"/>
          </p:nvPr>
        </p:nvSpPr>
        <p:spPr>
          <a:xfrm>
            <a:off x="4165600" y="6356351"/>
            <a:ext cx="3860800" cy="3652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18" name="Google Shape;318;p69"/>
          <p:cNvSpPr txBox="1">
            <a:spLocks noGrp="1"/>
          </p:cNvSpPr>
          <p:nvPr>
            <p:ph type="sldNum" idx="12"/>
          </p:nvPr>
        </p:nvSpPr>
        <p:spPr>
          <a:xfrm>
            <a:off x="8737600" y="6356351"/>
            <a:ext cx="2844800" cy="3652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25918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33.xml"/><Relationship Id="rId18" Type="http://schemas.openxmlformats.org/officeDocument/2006/relationships/slideLayout" Target="../slideLayouts/slideLayout38.xml"/><Relationship Id="rId26" Type="http://schemas.openxmlformats.org/officeDocument/2006/relationships/slideLayout" Target="../slideLayouts/slideLayout46.xml"/><Relationship Id="rId39" Type="http://schemas.openxmlformats.org/officeDocument/2006/relationships/slideLayout" Target="../slideLayouts/slideLayout59.xml"/><Relationship Id="rId21" Type="http://schemas.openxmlformats.org/officeDocument/2006/relationships/slideLayout" Target="../slideLayouts/slideLayout41.xml"/><Relationship Id="rId34" Type="http://schemas.openxmlformats.org/officeDocument/2006/relationships/slideLayout" Target="../slideLayouts/slideLayout54.xml"/><Relationship Id="rId42" Type="http://schemas.openxmlformats.org/officeDocument/2006/relationships/image" Target="../media/image2.png"/><Relationship Id="rId7" Type="http://schemas.openxmlformats.org/officeDocument/2006/relationships/slideLayout" Target="../slideLayouts/slideLayout2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29" Type="http://schemas.openxmlformats.org/officeDocument/2006/relationships/slideLayout" Target="../slideLayouts/slideLayout49.xml"/><Relationship Id="rId41" Type="http://schemas.openxmlformats.org/officeDocument/2006/relationships/theme" Target="../theme/theme3.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24" Type="http://schemas.openxmlformats.org/officeDocument/2006/relationships/slideLayout" Target="../slideLayouts/slideLayout44.xml"/><Relationship Id="rId32" Type="http://schemas.openxmlformats.org/officeDocument/2006/relationships/slideLayout" Target="../slideLayouts/slideLayout52.xml"/><Relationship Id="rId37" Type="http://schemas.openxmlformats.org/officeDocument/2006/relationships/slideLayout" Target="../slideLayouts/slideLayout57.xml"/><Relationship Id="rId40" Type="http://schemas.openxmlformats.org/officeDocument/2006/relationships/slideLayout" Target="../slideLayouts/slideLayout60.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23" Type="http://schemas.openxmlformats.org/officeDocument/2006/relationships/slideLayout" Target="../slideLayouts/slideLayout43.xml"/><Relationship Id="rId28" Type="http://schemas.openxmlformats.org/officeDocument/2006/relationships/slideLayout" Target="../slideLayouts/slideLayout48.xml"/><Relationship Id="rId36" Type="http://schemas.openxmlformats.org/officeDocument/2006/relationships/slideLayout" Target="../slideLayouts/slideLayout56.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31" Type="http://schemas.openxmlformats.org/officeDocument/2006/relationships/slideLayout" Target="../slideLayouts/slideLayout51.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 Id="rId22" Type="http://schemas.openxmlformats.org/officeDocument/2006/relationships/slideLayout" Target="../slideLayouts/slideLayout42.xml"/><Relationship Id="rId27" Type="http://schemas.openxmlformats.org/officeDocument/2006/relationships/slideLayout" Target="../slideLayouts/slideLayout47.xml"/><Relationship Id="rId30" Type="http://schemas.openxmlformats.org/officeDocument/2006/relationships/slideLayout" Target="../slideLayouts/slideLayout50.xml"/><Relationship Id="rId35" Type="http://schemas.openxmlformats.org/officeDocument/2006/relationships/slideLayout" Target="../slideLayouts/slideLayout55.xml"/><Relationship Id="rId8" Type="http://schemas.openxmlformats.org/officeDocument/2006/relationships/slideLayout" Target="../slideLayouts/slideLayout28.xml"/><Relationship Id="rId3" Type="http://schemas.openxmlformats.org/officeDocument/2006/relationships/slideLayout" Target="../slideLayouts/slideLayout23.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5" Type="http://schemas.openxmlformats.org/officeDocument/2006/relationships/slideLayout" Target="../slideLayouts/slideLayout45.xml"/><Relationship Id="rId33" Type="http://schemas.openxmlformats.org/officeDocument/2006/relationships/slideLayout" Target="../slideLayouts/slideLayout53.xml"/><Relationship Id="rId38" Type="http://schemas.openxmlformats.org/officeDocument/2006/relationships/slideLayout" Target="../slideLayouts/slideLayout5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slideLayout" Target="../slideLayouts/slideLayout73.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6" Type="http://schemas.openxmlformats.org/officeDocument/2006/relationships/theme" Target="../theme/theme4.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5" Type="http://schemas.openxmlformats.org/officeDocument/2006/relationships/slideLayout" Target="../slideLayouts/slideLayout7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slideLayout" Target="../slideLayouts/slideLayout7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59AF2F-52C6-9B46-B8B2-0579234AE62E}" type="slidenum">
              <a:rPr lang="en-US" smtClean="0"/>
              <a:t>‹#›</a:t>
            </a:fld>
            <a:endParaRPr lang="en-US"/>
          </a:p>
        </p:txBody>
      </p:sp>
      <p:pic>
        <p:nvPicPr>
          <p:cNvPr id="7" name="Picture 6" descr="wmo2016_powerpoint_standard_v2-2.jpg"/>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0" y="5151694"/>
            <a:ext cx="2651760" cy="1714500"/>
          </a:xfrm>
          <a:prstGeom prst="rect">
            <a:avLst/>
          </a:prstGeom>
        </p:spPr>
      </p:pic>
    </p:spTree>
    <p:extLst>
      <p:ext uri="{BB962C8B-B14F-4D97-AF65-F5344CB8AC3E}">
        <p14:creationId xmlns:p14="http://schemas.microsoft.com/office/powerpoint/2010/main" val="11536102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446672811"/>
      </p:ext>
    </p:extLst>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3BDDF"/>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844551" y="476251"/>
            <a:ext cx="10502800" cy="1143200"/>
          </a:xfrm>
          <a:prstGeom prst="rect">
            <a:avLst/>
          </a:prstGeom>
          <a:noFill/>
          <a:ln>
            <a:noFill/>
          </a:ln>
        </p:spPr>
        <p:txBody>
          <a:bodyPr spcFirstLastPara="1" wrap="square" lIns="34275" tIns="34275" rIns="34275" bIns="34275" anchor="ctr" anchorCtr="0">
            <a:noAutofit/>
          </a:bodyPr>
          <a:lstStyle>
            <a:lvl1pPr marR="0" lvl="0" algn="l" rtl="0">
              <a:lnSpc>
                <a:spcPct val="100000"/>
              </a:lnSpc>
              <a:spcBef>
                <a:spcPts val="0"/>
              </a:spcBef>
              <a:spcAft>
                <a:spcPts val="0"/>
              </a:spcAft>
              <a:buClr>
                <a:srgbClr val="FFFFFF"/>
              </a:buClr>
              <a:buSzPts val="3400"/>
              <a:buFont typeface="Helvetica Neue"/>
              <a:buNone/>
              <a:defRPr sz="3400" b="1" i="0" u="none" strike="noStrike" cap="none">
                <a:solidFill>
                  <a:srgbClr val="FFFFFF"/>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FFFFFF"/>
              </a:buClr>
              <a:buSzPts val="3400"/>
              <a:buFont typeface="Helvetica Neue"/>
              <a:buNone/>
              <a:defRPr sz="3400" b="1" i="0" u="none" strike="noStrike" cap="none">
                <a:solidFill>
                  <a:srgbClr val="FFFFFF"/>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FFFFFF"/>
              </a:buClr>
              <a:buSzPts val="3400"/>
              <a:buFont typeface="Helvetica Neue"/>
              <a:buNone/>
              <a:defRPr sz="3400" b="1" i="0" u="none" strike="noStrike" cap="none">
                <a:solidFill>
                  <a:srgbClr val="FFFFFF"/>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FFFFFF"/>
              </a:buClr>
              <a:buSzPts val="3400"/>
              <a:buFont typeface="Helvetica Neue"/>
              <a:buNone/>
              <a:defRPr sz="3400" b="1" i="0" u="none" strike="noStrike" cap="none">
                <a:solidFill>
                  <a:srgbClr val="FFFFFF"/>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FFFFFF"/>
              </a:buClr>
              <a:buSzPts val="3400"/>
              <a:buFont typeface="Helvetica Neue"/>
              <a:buNone/>
              <a:defRPr sz="3400" b="1" i="0" u="none" strike="noStrike" cap="none">
                <a:solidFill>
                  <a:srgbClr val="FFFFFF"/>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FFFFFF"/>
              </a:buClr>
              <a:buSzPts val="3400"/>
              <a:buFont typeface="Helvetica Neue"/>
              <a:buNone/>
              <a:defRPr sz="3400" b="1" i="0" u="none" strike="noStrike" cap="none">
                <a:solidFill>
                  <a:srgbClr val="FFFFFF"/>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FFFFFF"/>
              </a:buClr>
              <a:buSzPts val="3400"/>
              <a:buFont typeface="Helvetica Neue"/>
              <a:buNone/>
              <a:defRPr sz="3400" b="1" i="0" u="none" strike="noStrike" cap="none">
                <a:solidFill>
                  <a:srgbClr val="FFFFFF"/>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FFFFFF"/>
              </a:buClr>
              <a:buSzPts val="3400"/>
              <a:buFont typeface="Helvetica Neue"/>
              <a:buNone/>
              <a:defRPr sz="3400" b="1" i="0" u="none" strike="noStrike" cap="none">
                <a:solidFill>
                  <a:srgbClr val="FFFFFF"/>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FFFFFF"/>
              </a:buClr>
              <a:buSzPts val="3400"/>
              <a:buFont typeface="Helvetica Neue"/>
              <a:buNone/>
              <a:defRPr sz="3400" b="1" i="0" u="none" strike="noStrike" cap="none">
                <a:solidFill>
                  <a:srgbClr val="FFFFFF"/>
                </a:solidFill>
                <a:latin typeface="Helvetica Neue"/>
                <a:ea typeface="Helvetica Neue"/>
                <a:cs typeface="Helvetica Neue"/>
                <a:sym typeface="Helvetica Neue"/>
              </a:defRPr>
            </a:lvl9pPr>
          </a:lstStyle>
          <a:p>
            <a:endParaRPr/>
          </a:p>
        </p:txBody>
      </p:sp>
      <p:pic>
        <p:nvPicPr>
          <p:cNvPr id="52" name="Google Shape;52;p13" descr="cc_logo_white_large.pdf"/>
          <p:cNvPicPr preferRelativeResize="0"/>
          <p:nvPr/>
        </p:nvPicPr>
        <p:blipFill rotWithShape="1">
          <a:blip r:embed="rId42">
            <a:alphaModFix/>
          </a:blip>
          <a:srcRect/>
          <a:stretch/>
        </p:blipFill>
        <p:spPr>
          <a:xfrm>
            <a:off x="11063830" y="5761579"/>
            <a:ext cx="764493" cy="764493"/>
          </a:xfrm>
          <a:prstGeom prst="rect">
            <a:avLst/>
          </a:prstGeom>
          <a:noFill/>
          <a:ln>
            <a:noFill/>
          </a:ln>
        </p:spPr>
      </p:pic>
      <p:sp>
        <p:nvSpPr>
          <p:cNvPr id="53" name="Google Shape;53;p13"/>
          <p:cNvSpPr txBox="1">
            <a:spLocks noGrp="1"/>
          </p:cNvSpPr>
          <p:nvPr>
            <p:ph type="body" idx="1"/>
          </p:nvPr>
        </p:nvSpPr>
        <p:spPr>
          <a:xfrm>
            <a:off x="844551" y="1619251"/>
            <a:ext cx="10502800" cy="4604000"/>
          </a:xfrm>
          <a:prstGeom prst="rect">
            <a:avLst/>
          </a:prstGeom>
          <a:noFill/>
          <a:ln>
            <a:noFill/>
          </a:ln>
        </p:spPr>
        <p:txBody>
          <a:bodyPr spcFirstLastPara="1" wrap="square" lIns="34275" tIns="34275" rIns="34275" bIns="34275" anchor="ctr" anchorCtr="0">
            <a:noAutofit/>
          </a:bodyPr>
          <a:lstStyle>
            <a:lvl1pPr marL="457200" marR="0" lvl="0" indent="-323850" algn="l" rtl="0">
              <a:lnSpc>
                <a:spcPct val="100000"/>
              </a:lnSpc>
              <a:spcBef>
                <a:spcPts val="2200"/>
              </a:spcBef>
              <a:spcAft>
                <a:spcPts val="0"/>
              </a:spcAft>
              <a:buClr>
                <a:srgbClr val="000000"/>
              </a:buClr>
              <a:buSzPts val="1500"/>
              <a:buFont typeface="Helvetica Neue Light"/>
              <a:buChar char="•"/>
              <a:defRPr sz="2000" b="0" i="0" u="none" strike="noStrike" cap="none">
                <a:solidFill>
                  <a:srgbClr val="000000"/>
                </a:solidFill>
                <a:latin typeface="Helvetica Neue Light"/>
                <a:ea typeface="Helvetica Neue Light"/>
                <a:cs typeface="Helvetica Neue Light"/>
                <a:sym typeface="Helvetica Neue Light"/>
              </a:defRPr>
            </a:lvl1pPr>
            <a:lvl2pPr marL="914400" marR="0" lvl="1" indent="-323850" algn="l" rtl="0">
              <a:lnSpc>
                <a:spcPct val="100000"/>
              </a:lnSpc>
              <a:spcBef>
                <a:spcPts val="2200"/>
              </a:spcBef>
              <a:spcAft>
                <a:spcPts val="0"/>
              </a:spcAft>
              <a:buClr>
                <a:srgbClr val="000000"/>
              </a:buClr>
              <a:buSzPts val="1500"/>
              <a:buFont typeface="Helvetica Neue Light"/>
              <a:buChar char="•"/>
              <a:defRPr sz="2000" b="0" i="0" u="none" strike="noStrike" cap="none">
                <a:solidFill>
                  <a:srgbClr val="000000"/>
                </a:solidFill>
                <a:latin typeface="Helvetica Neue Light"/>
                <a:ea typeface="Helvetica Neue Light"/>
                <a:cs typeface="Helvetica Neue Light"/>
                <a:sym typeface="Helvetica Neue Light"/>
              </a:defRPr>
            </a:lvl2pPr>
            <a:lvl3pPr marL="1371600" marR="0" lvl="2" indent="-323850" algn="l" rtl="0">
              <a:lnSpc>
                <a:spcPct val="100000"/>
              </a:lnSpc>
              <a:spcBef>
                <a:spcPts val="2200"/>
              </a:spcBef>
              <a:spcAft>
                <a:spcPts val="0"/>
              </a:spcAft>
              <a:buClr>
                <a:srgbClr val="000000"/>
              </a:buClr>
              <a:buSzPts val="1500"/>
              <a:buFont typeface="Helvetica Neue Light"/>
              <a:buChar char="•"/>
              <a:defRPr sz="2000" b="0" i="0" u="none" strike="noStrike" cap="none">
                <a:solidFill>
                  <a:srgbClr val="000000"/>
                </a:solidFill>
                <a:latin typeface="Helvetica Neue Light"/>
                <a:ea typeface="Helvetica Neue Light"/>
                <a:cs typeface="Helvetica Neue Light"/>
                <a:sym typeface="Helvetica Neue Light"/>
              </a:defRPr>
            </a:lvl3pPr>
            <a:lvl4pPr marL="1828800" marR="0" lvl="3" indent="-323850" algn="l" rtl="0">
              <a:lnSpc>
                <a:spcPct val="100000"/>
              </a:lnSpc>
              <a:spcBef>
                <a:spcPts val="2200"/>
              </a:spcBef>
              <a:spcAft>
                <a:spcPts val="0"/>
              </a:spcAft>
              <a:buClr>
                <a:srgbClr val="000000"/>
              </a:buClr>
              <a:buSzPts val="1500"/>
              <a:buFont typeface="Helvetica Neue Light"/>
              <a:buChar char="•"/>
              <a:defRPr sz="2000" b="0" i="0" u="none" strike="noStrike" cap="none">
                <a:solidFill>
                  <a:srgbClr val="000000"/>
                </a:solidFill>
                <a:latin typeface="Helvetica Neue Light"/>
                <a:ea typeface="Helvetica Neue Light"/>
                <a:cs typeface="Helvetica Neue Light"/>
                <a:sym typeface="Helvetica Neue Light"/>
              </a:defRPr>
            </a:lvl4pPr>
            <a:lvl5pPr marL="2286000" marR="0" lvl="4" indent="-323850" algn="l" rtl="0">
              <a:lnSpc>
                <a:spcPct val="100000"/>
              </a:lnSpc>
              <a:spcBef>
                <a:spcPts val="2200"/>
              </a:spcBef>
              <a:spcAft>
                <a:spcPts val="0"/>
              </a:spcAft>
              <a:buClr>
                <a:srgbClr val="000000"/>
              </a:buClr>
              <a:buSzPts val="1500"/>
              <a:buFont typeface="Helvetica Neue Light"/>
              <a:buChar char="•"/>
              <a:defRPr sz="2000" b="0" i="0" u="none" strike="noStrike" cap="none">
                <a:solidFill>
                  <a:srgbClr val="000000"/>
                </a:solidFill>
                <a:latin typeface="Helvetica Neue Light"/>
                <a:ea typeface="Helvetica Neue Light"/>
                <a:cs typeface="Helvetica Neue Light"/>
                <a:sym typeface="Helvetica Neue Light"/>
              </a:defRPr>
            </a:lvl5pPr>
            <a:lvl6pPr marL="2743200" marR="0" lvl="5" indent="-323850" algn="l" rtl="0">
              <a:lnSpc>
                <a:spcPct val="100000"/>
              </a:lnSpc>
              <a:spcBef>
                <a:spcPts val="2200"/>
              </a:spcBef>
              <a:spcAft>
                <a:spcPts val="0"/>
              </a:spcAft>
              <a:buClr>
                <a:srgbClr val="000000"/>
              </a:buClr>
              <a:buSzPts val="1500"/>
              <a:buFont typeface="Helvetica Neue Light"/>
              <a:buChar char="•"/>
              <a:defRPr sz="2000" b="0" i="0" u="none" strike="noStrike" cap="none">
                <a:solidFill>
                  <a:srgbClr val="000000"/>
                </a:solidFill>
                <a:latin typeface="Helvetica Neue Light"/>
                <a:ea typeface="Helvetica Neue Light"/>
                <a:cs typeface="Helvetica Neue Light"/>
                <a:sym typeface="Helvetica Neue Light"/>
              </a:defRPr>
            </a:lvl6pPr>
            <a:lvl7pPr marL="3200400" marR="0" lvl="6" indent="-323850" algn="l" rtl="0">
              <a:lnSpc>
                <a:spcPct val="100000"/>
              </a:lnSpc>
              <a:spcBef>
                <a:spcPts val="2200"/>
              </a:spcBef>
              <a:spcAft>
                <a:spcPts val="0"/>
              </a:spcAft>
              <a:buClr>
                <a:srgbClr val="000000"/>
              </a:buClr>
              <a:buSzPts val="1500"/>
              <a:buFont typeface="Helvetica Neue Light"/>
              <a:buChar char="•"/>
              <a:defRPr sz="2000" b="0" i="0" u="none" strike="noStrike" cap="none">
                <a:solidFill>
                  <a:srgbClr val="000000"/>
                </a:solidFill>
                <a:latin typeface="Helvetica Neue Light"/>
                <a:ea typeface="Helvetica Neue Light"/>
                <a:cs typeface="Helvetica Neue Light"/>
                <a:sym typeface="Helvetica Neue Light"/>
              </a:defRPr>
            </a:lvl7pPr>
            <a:lvl8pPr marL="3657600" marR="0" lvl="7" indent="-323850" algn="l" rtl="0">
              <a:lnSpc>
                <a:spcPct val="100000"/>
              </a:lnSpc>
              <a:spcBef>
                <a:spcPts val="2200"/>
              </a:spcBef>
              <a:spcAft>
                <a:spcPts val="0"/>
              </a:spcAft>
              <a:buClr>
                <a:srgbClr val="000000"/>
              </a:buClr>
              <a:buSzPts val="1500"/>
              <a:buFont typeface="Helvetica Neue Light"/>
              <a:buChar char="•"/>
              <a:defRPr sz="2000" b="0" i="0" u="none" strike="noStrike" cap="none">
                <a:solidFill>
                  <a:srgbClr val="000000"/>
                </a:solidFill>
                <a:latin typeface="Helvetica Neue Light"/>
                <a:ea typeface="Helvetica Neue Light"/>
                <a:cs typeface="Helvetica Neue Light"/>
                <a:sym typeface="Helvetica Neue Light"/>
              </a:defRPr>
            </a:lvl8pPr>
            <a:lvl9pPr marL="4114800" marR="0" lvl="8" indent="-323850" algn="l" rtl="0">
              <a:lnSpc>
                <a:spcPct val="100000"/>
              </a:lnSpc>
              <a:spcBef>
                <a:spcPts val="2200"/>
              </a:spcBef>
              <a:spcAft>
                <a:spcPts val="0"/>
              </a:spcAft>
              <a:buClr>
                <a:srgbClr val="000000"/>
              </a:buClr>
              <a:buSzPts val="1500"/>
              <a:buFont typeface="Helvetica Neue Light"/>
              <a:buChar char="•"/>
              <a:defRPr sz="20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54" name="Google Shape;54;p13"/>
          <p:cNvSpPr txBox="1">
            <a:spLocks noGrp="1"/>
          </p:cNvSpPr>
          <p:nvPr>
            <p:ph type="sldNum" idx="12"/>
          </p:nvPr>
        </p:nvSpPr>
        <p:spPr>
          <a:xfrm>
            <a:off x="5979516" y="6540500"/>
            <a:ext cx="226800" cy="234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fld id="{00000000-1234-1234-1234-123412341234}" type="slidenum">
              <a:rPr lang="en" smtClean="0"/>
              <a:pPr/>
              <a:t>‹#›</a:t>
            </a:fld>
            <a:endParaRPr lang="en" sz="667">
              <a:latin typeface="Arial"/>
              <a:ea typeface="Arial"/>
              <a:cs typeface="Arial"/>
              <a:sym typeface="Arial"/>
            </a:endParaRPr>
          </a:p>
        </p:txBody>
      </p:sp>
    </p:spTree>
    <p:extLst>
      <p:ext uri="{BB962C8B-B14F-4D97-AF65-F5344CB8AC3E}">
        <p14:creationId xmlns:p14="http://schemas.microsoft.com/office/powerpoint/2010/main" val="1820878594"/>
      </p:ext>
    </p:extLst>
  </p:cSld>
  <p:clrMap bg1="lt1" tx1="dk1" bg2="dk2" tx2="lt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 id="2147483704" r:id="rId22"/>
    <p:sldLayoutId id="2147483705" r:id="rId23"/>
    <p:sldLayoutId id="2147483706" r:id="rId24"/>
    <p:sldLayoutId id="2147483707" r:id="rId25"/>
    <p:sldLayoutId id="2147483708" r:id="rId26"/>
    <p:sldLayoutId id="2147483709" r:id="rId27"/>
    <p:sldLayoutId id="2147483710" r:id="rId28"/>
    <p:sldLayoutId id="2147483711" r:id="rId29"/>
    <p:sldLayoutId id="2147483712" r:id="rId30"/>
    <p:sldLayoutId id="2147483713" r:id="rId31"/>
    <p:sldLayoutId id="2147483714" r:id="rId32"/>
    <p:sldLayoutId id="2147483715" r:id="rId33"/>
    <p:sldLayoutId id="2147483716" r:id="rId34"/>
    <p:sldLayoutId id="2147483717" r:id="rId35"/>
    <p:sldLayoutId id="2147483718" r:id="rId36"/>
    <p:sldLayoutId id="2147483719" r:id="rId37"/>
    <p:sldLayoutId id="2147483720" r:id="rId38"/>
    <p:sldLayoutId id="2147483721" r:id="rId39"/>
    <p:sldLayoutId id="2147483722" r:id="rId4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8"/>
        <p:cNvGrpSpPr/>
        <p:nvPr/>
      </p:nvGrpSpPr>
      <p:grpSpPr>
        <a:xfrm>
          <a:off x="0" y="0"/>
          <a:ext cx="0" cy="0"/>
          <a:chOff x="0" y="0"/>
          <a:chExt cx="0" cy="0"/>
        </a:xfrm>
      </p:grpSpPr>
      <p:sp>
        <p:nvSpPr>
          <p:cNvPr id="229" name="Google Shape;229;p54"/>
          <p:cNvSpPr txBox="1">
            <a:spLocks noGrp="1"/>
          </p:cNvSpPr>
          <p:nvPr>
            <p:ph type="title"/>
          </p:nvPr>
        </p:nvSpPr>
        <p:spPr>
          <a:xfrm>
            <a:off x="609600" y="274639"/>
            <a:ext cx="10972800" cy="11432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230" name="Google Shape;230;p54"/>
          <p:cNvSpPr txBox="1">
            <a:spLocks noGrp="1"/>
          </p:cNvSpPr>
          <p:nvPr>
            <p:ph type="body" idx="1"/>
          </p:nvPr>
        </p:nvSpPr>
        <p:spPr>
          <a:xfrm>
            <a:off x="609600" y="1600201"/>
            <a:ext cx="10972800" cy="4526000"/>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231" name="Google Shape;231;p54"/>
          <p:cNvSpPr txBox="1">
            <a:spLocks noGrp="1"/>
          </p:cNvSpPr>
          <p:nvPr>
            <p:ph type="dt" idx="10"/>
          </p:nvPr>
        </p:nvSpPr>
        <p:spPr>
          <a:xfrm>
            <a:off x="609600" y="6356351"/>
            <a:ext cx="2844800" cy="3652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232" name="Google Shape;232;p54"/>
          <p:cNvSpPr txBox="1">
            <a:spLocks noGrp="1"/>
          </p:cNvSpPr>
          <p:nvPr>
            <p:ph type="ftr" idx="11"/>
          </p:nvPr>
        </p:nvSpPr>
        <p:spPr>
          <a:xfrm>
            <a:off x="4165600" y="6356351"/>
            <a:ext cx="3860800" cy="3652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233" name="Google Shape;233;p54"/>
          <p:cNvSpPr txBox="1">
            <a:spLocks noGrp="1"/>
          </p:cNvSpPr>
          <p:nvPr>
            <p:ph type="sldNum" idx="12"/>
          </p:nvPr>
        </p:nvSpPr>
        <p:spPr>
          <a:xfrm>
            <a:off x="8737600" y="6356351"/>
            <a:ext cx="2844800" cy="3652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283900378"/>
      </p:ext>
    </p:extLst>
  </p:cSld>
  <p:clrMap bg1="lt1" tx1="dk1" bg2="dk2" tx2="lt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 id="2147483738"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2.xml"/><Relationship Id="rId1" Type="http://schemas.openxmlformats.org/officeDocument/2006/relationships/slideLayout" Target="../slideLayouts/slideLayout10.xml"/><Relationship Id="rId5" Type="http://schemas.openxmlformats.org/officeDocument/2006/relationships/image" Target="../media/image3.png"/><Relationship Id="rId4" Type="http://schemas.openxmlformats.org/officeDocument/2006/relationships/hyperlink" Target="https://creativecommons.org/person/taylor-campbell/"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3.xml"/><Relationship Id="rId1" Type="http://schemas.openxmlformats.org/officeDocument/2006/relationships/slideLayout" Target="../slideLayouts/slideLayout55.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63.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7.xml"/><Relationship Id="rId1" Type="http://schemas.openxmlformats.org/officeDocument/2006/relationships/slideLayout" Target="../slideLayouts/slideLayout45.xml"/></Relationships>
</file>

<file path=ppt/slides/_rels/slide8.xml.rels><?xml version="1.0" encoding="UTF-8" standalone="yes"?>
<Relationships xmlns="http://schemas.openxmlformats.org/package/2006/relationships"><Relationship Id="rId8" Type="http://schemas.openxmlformats.org/officeDocument/2006/relationships/hyperlink" Target="https://creativecommons.org/licenses/by/4.0/legalcode.hr" TargetMode="External"/><Relationship Id="rId13" Type="http://schemas.openxmlformats.org/officeDocument/2006/relationships/hyperlink" Target="https://creativecommons.org/licenses/by/4.0/legalcode.fr" TargetMode="External"/><Relationship Id="rId18" Type="http://schemas.openxmlformats.org/officeDocument/2006/relationships/hyperlink" Target="https://creativecommons.org/licenses/by/4.0/legalcode.ja" TargetMode="External"/><Relationship Id="rId26" Type="http://schemas.openxmlformats.org/officeDocument/2006/relationships/hyperlink" Target="https://creativecommons.org/licenses/by/4.0/legalcode.ru" TargetMode="External"/><Relationship Id="rId3" Type="http://schemas.openxmlformats.org/officeDocument/2006/relationships/image" Target="../media/image3.png"/><Relationship Id="rId21" Type="http://schemas.openxmlformats.org/officeDocument/2006/relationships/hyperlink" Target="https://creativecommons.org/licenses/by/4.0/legalcode.lt" TargetMode="External"/><Relationship Id="rId7" Type="http://schemas.openxmlformats.org/officeDocument/2006/relationships/hyperlink" Target="https://creativecommons.org/licenses/by/4.0/legalcode.zh-hans" TargetMode="External"/><Relationship Id="rId12" Type="http://schemas.openxmlformats.org/officeDocument/2006/relationships/hyperlink" Target="https://creativecommons.org/licenses/by/4.0/legalcode.fi" TargetMode="External"/><Relationship Id="rId17" Type="http://schemas.openxmlformats.org/officeDocument/2006/relationships/hyperlink" Target="https://creativecommons.org/licenses/by/4.0/legalcode.it" TargetMode="External"/><Relationship Id="rId25" Type="http://schemas.openxmlformats.org/officeDocument/2006/relationships/hyperlink" Target="https://creativecommons.org/licenses/by/4.0/legalcode.ro" TargetMode="External"/><Relationship Id="rId2" Type="http://schemas.openxmlformats.org/officeDocument/2006/relationships/notesSlide" Target="../notesSlides/notesSlide8.xml"/><Relationship Id="rId16" Type="http://schemas.openxmlformats.org/officeDocument/2006/relationships/hyperlink" Target="https://creativecommons.org/licenses/by/4.0/legalcode.el" TargetMode="External"/><Relationship Id="rId20" Type="http://schemas.openxmlformats.org/officeDocument/2006/relationships/hyperlink" Target="https://creativecommons.org/licenses/by/4.0/legalcode.lv" TargetMode="External"/><Relationship Id="rId29" Type="http://schemas.openxmlformats.org/officeDocument/2006/relationships/hyperlink" Target="https://creativecommons.org/licenses/by/4.0/legalcode.sv" TargetMode="External"/><Relationship Id="rId1" Type="http://schemas.openxmlformats.org/officeDocument/2006/relationships/slideLayout" Target="../slideLayouts/slideLayout12.xml"/><Relationship Id="rId6" Type="http://schemas.openxmlformats.org/officeDocument/2006/relationships/hyperlink" Target="https://creativecommons.org/licenses/by/4.0/legalcode.eu" TargetMode="External"/><Relationship Id="rId11" Type="http://schemas.openxmlformats.org/officeDocument/2006/relationships/hyperlink" Target="https://creativecommons.org/licenses/by/4.0/legalcode.nl" TargetMode="External"/><Relationship Id="rId24" Type="http://schemas.openxmlformats.org/officeDocument/2006/relationships/hyperlink" Target="https://creativecommons.org/licenses/by/4.0/legalcode.pt" TargetMode="External"/><Relationship Id="rId5" Type="http://schemas.openxmlformats.org/officeDocument/2006/relationships/hyperlink" Target="https://creativecommons.org/licenses/by/4.0/legalcode.id" TargetMode="External"/><Relationship Id="rId15" Type="http://schemas.openxmlformats.org/officeDocument/2006/relationships/hyperlink" Target="https://creativecommons.org/licenses/by/4.0/legalcode.de" TargetMode="External"/><Relationship Id="rId23" Type="http://schemas.openxmlformats.org/officeDocument/2006/relationships/hyperlink" Target="https://creativecommons.org/licenses/by/4.0/legalcode.pl" TargetMode="External"/><Relationship Id="rId28" Type="http://schemas.openxmlformats.org/officeDocument/2006/relationships/hyperlink" Target="https://creativecommons.org/licenses/by/4.0/legalcode.es" TargetMode="External"/><Relationship Id="rId10" Type="http://schemas.openxmlformats.org/officeDocument/2006/relationships/hyperlink" Target="https://creativecommons.org/licenses/by/4.0/legalcode.da" TargetMode="External"/><Relationship Id="rId19" Type="http://schemas.openxmlformats.org/officeDocument/2006/relationships/hyperlink" Target="https://creativecommons.org/licenses/by/4.0/legalcode.ko" TargetMode="External"/><Relationship Id="rId31" Type="http://schemas.openxmlformats.org/officeDocument/2006/relationships/hyperlink" Target="https://creativecommons.org/licenses/by/4.0/legalcode.uk" TargetMode="External"/><Relationship Id="rId4" Type="http://schemas.openxmlformats.org/officeDocument/2006/relationships/hyperlink" Target="https://creativecommons.org/licenses/by/4.0/deed.ar" TargetMode="External"/><Relationship Id="rId9" Type="http://schemas.openxmlformats.org/officeDocument/2006/relationships/hyperlink" Target="https://creativecommons.org/licenses/by/4.0/legalcode.cs" TargetMode="External"/><Relationship Id="rId14" Type="http://schemas.openxmlformats.org/officeDocument/2006/relationships/hyperlink" Target="https://creativecommons.org/licenses/by/4.0/legalcode.fy" TargetMode="External"/><Relationship Id="rId22" Type="http://schemas.openxmlformats.org/officeDocument/2006/relationships/hyperlink" Target="https://creativecommons.org/licenses/by/4.0/legalcode.no" TargetMode="External"/><Relationship Id="rId27" Type="http://schemas.openxmlformats.org/officeDocument/2006/relationships/hyperlink" Target="https://creativecommons.org/licenses/by/4.0/legalcode.sl" TargetMode="External"/><Relationship Id="rId30" Type="http://schemas.openxmlformats.org/officeDocument/2006/relationships/hyperlink" Target="https://creativecommons.org/licenses/by/4.0/legalcode.tr"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6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hyperlink" Target="https://creativecommons.org/publicdomain/zero/1.0/" TargetMode="External"/><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hyperlink" Target="https://creativecommons.org/licenses/by/4.0/" TargetMode="External"/></Relationships>
</file>

<file path=ppt/slides/_rels/slide12.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hyperlink" Target="https://creativecommons.org/licenses/by/4.0/"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hyperlink" Target="https://docs.google.com/document/d/1PLRu-bLd91Zbndn4QbSfNQAn-vamPlblSq-7LFo7CP8/edit?pli=1#heading=h.523ggx31eth1" TargetMode="External"/><Relationship Id="rId2" Type="http://schemas.openxmlformats.org/officeDocument/2006/relationships/notesSlide" Target="../notesSlides/notesSlide14.xml"/><Relationship Id="rId1" Type="http://schemas.openxmlformats.org/officeDocument/2006/relationships/slideLayout" Target="../slideLayouts/slideLayout10.xml"/><Relationship Id="rId5" Type="http://schemas.openxmlformats.org/officeDocument/2006/relationships/image" Target="../media/image3.png"/><Relationship Id="rId4" Type="http://schemas.openxmlformats.org/officeDocument/2006/relationships/hyperlink" Target="mailto:taylor@creativecommons.org"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wmo2016_powerpoint_standard_v2_dark-3.jpg">
            <a:extLst>
              <a:ext uri="{FF2B5EF4-FFF2-40B4-BE49-F238E27FC236}">
                <a16:creationId xmlns:a16="http://schemas.microsoft.com/office/drawing/2014/main" id="{96EC3A03-3370-44C0-8E50-3467774EE4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11442"/>
            <a:ext cx="12192000" cy="8196442"/>
          </a:xfrm>
          <a:prstGeom prst="rect">
            <a:avLst/>
          </a:prstGeom>
        </p:spPr>
      </p:pic>
      <p:sp>
        <p:nvSpPr>
          <p:cNvPr id="6" name="Title 1"/>
          <p:cNvSpPr txBox="1">
            <a:spLocks/>
          </p:cNvSpPr>
          <p:nvPr/>
        </p:nvSpPr>
        <p:spPr>
          <a:xfrm>
            <a:off x="2866226" y="2168907"/>
            <a:ext cx="8229600" cy="3428845"/>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US" sz="2400" i="1" dirty="0">
              <a:solidFill>
                <a:schemeClr val="bg1"/>
              </a:solidFill>
            </a:endParaRPr>
          </a:p>
        </p:txBody>
      </p:sp>
      <p:sp>
        <p:nvSpPr>
          <p:cNvPr id="3" name="Slide Number Placeholder 2"/>
          <p:cNvSpPr>
            <a:spLocks noGrp="1"/>
          </p:cNvSpPr>
          <p:nvPr>
            <p:ph type="sldNum" sz="quarter" idx="12"/>
          </p:nvPr>
        </p:nvSpPr>
        <p:spPr/>
        <p:txBody>
          <a:bodyPr/>
          <a:lstStyle/>
          <a:p>
            <a:fld id="{9259AF2F-52C6-9B46-B8B2-0579234AE62E}" type="slidenum">
              <a:rPr lang="en-US" smtClean="0"/>
              <a:t>1</a:t>
            </a:fld>
            <a:endParaRPr lang="en-US" dirty="0"/>
          </a:p>
        </p:txBody>
      </p:sp>
      <p:sp>
        <p:nvSpPr>
          <p:cNvPr id="5" name="Title 1">
            <a:extLst>
              <a:ext uri="{FF2B5EF4-FFF2-40B4-BE49-F238E27FC236}">
                <a16:creationId xmlns:a16="http://schemas.microsoft.com/office/drawing/2014/main" id="{F351208C-D14B-4D5A-ABA4-F23E50C6674B}"/>
              </a:ext>
            </a:extLst>
          </p:cNvPr>
          <p:cNvSpPr txBox="1">
            <a:spLocks/>
          </p:cNvSpPr>
          <p:nvPr/>
        </p:nvSpPr>
        <p:spPr>
          <a:xfrm>
            <a:off x="2151600" y="274484"/>
            <a:ext cx="8229600" cy="3428845"/>
          </a:xfrm>
          <a:prstGeom prst="rect">
            <a:avLst/>
          </a:prstGeom>
        </p:spPr>
        <p:txBody>
          <a:bodyPr vert="horz" lIns="91440" tIns="45720" rIns="91440" bIns="45720" rtlCol="0" anchor="ctr">
            <a:normAutofit fontScale="925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800" dirty="0">
                <a:solidFill>
                  <a:schemeClr val="bg1"/>
                </a:solidFill>
              </a:rPr>
              <a:t>Third Session of the Infrastructure Commission</a:t>
            </a:r>
          </a:p>
          <a:p>
            <a:r>
              <a:rPr lang="en-US" sz="2800" dirty="0">
                <a:solidFill>
                  <a:schemeClr val="bg1"/>
                </a:solidFill>
              </a:rPr>
              <a:t>(INFCOM-3, 15-19 April 2024)</a:t>
            </a:r>
          </a:p>
          <a:p>
            <a:endParaRPr lang="en-US" sz="3600" dirty="0">
              <a:solidFill>
                <a:schemeClr val="bg1"/>
              </a:solidFill>
            </a:endParaRPr>
          </a:p>
          <a:p>
            <a:r>
              <a:rPr lang="en-US" i="1" dirty="0">
                <a:solidFill>
                  <a:schemeClr val="bg1"/>
                </a:solidFill>
              </a:rPr>
              <a:t>Side Event: </a:t>
            </a:r>
            <a:r>
              <a:rPr lang="en-GB" i="1" dirty="0">
                <a:solidFill>
                  <a:schemeClr val="bg1"/>
                </a:solidFill>
              </a:rPr>
              <a:t>Data Policy - attributions and licenses</a:t>
            </a:r>
            <a:endParaRPr lang="en-US" i="1" dirty="0">
              <a:solidFill>
                <a:schemeClr val="bg1"/>
              </a:solidFill>
            </a:endParaRPr>
          </a:p>
          <a:p>
            <a:r>
              <a:rPr lang="en-US" sz="3600" i="1" dirty="0">
                <a:solidFill>
                  <a:schemeClr val="bg1"/>
                </a:solidFill>
              </a:rPr>
              <a:t>Simon McLellan, C-DATA</a:t>
            </a:r>
          </a:p>
          <a:p>
            <a:r>
              <a:rPr lang="en-US" sz="3600" i="1" dirty="0">
                <a:solidFill>
                  <a:schemeClr val="bg1"/>
                </a:solidFill>
              </a:rPr>
              <a:t>Jeremy Tandy, SC-IMT</a:t>
            </a:r>
          </a:p>
          <a:p>
            <a:r>
              <a:rPr lang="en-US" sz="3600" i="1" dirty="0">
                <a:solidFill>
                  <a:schemeClr val="bg1"/>
                </a:solidFill>
              </a:rPr>
              <a:t>Taylor Campbell, Creative Commons</a:t>
            </a:r>
          </a:p>
        </p:txBody>
      </p:sp>
    </p:spTree>
    <p:extLst>
      <p:ext uri="{BB962C8B-B14F-4D97-AF65-F5344CB8AC3E}">
        <p14:creationId xmlns:p14="http://schemas.microsoft.com/office/powerpoint/2010/main" val="3802284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C600"/>
        </a:solidFill>
        <a:effectLst/>
      </p:bgPr>
    </p:bg>
    <p:spTree>
      <p:nvGrpSpPr>
        <p:cNvPr id="1" name="Shape 322"/>
        <p:cNvGrpSpPr/>
        <p:nvPr/>
      </p:nvGrpSpPr>
      <p:grpSpPr>
        <a:xfrm>
          <a:off x="0" y="0"/>
          <a:ext cx="0" cy="0"/>
          <a:chOff x="0" y="0"/>
          <a:chExt cx="0" cy="0"/>
        </a:xfrm>
      </p:grpSpPr>
      <p:sp>
        <p:nvSpPr>
          <p:cNvPr id="323" name="Google Shape;323;p70"/>
          <p:cNvSpPr txBox="1">
            <a:spLocks noGrp="1"/>
          </p:cNvSpPr>
          <p:nvPr>
            <p:ph type="ctrTitle"/>
          </p:nvPr>
        </p:nvSpPr>
        <p:spPr>
          <a:xfrm>
            <a:off x="415600" y="769067"/>
            <a:ext cx="11360800" cy="1600800"/>
          </a:xfrm>
          <a:prstGeom prst="rect">
            <a:avLst/>
          </a:prstGeom>
        </p:spPr>
        <p:txBody>
          <a:bodyPr spcFirstLastPara="1" wrap="square" lIns="121900" tIns="121900" rIns="121900" bIns="121900" anchor="b" anchorCtr="0">
            <a:noAutofit/>
          </a:bodyPr>
          <a:lstStyle/>
          <a:p>
            <a:pPr>
              <a:buSzPts val="990"/>
            </a:pPr>
            <a:r>
              <a:rPr lang="en" sz="5600" b="1">
                <a:latin typeface="Roboto"/>
                <a:ea typeface="Roboto"/>
                <a:cs typeface="Roboto"/>
                <a:sym typeface="Roboto"/>
              </a:rPr>
              <a:t>CREATIVE COMMONS</a:t>
            </a:r>
            <a:endParaRPr sz="5600" b="1">
              <a:latin typeface="Roboto"/>
              <a:ea typeface="Roboto"/>
              <a:cs typeface="Roboto"/>
              <a:sym typeface="Roboto"/>
            </a:endParaRPr>
          </a:p>
          <a:p>
            <a:pPr>
              <a:buSzPts val="990"/>
            </a:pPr>
            <a:r>
              <a:rPr lang="en" sz="5600" b="1">
                <a:latin typeface="Roboto"/>
                <a:ea typeface="Roboto"/>
                <a:cs typeface="Roboto"/>
                <a:sym typeface="Roboto"/>
              </a:rPr>
              <a:t>FOR OPEN CLIMATE DATA</a:t>
            </a:r>
            <a:endParaRPr sz="5600" b="1">
              <a:latin typeface="Roboto"/>
              <a:ea typeface="Roboto"/>
              <a:cs typeface="Roboto"/>
              <a:sym typeface="Roboto"/>
            </a:endParaRPr>
          </a:p>
        </p:txBody>
      </p:sp>
      <p:sp>
        <p:nvSpPr>
          <p:cNvPr id="324" name="Google Shape;324;p70"/>
          <p:cNvSpPr txBox="1">
            <a:spLocks noGrp="1"/>
          </p:cNvSpPr>
          <p:nvPr>
            <p:ph type="subTitle" idx="1"/>
          </p:nvPr>
        </p:nvSpPr>
        <p:spPr>
          <a:xfrm>
            <a:off x="1354600" y="5511500"/>
            <a:ext cx="9482800" cy="1061600"/>
          </a:xfrm>
          <a:prstGeom prst="rect">
            <a:avLst/>
          </a:prstGeom>
        </p:spPr>
        <p:txBody>
          <a:bodyPr spcFirstLastPara="1" wrap="square" lIns="121900" tIns="121900" rIns="121900" bIns="121900" anchor="t" anchorCtr="0">
            <a:normAutofit fontScale="77500" lnSpcReduction="20000"/>
          </a:bodyPr>
          <a:lstStyle/>
          <a:p>
            <a:pPr marL="0" indent="0"/>
            <a:r>
              <a:rPr lang="en" sz="2400">
                <a:solidFill>
                  <a:schemeClr val="dk1"/>
                </a:solidFill>
                <a:latin typeface="Source Sans 3"/>
                <a:ea typeface="Source Sans 3"/>
                <a:cs typeface="Source Sans 3"/>
                <a:sym typeface="Source Sans 3"/>
              </a:rPr>
              <a:t>Wednesday 17 April 2024</a:t>
            </a:r>
            <a:endParaRPr sz="2400">
              <a:solidFill>
                <a:schemeClr val="dk1"/>
              </a:solidFill>
              <a:latin typeface="Source Sans 3"/>
              <a:ea typeface="Source Sans 3"/>
              <a:cs typeface="Source Sans 3"/>
              <a:sym typeface="Source Sans 3"/>
            </a:endParaRPr>
          </a:p>
          <a:p>
            <a:pPr marL="0" indent="0"/>
            <a:endParaRPr sz="2400">
              <a:latin typeface="Source Sans 3"/>
              <a:ea typeface="Source Sans 3"/>
              <a:cs typeface="Source Sans 3"/>
              <a:sym typeface="Source Sans 3"/>
            </a:endParaRPr>
          </a:p>
          <a:p>
            <a:pPr marL="0" indent="0">
              <a:lnSpc>
                <a:spcPct val="115000"/>
              </a:lnSpc>
              <a:buClr>
                <a:schemeClr val="dk1"/>
              </a:buClr>
              <a:buSzPct val="91666"/>
            </a:pPr>
            <a:r>
              <a:rPr lang="en" sz="1600">
                <a:solidFill>
                  <a:schemeClr val="dk1"/>
                </a:solidFill>
                <a:latin typeface="Source Sans 3"/>
                <a:ea typeface="Source Sans 3"/>
                <a:cs typeface="Source Sans 3"/>
                <a:sym typeface="Source Sans 3"/>
              </a:rPr>
              <a:t>This work is licensed </a:t>
            </a:r>
            <a:r>
              <a:rPr lang="en" sz="1600" u="sng">
                <a:solidFill>
                  <a:srgbClr val="1155CC"/>
                </a:solidFill>
                <a:latin typeface="Source Sans 3"/>
                <a:ea typeface="Source Sans 3"/>
                <a:cs typeface="Source Sans 3"/>
                <a:sym typeface="Source Sans 3"/>
                <a:hlinkClick r:id="rId3">
                  <a:extLst>
                    <a:ext uri="{A12FA001-AC4F-418D-AE19-62706E023703}">
                      <ahyp:hlinkClr xmlns:ahyp="http://schemas.microsoft.com/office/drawing/2018/hyperlinkcolor" val="tx"/>
                    </a:ext>
                  </a:extLst>
                </a:hlinkClick>
              </a:rPr>
              <a:t>CC BY 4.0</a:t>
            </a:r>
            <a:r>
              <a:rPr lang="en" sz="1600">
                <a:solidFill>
                  <a:schemeClr val="dk1"/>
                </a:solidFill>
                <a:latin typeface="Source Sans 3"/>
                <a:ea typeface="Source Sans 3"/>
                <a:cs typeface="Source Sans 3"/>
                <a:sym typeface="Source Sans 3"/>
              </a:rPr>
              <a:t>. Suggested attribution: “Creative Commons for Open Climate Data by </a:t>
            </a:r>
            <a:r>
              <a:rPr lang="en" sz="1600" u="sng">
                <a:solidFill>
                  <a:srgbClr val="1155CC"/>
                </a:solidFill>
                <a:latin typeface="Source Sans 3"/>
                <a:ea typeface="Source Sans 3"/>
                <a:cs typeface="Source Sans 3"/>
                <a:sym typeface="Source Sans 3"/>
                <a:hlinkClick r:id="rId4">
                  <a:extLst>
                    <a:ext uri="{A12FA001-AC4F-418D-AE19-62706E023703}">
                      <ahyp:hlinkClr xmlns:ahyp="http://schemas.microsoft.com/office/drawing/2018/hyperlinkcolor" val="tx"/>
                    </a:ext>
                  </a:extLst>
                </a:hlinkClick>
              </a:rPr>
              <a:t>Taylor Campbell</a:t>
            </a:r>
            <a:r>
              <a:rPr lang="en" sz="1600">
                <a:solidFill>
                  <a:schemeClr val="dk1"/>
                </a:solidFill>
                <a:latin typeface="Source Sans 3"/>
                <a:ea typeface="Source Sans 3"/>
                <a:cs typeface="Source Sans 3"/>
                <a:sym typeface="Source Sans 3"/>
              </a:rPr>
              <a:t> for Creative Commons is licensed under </a:t>
            </a:r>
            <a:r>
              <a:rPr lang="en" sz="1600" u="sng">
                <a:solidFill>
                  <a:srgbClr val="1155CC"/>
                </a:solidFill>
                <a:latin typeface="Source Sans 3"/>
                <a:ea typeface="Source Sans 3"/>
                <a:cs typeface="Source Sans 3"/>
                <a:sym typeface="Source Sans 3"/>
                <a:hlinkClick r:id="rId3">
                  <a:extLst>
                    <a:ext uri="{A12FA001-AC4F-418D-AE19-62706E023703}">
                      <ahyp:hlinkClr xmlns:ahyp="http://schemas.microsoft.com/office/drawing/2018/hyperlinkcolor" val="tx"/>
                    </a:ext>
                  </a:extLst>
                </a:hlinkClick>
              </a:rPr>
              <a:t>CC BY 4.0</a:t>
            </a:r>
            <a:r>
              <a:rPr lang="en" sz="1600">
                <a:solidFill>
                  <a:schemeClr val="dk1"/>
                </a:solidFill>
                <a:latin typeface="Source Sans 3"/>
                <a:ea typeface="Source Sans 3"/>
                <a:cs typeface="Source Sans 3"/>
                <a:sym typeface="Source Sans 3"/>
              </a:rPr>
              <a:t>.”</a:t>
            </a:r>
            <a:endParaRPr sz="1600">
              <a:latin typeface="Source Sans 3"/>
              <a:ea typeface="Source Sans 3"/>
              <a:cs typeface="Source Sans 3"/>
              <a:sym typeface="Source Sans 3"/>
            </a:endParaRPr>
          </a:p>
        </p:txBody>
      </p:sp>
      <p:pic>
        <p:nvPicPr>
          <p:cNvPr id="325" name="Google Shape;325;p70" descr="cc.large.png"/>
          <p:cNvPicPr preferRelativeResize="0"/>
          <p:nvPr/>
        </p:nvPicPr>
        <p:blipFill rotWithShape="1">
          <a:blip r:embed="rId5">
            <a:alphaModFix/>
          </a:blip>
          <a:srcRect/>
          <a:stretch/>
        </p:blipFill>
        <p:spPr>
          <a:xfrm>
            <a:off x="4679334" y="2480217"/>
            <a:ext cx="2833300" cy="2833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C600"/>
        </a:solidFill>
        <a:effectLst/>
      </p:bgPr>
    </p:bg>
    <p:spTree>
      <p:nvGrpSpPr>
        <p:cNvPr id="1" name="Shape 329"/>
        <p:cNvGrpSpPr/>
        <p:nvPr/>
      </p:nvGrpSpPr>
      <p:grpSpPr>
        <a:xfrm>
          <a:off x="0" y="0"/>
          <a:ext cx="0" cy="0"/>
          <a:chOff x="0" y="0"/>
          <a:chExt cx="0" cy="0"/>
        </a:xfrm>
      </p:grpSpPr>
      <p:sp>
        <p:nvSpPr>
          <p:cNvPr id="330" name="Google Shape;330;p71"/>
          <p:cNvSpPr txBox="1"/>
          <p:nvPr/>
        </p:nvSpPr>
        <p:spPr>
          <a:xfrm>
            <a:off x="556367" y="628967"/>
            <a:ext cx="10232800" cy="5805600"/>
          </a:xfrm>
          <a:prstGeom prst="rect">
            <a:avLst/>
          </a:prstGeom>
          <a:noFill/>
          <a:ln>
            <a:noFill/>
          </a:ln>
        </p:spPr>
        <p:txBody>
          <a:bodyPr spcFirstLastPara="1" wrap="square" lIns="121900" tIns="121900" rIns="121900" bIns="121900" anchor="t" anchorCtr="0">
            <a:noAutofit/>
          </a:bodyPr>
          <a:lstStyle/>
          <a:p>
            <a:pPr defTabSz="1219170">
              <a:buClr>
                <a:srgbClr val="000000"/>
              </a:buClr>
            </a:pPr>
            <a:endParaRPr sz="2667" kern="0">
              <a:solidFill>
                <a:srgbClr val="000000"/>
              </a:solidFill>
              <a:latin typeface="Helvetica Neue Light"/>
              <a:ea typeface="Helvetica Neue Light"/>
              <a:cs typeface="Helvetica Neue Light"/>
              <a:sym typeface="Helvetica Neue Light"/>
            </a:endParaRPr>
          </a:p>
        </p:txBody>
      </p:sp>
      <p:sp>
        <p:nvSpPr>
          <p:cNvPr id="331" name="Google Shape;331;p71"/>
          <p:cNvSpPr txBox="1"/>
          <p:nvPr/>
        </p:nvSpPr>
        <p:spPr>
          <a:xfrm>
            <a:off x="421351" y="515751"/>
            <a:ext cx="10502800" cy="1143200"/>
          </a:xfrm>
          <a:prstGeom prst="rect">
            <a:avLst/>
          </a:prstGeom>
          <a:noFill/>
          <a:ln>
            <a:noFill/>
          </a:ln>
        </p:spPr>
        <p:txBody>
          <a:bodyPr spcFirstLastPara="1" wrap="square" lIns="25400" tIns="25400" rIns="25400" bIns="25400" anchor="ctr" anchorCtr="0">
            <a:noAutofit/>
          </a:bodyPr>
          <a:lstStyle/>
          <a:p>
            <a:pPr defTabSz="1219170">
              <a:buClr>
                <a:srgbClr val="000000"/>
              </a:buClr>
            </a:pPr>
            <a:r>
              <a:rPr lang="en" sz="3200" b="1" kern="0">
                <a:solidFill>
                  <a:srgbClr val="000000"/>
                </a:solidFill>
                <a:latin typeface="Roboto"/>
                <a:ea typeface="Roboto"/>
                <a:cs typeface="Roboto"/>
                <a:sym typeface="Roboto"/>
              </a:rPr>
              <a:t>FACILITATING BETTER </a:t>
            </a:r>
            <a:endParaRPr sz="3200" b="1" kern="0">
              <a:solidFill>
                <a:srgbClr val="000000"/>
              </a:solidFill>
              <a:latin typeface="Roboto"/>
              <a:ea typeface="Roboto"/>
              <a:cs typeface="Roboto"/>
              <a:sym typeface="Roboto"/>
            </a:endParaRPr>
          </a:p>
          <a:p>
            <a:pPr defTabSz="1219170">
              <a:buClr>
                <a:srgbClr val="000000"/>
              </a:buClr>
            </a:pPr>
            <a:r>
              <a:rPr lang="en" sz="3200" b="1" kern="0">
                <a:solidFill>
                  <a:srgbClr val="000000"/>
                </a:solidFill>
                <a:latin typeface="Roboto"/>
                <a:ea typeface="Roboto"/>
                <a:cs typeface="Roboto"/>
                <a:sym typeface="Roboto"/>
              </a:rPr>
              <a:t>SHARING OF CLIMATE DATA</a:t>
            </a:r>
            <a:endParaRPr sz="3200" b="1" kern="0">
              <a:solidFill>
                <a:srgbClr val="000000"/>
              </a:solidFill>
              <a:latin typeface="Roboto"/>
              <a:ea typeface="Roboto"/>
              <a:cs typeface="Roboto"/>
              <a:sym typeface="Roboto"/>
            </a:endParaRPr>
          </a:p>
        </p:txBody>
      </p:sp>
      <p:sp>
        <p:nvSpPr>
          <p:cNvPr id="332" name="Google Shape;332;p71"/>
          <p:cNvSpPr txBox="1"/>
          <p:nvPr/>
        </p:nvSpPr>
        <p:spPr>
          <a:xfrm>
            <a:off x="844567" y="1902333"/>
            <a:ext cx="5488400" cy="2811200"/>
          </a:xfrm>
          <a:prstGeom prst="rect">
            <a:avLst/>
          </a:prstGeom>
          <a:noFill/>
          <a:ln>
            <a:noFill/>
          </a:ln>
        </p:spPr>
        <p:txBody>
          <a:bodyPr spcFirstLastPara="1" wrap="square" lIns="25400" tIns="25400" rIns="25400" bIns="25400" anchor="t" anchorCtr="0">
            <a:noAutofit/>
          </a:bodyPr>
          <a:lstStyle/>
          <a:p>
            <a:pPr defTabSz="1219170">
              <a:spcBef>
                <a:spcPts val="2933"/>
              </a:spcBef>
              <a:buClr>
                <a:srgbClr val="000000"/>
              </a:buClr>
            </a:pPr>
            <a:r>
              <a:rPr lang="en" sz="3200" kern="0">
                <a:solidFill>
                  <a:srgbClr val="000000"/>
                </a:solidFill>
                <a:latin typeface="Source Sans 3"/>
                <a:ea typeface="Source Sans 3"/>
                <a:cs typeface="Source Sans 3"/>
                <a:sym typeface="Source Sans 3"/>
              </a:rPr>
              <a:t>Helping large climate data institutions better share their climate data with the world, with better licensing and sharing practices, so that more people everywhere can find solutions to the climate crisis. </a:t>
            </a:r>
            <a:endParaRPr sz="3200" kern="0">
              <a:solidFill>
                <a:srgbClr val="000000"/>
              </a:solidFill>
              <a:latin typeface="Source Sans 3"/>
              <a:ea typeface="Source Sans 3"/>
              <a:cs typeface="Source Sans 3"/>
              <a:sym typeface="Source Sans 3"/>
            </a:endParaRPr>
          </a:p>
        </p:txBody>
      </p:sp>
      <p:pic>
        <p:nvPicPr>
          <p:cNvPr id="333" name="Google Shape;333;p71"/>
          <p:cNvPicPr preferRelativeResize="0"/>
          <p:nvPr/>
        </p:nvPicPr>
        <p:blipFill>
          <a:blip r:embed="rId3">
            <a:alphaModFix/>
          </a:blip>
          <a:stretch>
            <a:fillRect/>
          </a:stretch>
        </p:blipFill>
        <p:spPr>
          <a:xfrm>
            <a:off x="6532967" y="459317"/>
            <a:ext cx="4256200" cy="61449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C600"/>
        </a:solidFill>
        <a:effectLst/>
      </p:bgPr>
    </p:bg>
    <p:spTree>
      <p:nvGrpSpPr>
        <p:cNvPr id="1" name="Shape 337"/>
        <p:cNvGrpSpPr/>
        <p:nvPr/>
      </p:nvGrpSpPr>
      <p:grpSpPr>
        <a:xfrm>
          <a:off x="0" y="0"/>
          <a:ext cx="0" cy="0"/>
          <a:chOff x="0" y="0"/>
          <a:chExt cx="0" cy="0"/>
        </a:xfrm>
      </p:grpSpPr>
      <p:pic>
        <p:nvPicPr>
          <p:cNvPr id="338" name="Google Shape;338;p72" descr="cc.large.png"/>
          <p:cNvPicPr preferRelativeResize="0"/>
          <p:nvPr/>
        </p:nvPicPr>
        <p:blipFill rotWithShape="1">
          <a:blip r:embed="rId3">
            <a:alphaModFix/>
          </a:blip>
          <a:srcRect/>
          <a:stretch/>
        </p:blipFill>
        <p:spPr>
          <a:xfrm>
            <a:off x="11267926" y="5964374"/>
            <a:ext cx="660733" cy="660733"/>
          </a:xfrm>
          <a:prstGeom prst="rect">
            <a:avLst/>
          </a:prstGeom>
          <a:noFill/>
          <a:ln>
            <a:noFill/>
          </a:ln>
        </p:spPr>
      </p:pic>
      <p:sp>
        <p:nvSpPr>
          <p:cNvPr id="339" name="Google Shape;339;p72"/>
          <p:cNvSpPr txBox="1"/>
          <p:nvPr/>
        </p:nvSpPr>
        <p:spPr>
          <a:xfrm>
            <a:off x="1495267" y="2394833"/>
            <a:ext cx="3991600" cy="1530800"/>
          </a:xfrm>
          <a:prstGeom prst="rect">
            <a:avLst/>
          </a:prstGeom>
          <a:noFill/>
          <a:ln>
            <a:noFill/>
          </a:ln>
        </p:spPr>
        <p:txBody>
          <a:bodyPr spcFirstLastPara="1" wrap="square" lIns="121900" tIns="121900" rIns="121900" bIns="121900" anchor="t" anchorCtr="0">
            <a:noAutofit/>
          </a:bodyPr>
          <a:lstStyle/>
          <a:p>
            <a:pPr algn="ctr" defTabSz="1219170">
              <a:buClr>
                <a:srgbClr val="000000"/>
              </a:buClr>
            </a:pPr>
            <a:r>
              <a:rPr lang="en" sz="3200" b="1" kern="0">
                <a:solidFill>
                  <a:srgbClr val="000000"/>
                </a:solidFill>
                <a:latin typeface="Roboto"/>
                <a:ea typeface="Roboto"/>
                <a:cs typeface="Roboto"/>
                <a:sym typeface="Roboto"/>
              </a:rPr>
              <a:t>Recommended Licensing and Legal Terms </a:t>
            </a:r>
            <a:r>
              <a:rPr lang="en" sz="3200" kern="0">
                <a:solidFill>
                  <a:srgbClr val="000000"/>
                </a:solidFill>
                <a:latin typeface="Roboto"/>
                <a:ea typeface="Roboto"/>
                <a:cs typeface="Roboto"/>
                <a:sym typeface="Roboto"/>
              </a:rPr>
              <a:t>that maximize free and unrestricted sharing</a:t>
            </a:r>
            <a:endParaRPr sz="3200" kern="0">
              <a:solidFill>
                <a:srgbClr val="000000"/>
              </a:solidFill>
              <a:latin typeface="Roboto"/>
              <a:ea typeface="Roboto"/>
              <a:cs typeface="Roboto"/>
              <a:sym typeface="Roboto"/>
            </a:endParaRPr>
          </a:p>
        </p:txBody>
      </p:sp>
      <p:sp>
        <p:nvSpPr>
          <p:cNvPr id="340" name="Google Shape;340;p72"/>
          <p:cNvSpPr txBox="1"/>
          <p:nvPr/>
        </p:nvSpPr>
        <p:spPr>
          <a:xfrm>
            <a:off x="6292733" y="2394833"/>
            <a:ext cx="4404000" cy="969200"/>
          </a:xfrm>
          <a:prstGeom prst="rect">
            <a:avLst/>
          </a:prstGeom>
          <a:noFill/>
          <a:ln>
            <a:noFill/>
          </a:ln>
        </p:spPr>
        <p:txBody>
          <a:bodyPr spcFirstLastPara="1" wrap="square" lIns="121900" tIns="121900" rIns="121900" bIns="121900" anchor="t" anchorCtr="0">
            <a:noAutofit/>
          </a:bodyPr>
          <a:lstStyle/>
          <a:p>
            <a:pPr algn="ctr" defTabSz="1219170">
              <a:buClr>
                <a:srgbClr val="000000"/>
              </a:buClr>
            </a:pPr>
            <a:r>
              <a:rPr lang="en" sz="3200" b="1" kern="0">
                <a:solidFill>
                  <a:srgbClr val="000000"/>
                </a:solidFill>
                <a:latin typeface="Roboto"/>
                <a:ea typeface="Roboto"/>
                <a:cs typeface="Roboto"/>
                <a:sym typeface="Roboto"/>
              </a:rPr>
              <a:t>Recommended Metadata Values </a:t>
            </a:r>
            <a:endParaRPr sz="3200" b="1" kern="0">
              <a:solidFill>
                <a:srgbClr val="000000"/>
              </a:solidFill>
              <a:latin typeface="Roboto"/>
              <a:ea typeface="Roboto"/>
              <a:cs typeface="Roboto"/>
              <a:sym typeface="Roboto"/>
            </a:endParaRPr>
          </a:p>
          <a:p>
            <a:pPr algn="ctr" defTabSz="1219170">
              <a:buClr>
                <a:srgbClr val="000000"/>
              </a:buClr>
            </a:pPr>
            <a:r>
              <a:rPr lang="en" sz="3200" kern="0">
                <a:solidFill>
                  <a:srgbClr val="000000"/>
                </a:solidFill>
                <a:latin typeface="Roboto"/>
                <a:ea typeface="Roboto"/>
                <a:cs typeface="Roboto"/>
                <a:sym typeface="Roboto"/>
              </a:rPr>
              <a:t>that center licensing, attribution, and provenance</a:t>
            </a:r>
            <a:endParaRPr sz="3200" kern="0">
              <a:solidFill>
                <a:srgbClr val="000000"/>
              </a:solidFill>
              <a:latin typeface="Roboto"/>
              <a:ea typeface="Roboto"/>
              <a:cs typeface="Roboto"/>
              <a:sym typeface="Roboto"/>
            </a:endParaRPr>
          </a:p>
        </p:txBody>
      </p:sp>
      <p:pic>
        <p:nvPicPr>
          <p:cNvPr id="341" name="Google Shape;341;p72" descr="cc.large.png"/>
          <p:cNvPicPr preferRelativeResize="0"/>
          <p:nvPr/>
        </p:nvPicPr>
        <p:blipFill rotWithShape="1">
          <a:blip r:embed="rId3">
            <a:alphaModFix/>
          </a:blip>
          <a:srcRect/>
          <a:stretch/>
        </p:blipFill>
        <p:spPr>
          <a:xfrm>
            <a:off x="3049596" y="1511865"/>
            <a:ext cx="882933" cy="882967"/>
          </a:xfrm>
          <a:prstGeom prst="rect">
            <a:avLst/>
          </a:prstGeom>
          <a:noFill/>
          <a:ln>
            <a:noFill/>
          </a:ln>
        </p:spPr>
      </p:pic>
      <p:pic>
        <p:nvPicPr>
          <p:cNvPr id="342" name="Google Shape;342;p72" descr="cc.large.png"/>
          <p:cNvPicPr preferRelativeResize="0"/>
          <p:nvPr/>
        </p:nvPicPr>
        <p:blipFill rotWithShape="1">
          <a:blip r:embed="rId3">
            <a:alphaModFix/>
          </a:blip>
          <a:srcRect/>
          <a:stretch/>
        </p:blipFill>
        <p:spPr>
          <a:xfrm>
            <a:off x="8053263" y="1511865"/>
            <a:ext cx="882933" cy="88296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C600"/>
        </a:solidFill>
        <a:effectLst/>
      </p:bgPr>
    </p:bg>
    <p:spTree>
      <p:nvGrpSpPr>
        <p:cNvPr id="1" name="Shape 346"/>
        <p:cNvGrpSpPr/>
        <p:nvPr/>
      </p:nvGrpSpPr>
      <p:grpSpPr>
        <a:xfrm>
          <a:off x="0" y="0"/>
          <a:ext cx="0" cy="0"/>
          <a:chOff x="0" y="0"/>
          <a:chExt cx="0" cy="0"/>
        </a:xfrm>
      </p:grpSpPr>
      <p:sp>
        <p:nvSpPr>
          <p:cNvPr id="347" name="Google Shape;347;p73"/>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a:bodyPr>
          <a:lstStyle/>
          <a:p>
            <a:r>
              <a:rPr lang="en" b="1">
                <a:latin typeface="Roboto"/>
                <a:ea typeface="Roboto"/>
                <a:cs typeface="Roboto"/>
                <a:sym typeface="Roboto"/>
              </a:rPr>
              <a:t>WMO UNIFIED DATA POLICY </a:t>
            </a:r>
            <a:endParaRPr b="1">
              <a:latin typeface="Roboto"/>
              <a:ea typeface="Roboto"/>
              <a:cs typeface="Roboto"/>
              <a:sym typeface="Roboto"/>
            </a:endParaRPr>
          </a:p>
        </p:txBody>
      </p:sp>
      <p:sp>
        <p:nvSpPr>
          <p:cNvPr id="348" name="Google Shape;348;p73"/>
          <p:cNvSpPr txBox="1">
            <a:spLocks noGrp="1"/>
          </p:cNvSpPr>
          <p:nvPr>
            <p:ph type="body" idx="1"/>
          </p:nvPr>
        </p:nvSpPr>
        <p:spPr>
          <a:xfrm>
            <a:off x="415600" y="1311800"/>
            <a:ext cx="10852400" cy="3006400"/>
          </a:xfrm>
          <a:prstGeom prst="rect">
            <a:avLst/>
          </a:prstGeom>
          <a:noFill/>
        </p:spPr>
        <p:txBody>
          <a:bodyPr spcFirstLastPara="1" wrap="square" lIns="121900" tIns="121900" rIns="121900" bIns="121900" anchor="t" anchorCtr="0">
            <a:noAutofit/>
          </a:bodyPr>
          <a:lstStyle/>
          <a:p>
            <a:pPr marL="0" indent="0">
              <a:buNone/>
            </a:pPr>
            <a:r>
              <a:rPr lang="en" b="1">
                <a:solidFill>
                  <a:schemeClr val="dk1"/>
                </a:solidFill>
                <a:latin typeface="Source Sans 3"/>
                <a:ea typeface="Source Sans 3"/>
                <a:cs typeface="Source Sans 3"/>
                <a:sym typeface="Source Sans 3"/>
              </a:rPr>
              <a:t>Using CC Recommended Legal Terms and Metadata Values in Support of Resolution 1</a:t>
            </a:r>
            <a:endParaRPr b="1">
              <a:solidFill>
                <a:schemeClr val="dk1"/>
              </a:solidFill>
              <a:latin typeface="Source Sans 3"/>
              <a:ea typeface="Source Sans 3"/>
              <a:cs typeface="Source Sans 3"/>
              <a:sym typeface="Source Sans 3"/>
            </a:endParaRPr>
          </a:p>
          <a:p>
            <a:pPr marL="0" indent="0">
              <a:spcBef>
                <a:spcPts val="1600"/>
              </a:spcBef>
              <a:buNone/>
            </a:pPr>
            <a:r>
              <a:rPr lang="en">
                <a:solidFill>
                  <a:schemeClr val="dk1"/>
                </a:solidFill>
                <a:latin typeface="Source Sans 3"/>
                <a:ea typeface="Source Sans 3"/>
                <a:cs typeface="Source Sans 3"/>
                <a:sym typeface="Source Sans 3"/>
              </a:rPr>
              <a:t>(1) Members shall provide on a free and unrestricted basis the core data that are necessary for the provision of services … which are required to monitor and predict seamlessly and accurately weather, climate, water and related environmental conditions. </a:t>
            </a:r>
            <a:endParaRPr>
              <a:solidFill>
                <a:schemeClr val="dk1"/>
              </a:solidFill>
              <a:latin typeface="Source Sans 3"/>
              <a:ea typeface="Source Sans 3"/>
              <a:cs typeface="Source Sans 3"/>
              <a:sym typeface="Source Sans 3"/>
            </a:endParaRPr>
          </a:p>
          <a:p>
            <a:pPr marL="0" indent="0">
              <a:spcBef>
                <a:spcPts val="1600"/>
              </a:spcBef>
              <a:spcAft>
                <a:spcPts val="1600"/>
              </a:spcAft>
              <a:buNone/>
            </a:pPr>
            <a:r>
              <a:rPr lang="en">
                <a:solidFill>
                  <a:schemeClr val="dk1"/>
                </a:solidFill>
                <a:latin typeface="Source Sans 3"/>
                <a:ea typeface="Source Sans 3"/>
                <a:cs typeface="Source Sans 3"/>
                <a:sym typeface="Source Sans 3"/>
              </a:rPr>
              <a:t>(2) Members should also provide the recommended data that are required to support Earth system monitoring and prediction activities … Conditions may be placed on the use of recommended data.</a:t>
            </a:r>
            <a:endParaRPr>
              <a:solidFill>
                <a:schemeClr val="dk1"/>
              </a:solidFill>
              <a:latin typeface="Source Sans 3"/>
              <a:ea typeface="Source Sans 3"/>
              <a:cs typeface="Source Sans 3"/>
              <a:sym typeface="Source Sans 3"/>
            </a:endParaRPr>
          </a:p>
        </p:txBody>
      </p:sp>
      <p:pic>
        <p:nvPicPr>
          <p:cNvPr id="349" name="Google Shape;349;p73" descr="cc.large.png"/>
          <p:cNvPicPr preferRelativeResize="0"/>
          <p:nvPr/>
        </p:nvPicPr>
        <p:blipFill rotWithShape="1">
          <a:blip r:embed="rId3">
            <a:alphaModFix/>
          </a:blip>
          <a:srcRect/>
          <a:stretch/>
        </p:blipFill>
        <p:spPr>
          <a:xfrm>
            <a:off x="11267926" y="5964374"/>
            <a:ext cx="660733" cy="66073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C600"/>
        </a:solidFill>
        <a:effectLst/>
      </p:bgPr>
    </p:bg>
    <p:spTree>
      <p:nvGrpSpPr>
        <p:cNvPr id="1" name="Shape 353"/>
        <p:cNvGrpSpPr/>
        <p:nvPr/>
      </p:nvGrpSpPr>
      <p:grpSpPr>
        <a:xfrm>
          <a:off x="0" y="0"/>
          <a:ext cx="0" cy="0"/>
          <a:chOff x="0" y="0"/>
          <a:chExt cx="0" cy="0"/>
        </a:xfrm>
      </p:grpSpPr>
      <p:sp>
        <p:nvSpPr>
          <p:cNvPr id="354" name="Google Shape;354;p74"/>
          <p:cNvSpPr/>
          <p:nvPr/>
        </p:nvSpPr>
        <p:spPr>
          <a:xfrm>
            <a:off x="477433" y="281467"/>
            <a:ext cx="4420400" cy="1122000"/>
          </a:xfrm>
          <a:prstGeom prst="rect">
            <a:avLst/>
          </a:prstGeom>
          <a:noFill/>
          <a:ln>
            <a:noFill/>
          </a:ln>
        </p:spPr>
        <p:txBody>
          <a:bodyPr spcFirstLastPara="1" wrap="square" lIns="0" tIns="0" rIns="0" bIns="0" anchor="ctr" anchorCtr="0">
            <a:noAutofit/>
          </a:bodyPr>
          <a:lstStyle/>
          <a:p>
            <a:pPr defTabSz="1219170">
              <a:buClr>
                <a:srgbClr val="000000"/>
              </a:buClr>
            </a:pPr>
            <a:r>
              <a:rPr lang="en" sz="3200" b="1" kern="0">
                <a:solidFill>
                  <a:srgbClr val="000000"/>
                </a:solidFill>
                <a:latin typeface="Roboto"/>
                <a:ea typeface="Roboto"/>
                <a:cs typeface="Roboto"/>
                <a:sym typeface="Roboto"/>
              </a:rPr>
              <a:t>FOUR CONDITIONS</a:t>
            </a:r>
            <a:endParaRPr sz="3200" b="1" kern="0">
              <a:solidFill>
                <a:srgbClr val="000000"/>
              </a:solidFill>
              <a:latin typeface="Roboto"/>
              <a:ea typeface="Roboto"/>
              <a:cs typeface="Roboto"/>
              <a:sym typeface="Roboto"/>
            </a:endParaRPr>
          </a:p>
        </p:txBody>
      </p:sp>
      <p:pic>
        <p:nvPicPr>
          <p:cNvPr id="355" name="Google Shape;355;p74"/>
          <p:cNvPicPr preferRelativeResize="0"/>
          <p:nvPr/>
        </p:nvPicPr>
        <p:blipFill rotWithShape="1">
          <a:blip r:embed="rId3">
            <a:alphaModFix/>
          </a:blip>
          <a:srcRect/>
          <a:stretch/>
        </p:blipFill>
        <p:spPr>
          <a:xfrm>
            <a:off x="579268" y="1380417"/>
            <a:ext cx="978067" cy="978067"/>
          </a:xfrm>
          <a:prstGeom prst="rect">
            <a:avLst/>
          </a:prstGeom>
          <a:noFill/>
          <a:ln>
            <a:noFill/>
          </a:ln>
        </p:spPr>
      </p:pic>
      <p:sp>
        <p:nvSpPr>
          <p:cNvPr id="356" name="Google Shape;356;p74"/>
          <p:cNvSpPr txBox="1"/>
          <p:nvPr/>
        </p:nvSpPr>
        <p:spPr>
          <a:xfrm>
            <a:off x="1706200" y="1495384"/>
            <a:ext cx="5139600" cy="5712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n" sz="2400" b="1" kern="0">
                <a:solidFill>
                  <a:srgbClr val="000000"/>
                </a:solidFill>
                <a:latin typeface="Source Sans 3"/>
                <a:ea typeface="Source Sans 3"/>
                <a:cs typeface="Source Sans 3"/>
                <a:sym typeface="Source Sans 3"/>
              </a:rPr>
              <a:t>Attribution (BY): </a:t>
            </a:r>
            <a:r>
              <a:rPr lang="en" sz="2400" kern="0">
                <a:solidFill>
                  <a:srgbClr val="000000"/>
                </a:solidFill>
                <a:latin typeface="Source Sans 3"/>
                <a:ea typeface="Source Sans 3"/>
                <a:cs typeface="Source Sans 3"/>
                <a:sym typeface="Source Sans 3"/>
              </a:rPr>
              <a:t>Credit must be given to you, the creator.</a:t>
            </a:r>
            <a:endParaRPr sz="1467" kern="0">
              <a:solidFill>
                <a:srgbClr val="000000"/>
              </a:solidFill>
              <a:latin typeface="Source Sans 3"/>
              <a:ea typeface="Source Sans 3"/>
              <a:cs typeface="Source Sans 3"/>
              <a:sym typeface="Source Sans 3"/>
            </a:endParaRPr>
          </a:p>
        </p:txBody>
      </p:sp>
      <p:sp>
        <p:nvSpPr>
          <p:cNvPr id="357" name="Google Shape;357;p74"/>
          <p:cNvSpPr txBox="1"/>
          <p:nvPr/>
        </p:nvSpPr>
        <p:spPr>
          <a:xfrm>
            <a:off x="1706200" y="2786600"/>
            <a:ext cx="5817200" cy="6424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n" sz="2400" b="1" kern="0">
                <a:solidFill>
                  <a:srgbClr val="000000"/>
                </a:solidFill>
                <a:latin typeface="Source Sans 3"/>
                <a:ea typeface="Source Sans 3"/>
                <a:cs typeface="Source Sans 3"/>
                <a:sym typeface="Source Sans 3"/>
              </a:rPr>
              <a:t>ShareAlike (SA): </a:t>
            </a:r>
            <a:r>
              <a:rPr lang="en" sz="2400" kern="0">
                <a:solidFill>
                  <a:srgbClr val="000000"/>
                </a:solidFill>
                <a:latin typeface="Source Sans 3"/>
                <a:ea typeface="Source Sans 3"/>
                <a:cs typeface="Source Sans 3"/>
                <a:sym typeface="Source Sans 3"/>
              </a:rPr>
              <a:t>Adaptations must be shared under the same terms.</a:t>
            </a:r>
            <a:endParaRPr sz="2400" b="1" kern="0">
              <a:solidFill>
                <a:srgbClr val="000000"/>
              </a:solidFill>
              <a:latin typeface="Source Sans 3"/>
              <a:ea typeface="Source Sans 3"/>
              <a:cs typeface="Source Sans 3"/>
              <a:sym typeface="Source Sans 3"/>
            </a:endParaRPr>
          </a:p>
          <a:p>
            <a:pPr algn="ctr" defTabSz="1219170">
              <a:buClr>
                <a:srgbClr val="000000"/>
              </a:buClr>
            </a:pPr>
            <a:endParaRPr sz="2800" b="1" kern="0">
              <a:solidFill>
                <a:srgbClr val="000000"/>
              </a:solidFill>
              <a:latin typeface="Source Sans 3"/>
              <a:ea typeface="Source Sans 3"/>
              <a:cs typeface="Source Sans 3"/>
              <a:sym typeface="Source Sans 3"/>
            </a:endParaRPr>
          </a:p>
        </p:txBody>
      </p:sp>
      <p:pic>
        <p:nvPicPr>
          <p:cNvPr id="358" name="Google Shape;358;p74"/>
          <p:cNvPicPr preferRelativeResize="0"/>
          <p:nvPr/>
        </p:nvPicPr>
        <p:blipFill rotWithShape="1">
          <a:blip r:embed="rId4">
            <a:alphaModFix/>
          </a:blip>
          <a:srcRect/>
          <a:stretch/>
        </p:blipFill>
        <p:spPr>
          <a:xfrm>
            <a:off x="579268" y="2662767"/>
            <a:ext cx="978067" cy="978067"/>
          </a:xfrm>
          <a:prstGeom prst="rect">
            <a:avLst/>
          </a:prstGeom>
          <a:noFill/>
          <a:ln>
            <a:noFill/>
          </a:ln>
        </p:spPr>
      </p:pic>
      <p:sp>
        <p:nvSpPr>
          <p:cNvPr id="359" name="Google Shape;359;p74"/>
          <p:cNvSpPr txBox="1"/>
          <p:nvPr/>
        </p:nvSpPr>
        <p:spPr>
          <a:xfrm>
            <a:off x="1683300" y="3930667"/>
            <a:ext cx="7125600" cy="6784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n" sz="2400" b="1" kern="0">
                <a:solidFill>
                  <a:srgbClr val="000000"/>
                </a:solidFill>
                <a:latin typeface="Source Sans 3"/>
                <a:ea typeface="Source Sans 3"/>
                <a:cs typeface="Source Sans 3"/>
                <a:sym typeface="Source Sans 3"/>
              </a:rPr>
              <a:t>NonCommercial (NC): </a:t>
            </a:r>
            <a:r>
              <a:rPr lang="en" sz="2400" kern="0">
                <a:solidFill>
                  <a:srgbClr val="000000"/>
                </a:solidFill>
                <a:latin typeface="Source Sans 3"/>
                <a:ea typeface="Source Sans 3"/>
                <a:cs typeface="Source Sans 3"/>
                <a:sym typeface="Source Sans 3"/>
              </a:rPr>
              <a:t>Only noncommercial use of your work is permitted, not primarily intended for monetary compensation.</a:t>
            </a:r>
            <a:endParaRPr sz="2400" kern="0">
              <a:solidFill>
                <a:srgbClr val="000000"/>
              </a:solidFill>
              <a:latin typeface="Source Sans 3"/>
              <a:ea typeface="Source Sans 3"/>
              <a:cs typeface="Source Sans 3"/>
              <a:sym typeface="Source Sans 3"/>
            </a:endParaRPr>
          </a:p>
          <a:p>
            <a:pPr defTabSz="1219170">
              <a:buClr>
                <a:srgbClr val="000000"/>
              </a:buClr>
            </a:pPr>
            <a:endParaRPr sz="2800" b="1" kern="0">
              <a:solidFill>
                <a:srgbClr val="000000"/>
              </a:solidFill>
              <a:latin typeface="Source Sans 3"/>
              <a:ea typeface="Source Sans 3"/>
              <a:cs typeface="Source Sans 3"/>
              <a:sym typeface="Source Sans 3"/>
            </a:endParaRPr>
          </a:p>
        </p:txBody>
      </p:sp>
      <p:pic>
        <p:nvPicPr>
          <p:cNvPr id="360" name="Google Shape;360;p74"/>
          <p:cNvPicPr preferRelativeResize="0"/>
          <p:nvPr/>
        </p:nvPicPr>
        <p:blipFill rotWithShape="1">
          <a:blip r:embed="rId5">
            <a:alphaModFix/>
          </a:blip>
          <a:srcRect/>
          <a:stretch/>
        </p:blipFill>
        <p:spPr>
          <a:xfrm>
            <a:off x="579267" y="4037032"/>
            <a:ext cx="978067" cy="977893"/>
          </a:xfrm>
          <a:prstGeom prst="rect">
            <a:avLst/>
          </a:prstGeom>
          <a:noFill/>
          <a:ln>
            <a:noFill/>
          </a:ln>
        </p:spPr>
      </p:pic>
      <p:sp>
        <p:nvSpPr>
          <p:cNvPr id="361" name="Google Shape;361;p74"/>
          <p:cNvSpPr txBox="1"/>
          <p:nvPr/>
        </p:nvSpPr>
        <p:spPr>
          <a:xfrm>
            <a:off x="1698900" y="5480833"/>
            <a:ext cx="6864400" cy="8652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n" sz="2400" b="1" kern="0">
                <a:solidFill>
                  <a:srgbClr val="000000"/>
                </a:solidFill>
                <a:latin typeface="Source Sans 3"/>
                <a:ea typeface="Source Sans 3"/>
                <a:cs typeface="Source Sans 3"/>
                <a:sym typeface="Source Sans 3"/>
              </a:rPr>
              <a:t>NoDerivatives (ND): </a:t>
            </a:r>
            <a:r>
              <a:rPr lang="en" sz="2400" kern="0">
                <a:solidFill>
                  <a:srgbClr val="000000"/>
                </a:solidFill>
                <a:latin typeface="Source Sans 3"/>
                <a:ea typeface="Source Sans 3"/>
                <a:cs typeface="Source Sans 3"/>
                <a:sym typeface="Source Sans 3"/>
              </a:rPr>
              <a:t>No derivatives or adaptations of your work are permitted.</a:t>
            </a:r>
            <a:endParaRPr sz="2400" kern="0">
              <a:solidFill>
                <a:srgbClr val="000000"/>
              </a:solidFill>
              <a:latin typeface="Source Sans 3"/>
              <a:ea typeface="Source Sans 3"/>
              <a:cs typeface="Source Sans 3"/>
              <a:sym typeface="Source Sans 3"/>
            </a:endParaRPr>
          </a:p>
        </p:txBody>
      </p:sp>
      <p:pic>
        <p:nvPicPr>
          <p:cNvPr id="362" name="Google Shape;362;p74"/>
          <p:cNvPicPr preferRelativeResize="0"/>
          <p:nvPr/>
        </p:nvPicPr>
        <p:blipFill rotWithShape="1">
          <a:blip r:embed="rId6">
            <a:alphaModFix/>
          </a:blip>
          <a:srcRect/>
          <a:stretch/>
        </p:blipFill>
        <p:spPr>
          <a:xfrm>
            <a:off x="579267" y="5424502"/>
            <a:ext cx="978067" cy="977893"/>
          </a:xfrm>
          <a:prstGeom prst="rect">
            <a:avLst/>
          </a:prstGeom>
          <a:noFill/>
          <a:ln>
            <a:noFill/>
          </a:ln>
        </p:spPr>
      </p:pic>
      <p:pic>
        <p:nvPicPr>
          <p:cNvPr id="363" name="Google Shape;363;p74"/>
          <p:cNvPicPr preferRelativeResize="0"/>
          <p:nvPr/>
        </p:nvPicPr>
        <p:blipFill rotWithShape="1">
          <a:blip r:embed="rId7">
            <a:alphaModFix/>
          </a:blip>
          <a:srcRect/>
          <a:stretch/>
        </p:blipFill>
        <p:spPr>
          <a:xfrm>
            <a:off x="8934872" y="220252"/>
            <a:ext cx="2642811" cy="924656"/>
          </a:xfrm>
          <a:prstGeom prst="rect">
            <a:avLst/>
          </a:prstGeom>
          <a:noFill/>
          <a:ln>
            <a:noFill/>
          </a:ln>
        </p:spPr>
      </p:pic>
      <p:pic>
        <p:nvPicPr>
          <p:cNvPr id="364" name="Google Shape;364;p74"/>
          <p:cNvPicPr preferRelativeResize="0"/>
          <p:nvPr/>
        </p:nvPicPr>
        <p:blipFill rotWithShape="1">
          <a:blip r:embed="rId8">
            <a:alphaModFix/>
          </a:blip>
          <a:srcRect/>
          <a:stretch/>
        </p:blipFill>
        <p:spPr>
          <a:xfrm>
            <a:off x="8934875" y="1315184"/>
            <a:ext cx="2642808" cy="924656"/>
          </a:xfrm>
          <a:prstGeom prst="rect">
            <a:avLst/>
          </a:prstGeom>
          <a:noFill/>
          <a:ln>
            <a:noFill/>
          </a:ln>
        </p:spPr>
      </p:pic>
      <p:pic>
        <p:nvPicPr>
          <p:cNvPr id="365" name="Google Shape;365;p74"/>
          <p:cNvPicPr preferRelativeResize="0"/>
          <p:nvPr/>
        </p:nvPicPr>
        <p:blipFill rotWithShape="1">
          <a:blip r:embed="rId9">
            <a:alphaModFix/>
          </a:blip>
          <a:srcRect/>
          <a:stretch/>
        </p:blipFill>
        <p:spPr>
          <a:xfrm>
            <a:off x="8934875" y="2410117"/>
            <a:ext cx="2642808" cy="924656"/>
          </a:xfrm>
          <a:prstGeom prst="rect">
            <a:avLst/>
          </a:prstGeom>
          <a:noFill/>
          <a:ln>
            <a:noFill/>
          </a:ln>
        </p:spPr>
      </p:pic>
      <p:pic>
        <p:nvPicPr>
          <p:cNvPr id="366" name="Google Shape;366;p74"/>
          <p:cNvPicPr preferRelativeResize="0"/>
          <p:nvPr/>
        </p:nvPicPr>
        <p:blipFill rotWithShape="1">
          <a:blip r:embed="rId10">
            <a:alphaModFix/>
          </a:blip>
          <a:srcRect/>
          <a:stretch/>
        </p:blipFill>
        <p:spPr>
          <a:xfrm>
            <a:off x="8934858" y="4609069"/>
            <a:ext cx="2642804" cy="924655"/>
          </a:xfrm>
          <a:prstGeom prst="rect">
            <a:avLst/>
          </a:prstGeom>
          <a:noFill/>
          <a:ln>
            <a:noFill/>
          </a:ln>
        </p:spPr>
      </p:pic>
      <p:pic>
        <p:nvPicPr>
          <p:cNvPr id="367" name="Google Shape;367;p74"/>
          <p:cNvPicPr preferRelativeResize="0"/>
          <p:nvPr/>
        </p:nvPicPr>
        <p:blipFill rotWithShape="1">
          <a:blip r:embed="rId11">
            <a:alphaModFix/>
          </a:blip>
          <a:srcRect/>
          <a:stretch/>
        </p:blipFill>
        <p:spPr>
          <a:xfrm>
            <a:off x="8934859" y="3505054"/>
            <a:ext cx="2642804" cy="924655"/>
          </a:xfrm>
          <a:prstGeom prst="rect">
            <a:avLst/>
          </a:prstGeom>
          <a:noFill/>
          <a:ln>
            <a:noFill/>
          </a:ln>
        </p:spPr>
      </p:pic>
      <p:pic>
        <p:nvPicPr>
          <p:cNvPr id="368" name="Google Shape;368;p74"/>
          <p:cNvPicPr preferRelativeResize="0"/>
          <p:nvPr/>
        </p:nvPicPr>
        <p:blipFill rotWithShape="1">
          <a:blip r:embed="rId12">
            <a:alphaModFix/>
          </a:blip>
          <a:srcRect/>
          <a:stretch/>
        </p:blipFill>
        <p:spPr>
          <a:xfrm>
            <a:off x="8934858" y="5713085"/>
            <a:ext cx="2642804" cy="92465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C600"/>
        </a:solidFill>
        <a:effectLst/>
      </p:bgPr>
    </p:bg>
    <p:spTree>
      <p:nvGrpSpPr>
        <p:cNvPr id="1" name="Shape 372"/>
        <p:cNvGrpSpPr/>
        <p:nvPr/>
      </p:nvGrpSpPr>
      <p:grpSpPr>
        <a:xfrm>
          <a:off x="0" y="0"/>
          <a:ext cx="0" cy="0"/>
          <a:chOff x="0" y="0"/>
          <a:chExt cx="0" cy="0"/>
        </a:xfrm>
      </p:grpSpPr>
      <p:pic>
        <p:nvPicPr>
          <p:cNvPr id="373" name="Google Shape;373;p75"/>
          <p:cNvPicPr preferRelativeResize="0"/>
          <p:nvPr/>
        </p:nvPicPr>
        <p:blipFill>
          <a:blip r:embed="rId3">
            <a:alphaModFix/>
          </a:blip>
          <a:stretch>
            <a:fillRect/>
          </a:stretch>
        </p:blipFill>
        <p:spPr>
          <a:xfrm>
            <a:off x="4716846" y="2338926"/>
            <a:ext cx="2758300" cy="3339700"/>
          </a:xfrm>
          <a:prstGeom prst="rect">
            <a:avLst/>
          </a:prstGeom>
          <a:noFill/>
          <a:ln>
            <a:noFill/>
          </a:ln>
        </p:spPr>
      </p:pic>
      <p:sp>
        <p:nvSpPr>
          <p:cNvPr id="374" name="Google Shape;374;p75"/>
          <p:cNvSpPr txBox="1"/>
          <p:nvPr/>
        </p:nvSpPr>
        <p:spPr>
          <a:xfrm>
            <a:off x="2019213" y="1313133"/>
            <a:ext cx="8153600" cy="614400"/>
          </a:xfrm>
          <a:prstGeom prst="rect">
            <a:avLst/>
          </a:prstGeom>
          <a:noFill/>
          <a:ln>
            <a:noFill/>
          </a:ln>
        </p:spPr>
        <p:txBody>
          <a:bodyPr spcFirstLastPara="1" wrap="square" lIns="45700" tIns="45700" rIns="45700" bIns="45700" anchor="t" anchorCtr="0">
            <a:noAutofit/>
          </a:bodyPr>
          <a:lstStyle/>
          <a:p>
            <a:pPr algn="ctr" defTabSz="1219170">
              <a:buClr>
                <a:srgbClr val="000000"/>
              </a:buClr>
            </a:pPr>
            <a:r>
              <a:rPr lang="en" sz="3200" b="1" kern="0">
                <a:solidFill>
                  <a:srgbClr val="000000"/>
                </a:solidFill>
                <a:latin typeface="Roboto"/>
                <a:ea typeface="Roboto"/>
                <a:cs typeface="Roboto"/>
                <a:sym typeface="Roboto"/>
              </a:rPr>
              <a:t>CREATIVE COMMONS LICENSE LAYERS</a:t>
            </a:r>
            <a:endParaRPr sz="3200" b="1" kern="0">
              <a:solidFill>
                <a:srgbClr val="000000"/>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C600"/>
        </a:solidFill>
        <a:effectLst/>
      </p:bgPr>
    </p:bg>
    <p:spTree>
      <p:nvGrpSpPr>
        <p:cNvPr id="1" name="Shape 378"/>
        <p:cNvGrpSpPr/>
        <p:nvPr/>
      </p:nvGrpSpPr>
      <p:grpSpPr>
        <a:xfrm>
          <a:off x="0" y="0"/>
          <a:ext cx="0" cy="0"/>
          <a:chOff x="0" y="0"/>
          <a:chExt cx="0" cy="0"/>
        </a:xfrm>
      </p:grpSpPr>
      <p:sp>
        <p:nvSpPr>
          <p:cNvPr id="379" name="Google Shape;379;p76"/>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a:bodyPr>
          <a:lstStyle/>
          <a:p>
            <a:r>
              <a:rPr lang="en" b="1">
                <a:latin typeface="Roboto"/>
                <a:ea typeface="Roboto"/>
                <a:cs typeface="Roboto"/>
                <a:sym typeface="Roboto"/>
              </a:rPr>
              <a:t>CC BY 4.0 LANGUAGES AVAILABLE</a:t>
            </a:r>
            <a:endParaRPr b="1">
              <a:latin typeface="Roboto"/>
              <a:ea typeface="Roboto"/>
              <a:cs typeface="Roboto"/>
              <a:sym typeface="Roboto"/>
            </a:endParaRPr>
          </a:p>
        </p:txBody>
      </p:sp>
      <p:pic>
        <p:nvPicPr>
          <p:cNvPr id="380" name="Google Shape;380;p76" descr="cc.large.png"/>
          <p:cNvPicPr preferRelativeResize="0"/>
          <p:nvPr/>
        </p:nvPicPr>
        <p:blipFill rotWithShape="1">
          <a:blip r:embed="rId3">
            <a:alphaModFix/>
          </a:blip>
          <a:srcRect/>
          <a:stretch/>
        </p:blipFill>
        <p:spPr>
          <a:xfrm>
            <a:off x="11267926" y="5964374"/>
            <a:ext cx="660733" cy="660733"/>
          </a:xfrm>
          <a:prstGeom prst="rect">
            <a:avLst/>
          </a:prstGeom>
          <a:noFill/>
          <a:ln>
            <a:noFill/>
          </a:ln>
        </p:spPr>
      </p:pic>
      <p:sp>
        <p:nvSpPr>
          <p:cNvPr id="381" name="Google Shape;381;p76"/>
          <p:cNvSpPr txBox="1"/>
          <p:nvPr/>
        </p:nvSpPr>
        <p:spPr>
          <a:xfrm>
            <a:off x="760967" y="1205967"/>
            <a:ext cx="4632800" cy="4758400"/>
          </a:xfrm>
          <a:prstGeom prst="rect">
            <a:avLst/>
          </a:prstGeom>
          <a:noFill/>
          <a:ln>
            <a:noFill/>
          </a:ln>
        </p:spPr>
        <p:txBody>
          <a:bodyPr spcFirstLastPara="1" wrap="square" lIns="121900" tIns="121900" rIns="121900" bIns="121900" anchor="t" anchorCtr="0">
            <a:noAutofit/>
          </a:bodyPr>
          <a:lstStyle/>
          <a:p>
            <a:pPr defTabSz="1219170">
              <a:buClr>
                <a:srgbClr val="000000"/>
              </a:buClr>
            </a:pPr>
            <a:r>
              <a:rPr lang="en" sz="2400" b="1" u="sng" kern="0">
                <a:solidFill>
                  <a:srgbClr val="0000FF"/>
                </a:solidFill>
                <a:latin typeface="Roboto"/>
                <a:ea typeface="Roboto"/>
                <a:cs typeface="Roboto"/>
                <a:sym typeface="Roboto"/>
                <a:hlinkClick r:id="rId4">
                  <a:extLst>
                    <a:ext uri="{A12FA001-AC4F-418D-AE19-62706E023703}">
                      <ahyp:hlinkClr xmlns:ahyp="http://schemas.microsoft.com/office/drawing/2018/hyperlinkcolor" val="tx"/>
                    </a:ext>
                  </a:extLst>
                </a:hlinkClick>
              </a:rPr>
              <a:t>Arabic - العربية </a:t>
            </a:r>
            <a:endParaRPr sz="2400" b="1" kern="0">
              <a:solidFill>
                <a:srgbClr val="0000FF"/>
              </a:solidFill>
              <a:latin typeface="Roboto"/>
              <a:ea typeface="Roboto"/>
              <a:cs typeface="Roboto"/>
              <a:sym typeface="Roboto"/>
            </a:endParaRPr>
          </a:p>
          <a:p>
            <a:pPr defTabSz="1219170">
              <a:buClr>
                <a:srgbClr val="000000"/>
              </a:buClr>
            </a:pPr>
            <a:r>
              <a:rPr lang="en" sz="2400" b="1" u="sng" kern="0">
                <a:solidFill>
                  <a:srgbClr val="0000FF"/>
                </a:solidFill>
                <a:latin typeface="Roboto"/>
                <a:ea typeface="Roboto"/>
                <a:cs typeface="Roboto"/>
                <a:sym typeface="Roboto"/>
                <a:hlinkClick r:id="rId5">
                  <a:extLst>
                    <a:ext uri="{A12FA001-AC4F-418D-AE19-62706E023703}">
                      <ahyp:hlinkClr xmlns:ahyp="http://schemas.microsoft.com/office/drawing/2018/hyperlinkcolor" val="tx"/>
                    </a:ext>
                  </a:extLst>
                </a:hlinkClick>
              </a:rPr>
              <a:t>Bahasa Indonesia</a:t>
            </a:r>
            <a:endParaRPr sz="2400" b="1" kern="0">
              <a:solidFill>
                <a:srgbClr val="0000FF"/>
              </a:solidFill>
              <a:latin typeface="Roboto"/>
              <a:ea typeface="Roboto"/>
              <a:cs typeface="Roboto"/>
              <a:sym typeface="Roboto"/>
            </a:endParaRPr>
          </a:p>
          <a:p>
            <a:pPr defTabSz="1219170">
              <a:buClr>
                <a:srgbClr val="000000"/>
              </a:buClr>
            </a:pPr>
            <a:r>
              <a:rPr lang="en" sz="2400" b="1" u="sng" kern="0">
                <a:solidFill>
                  <a:srgbClr val="0000FF"/>
                </a:solidFill>
                <a:latin typeface="Roboto"/>
                <a:ea typeface="Roboto"/>
                <a:cs typeface="Roboto"/>
                <a:sym typeface="Roboto"/>
                <a:hlinkClick r:id="rId6">
                  <a:extLst>
                    <a:ext uri="{A12FA001-AC4F-418D-AE19-62706E023703}">
                      <ahyp:hlinkClr xmlns:ahyp="http://schemas.microsoft.com/office/drawing/2018/hyperlinkcolor" val="tx"/>
                    </a:ext>
                  </a:extLst>
                </a:hlinkClick>
              </a:rPr>
              <a:t>Basque - Euskara</a:t>
            </a:r>
            <a:endParaRPr sz="2400" b="1" kern="0">
              <a:solidFill>
                <a:srgbClr val="0000FF"/>
              </a:solidFill>
              <a:latin typeface="Roboto"/>
              <a:ea typeface="Roboto"/>
              <a:cs typeface="Roboto"/>
              <a:sym typeface="Roboto"/>
            </a:endParaRPr>
          </a:p>
          <a:p>
            <a:pPr defTabSz="1219170">
              <a:buClr>
                <a:srgbClr val="000000"/>
              </a:buClr>
            </a:pPr>
            <a:r>
              <a:rPr lang="en" sz="2400" b="1" u="sng" kern="0">
                <a:solidFill>
                  <a:srgbClr val="0000FF"/>
                </a:solidFill>
                <a:latin typeface="Roboto"/>
                <a:ea typeface="Roboto"/>
                <a:cs typeface="Roboto"/>
                <a:sym typeface="Roboto"/>
                <a:hlinkClick r:id="rId7">
                  <a:extLst>
                    <a:ext uri="{A12FA001-AC4F-418D-AE19-62706E023703}">
                      <ahyp:hlinkClr xmlns:ahyp="http://schemas.microsoft.com/office/drawing/2018/hyperlinkcolor" val="tx"/>
                    </a:ext>
                  </a:extLst>
                </a:hlinkClick>
              </a:rPr>
              <a:t>Chinese - 中文</a:t>
            </a:r>
            <a:endParaRPr sz="2400" b="1" kern="0">
              <a:solidFill>
                <a:srgbClr val="0000FF"/>
              </a:solidFill>
              <a:latin typeface="Roboto"/>
              <a:ea typeface="Roboto"/>
              <a:cs typeface="Roboto"/>
              <a:sym typeface="Roboto"/>
            </a:endParaRPr>
          </a:p>
          <a:p>
            <a:pPr defTabSz="1219170">
              <a:buClr>
                <a:srgbClr val="000000"/>
              </a:buClr>
            </a:pPr>
            <a:r>
              <a:rPr lang="en" sz="2400" b="1" u="sng" kern="0">
                <a:solidFill>
                  <a:srgbClr val="0000FF"/>
                </a:solidFill>
                <a:latin typeface="Roboto"/>
                <a:ea typeface="Roboto"/>
                <a:cs typeface="Roboto"/>
                <a:sym typeface="Roboto"/>
                <a:hlinkClick r:id="rId8">
                  <a:extLst>
                    <a:ext uri="{A12FA001-AC4F-418D-AE19-62706E023703}">
                      <ahyp:hlinkClr xmlns:ahyp="http://schemas.microsoft.com/office/drawing/2018/hyperlinkcolor" val="tx"/>
                    </a:ext>
                  </a:extLst>
                </a:hlinkClick>
              </a:rPr>
              <a:t>Croatian - Hrvatski</a:t>
            </a:r>
            <a:endParaRPr sz="2400" b="1" kern="0">
              <a:solidFill>
                <a:srgbClr val="0000FF"/>
              </a:solidFill>
              <a:latin typeface="Roboto"/>
              <a:ea typeface="Roboto"/>
              <a:cs typeface="Roboto"/>
              <a:sym typeface="Roboto"/>
            </a:endParaRPr>
          </a:p>
          <a:p>
            <a:pPr defTabSz="1219170">
              <a:buClr>
                <a:srgbClr val="000000"/>
              </a:buClr>
            </a:pPr>
            <a:r>
              <a:rPr lang="en" sz="2400" b="1" u="sng" kern="0">
                <a:solidFill>
                  <a:srgbClr val="0000FF"/>
                </a:solidFill>
                <a:latin typeface="Roboto"/>
                <a:ea typeface="Roboto"/>
                <a:cs typeface="Roboto"/>
                <a:sym typeface="Roboto"/>
                <a:hlinkClick r:id="rId9">
                  <a:extLst>
                    <a:ext uri="{A12FA001-AC4F-418D-AE19-62706E023703}">
                      <ahyp:hlinkClr xmlns:ahyp="http://schemas.microsoft.com/office/drawing/2018/hyperlinkcolor" val="tx"/>
                    </a:ext>
                  </a:extLst>
                </a:hlinkClick>
              </a:rPr>
              <a:t>Czech - Český</a:t>
            </a:r>
            <a:endParaRPr sz="2400" b="1" kern="0">
              <a:solidFill>
                <a:srgbClr val="0000FF"/>
              </a:solidFill>
              <a:latin typeface="Roboto"/>
              <a:ea typeface="Roboto"/>
              <a:cs typeface="Roboto"/>
              <a:sym typeface="Roboto"/>
            </a:endParaRPr>
          </a:p>
          <a:p>
            <a:pPr defTabSz="1219170">
              <a:buClr>
                <a:srgbClr val="000000"/>
              </a:buClr>
            </a:pPr>
            <a:r>
              <a:rPr lang="en" sz="2400" b="1" u="sng" kern="0">
                <a:solidFill>
                  <a:srgbClr val="0000FF"/>
                </a:solidFill>
                <a:latin typeface="Roboto"/>
                <a:ea typeface="Roboto"/>
                <a:cs typeface="Roboto"/>
                <a:sym typeface="Roboto"/>
                <a:hlinkClick r:id="rId10">
                  <a:extLst>
                    <a:ext uri="{A12FA001-AC4F-418D-AE19-62706E023703}">
                      <ahyp:hlinkClr xmlns:ahyp="http://schemas.microsoft.com/office/drawing/2018/hyperlinkcolor" val="tx"/>
                    </a:ext>
                  </a:extLst>
                </a:hlinkClick>
              </a:rPr>
              <a:t>Danish - Dansk</a:t>
            </a:r>
            <a:endParaRPr sz="2400" b="1" kern="0">
              <a:solidFill>
                <a:srgbClr val="0000FF"/>
              </a:solidFill>
              <a:latin typeface="Roboto"/>
              <a:ea typeface="Roboto"/>
              <a:cs typeface="Roboto"/>
              <a:sym typeface="Roboto"/>
            </a:endParaRPr>
          </a:p>
          <a:p>
            <a:pPr defTabSz="1219170">
              <a:buClr>
                <a:srgbClr val="000000"/>
              </a:buClr>
            </a:pPr>
            <a:r>
              <a:rPr lang="en" sz="2400" b="1" u="sng" kern="0">
                <a:solidFill>
                  <a:srgbClr val="0000FF"/>
                </a:solidFill>
                <a:latin typeface="Roboto"/>
                <a:ea typeface="Roboto"/>
                <a:cs typeface="Roboto"/>
                <a:sym typeface="Roboto"/>
                <a:hlinkClick r:id="rId11">
                  <a:extLst>
                    <a:ext uri="{A12FA001-AC4F-418D-AE19-62706E023703}">
                      <ahyp:hlinkClr xmlns:ahyp="http://schemas.microsoft.com/office/drawing/2018/hyperlinkcolor" val="tx"/>
                    </a:ext>
                  </a:extLst>
                </a:hlinkClick>
              </a:rPr>
              <a:t>Dutch - Nederlandse</a:t>
            </a:r>
            <a:endParaRPr sz="2400" b="1" kern="0">
              <a:solidFill>
                <a:srgbClr val="0000FF"/>
              </a:solidFill>
              <a:latin typeface="Roboto"/>
              <a:ea typeface="Roboto"/>
              <a:cs typeface="Roboto"/>
              <a:sym typeface="Roboto"/>
            </a:endParaRPr>
          </a:p>
          <a:p>
            <a:pPr defTabSz="1219170">
              <a:buClr>
                <a:srgbClr val="000000"/>
              </a:buClr>
            </a:pPr>
            <a:r>
              <a:rPr lang="en" sz="2400" b="1" u="sng" kern="0">
                <a:solidFill>
                  <a:srgbClr val="0000FF"/>
                </a:solidFill>
                <a:latin typeface="Roboto"/>
                <a:ea typeface="Roboto"/>
                <a:cs typeface="Roboto"/>
                <a:sym typeface="Roboto"/>
                <a:hlinkClick r:id="rId12">
                  <a:extLst>
                    <a:ext uri="{A12FA001-AC4F-418D-AE19-62706E023703}">
                      <ahyp:hlinkClr xmlns:ahyp="http://schemas.microsoft.com/office/drawing/2018/hyperlinkcolor" val="tx"/>
                    </a:ext>
                  </a:extLst>
                </a:hlinkClick>
              </a:rPr>
              <a:t>Finnish - Suomen</a:t>
            </a:r>
            <a:endParaRPr sz="2400" b="1" kern="0">
              <a:solidFill>
                <a:srgbClr val="0000FF"/>
              </a:solidFill>
              <a:latin typeface="Roboto"/>
              <a:ea typeface="Roboto"/>
              <a:cs typeface="Roboto"/>
              <a:sym typeface="Roboto"/>
            </a:endParaRPr>
          </a:p>
          <a:p>
            <a:pPr defTabSz="1219170">
              <a:buClr>
                <a:srgbClr val="000000"/>
              </a:buClr>
            </a:pPr>
            <a:r>
              <a:rPr lang="en" sz="2400" b="1" u="sng" kern="0">
                <a:solidFill>
                  <a:srgbClr val="0000FF"/>
                </a:solidFill>
                <a:latin typeface="Roboto"/>
                <a:ea typeface="Roboto"/>
                <a:cs typeface="Roboto"/>
                <a:sym typeface="Roboto"/>
                <a:hlinkClick r:id="rId13">
                  <a:extLst>
                    <a:ext uri="{A12FA001-AC4F-418D-AE19-62706E023703}">
                      <ahyp:hlinkClr xmlns:ahyp="http://schemas.microsoft.com/office/drawing/2018/hyperlinkcolor" val="tx"/>
                    </a:ext>
                  </a:extLst>
                </a:hlinkClick>
              </a:rPr>
              <a:t>French - Français</a:t>
            </a:r>
            <a:endParaRPr sz="2400" b="1" kern="0">
              <a:solidFill>
                <a:srgbClr val="0000FF"/>
              </a:solidFill>
              <a:latin typeface="Roboto"/>
              <a:ea typeface="Roboto"/>
              <a:cs typeface="Roboto"/>
              <a:sym typeface="Roboto"/>
            </a:endParaRPr>
          </a:p>
          <a:p>
            <a:pPr defTabSz="1219170">
              <a:buClr>
                <a:srgbClr val="000000"/>
              </a:buClr>
            </a:pPr>
            <a:r>
              <a:rPr lang="en" sz="2400" b="1" u="sng" kern="0">
                <a:solidFill>
                  <a:srgbClr val="0000FF"/>
                </a:solidFill>
                <a:latin typeface="Roboto"/>
                <a:ea typeface="Roboto"/>
                <a:cs typeface="Roboto"/>
                <a:sym typeface="Roboto"/>
                <a:hlinkClick r:id="rId14">
                  <a:extLst>
                    <a:ext uri="{A12FA001-AC4F-418D-AE19-62706E023703}">
                      <ahyp:hlinkClr xmlns:ahyp="http://schemas.microsoft.com/office/drawing/2018/hyperlinkcolor" val="tx"/>
                    </a:ext>
                  </a:extLst>
                </a:hlinkClick>
              </a:rPr>
              <a:t>Frisian - Frysk</a:t>
            </a:r>
            <a:endParaRPr sz="2400" b="1" kern="0">
              <a:solidFill>
                <a:srgbClr val="0000FF"/>
              </a:solidFill>
              <a:latin typeface="Roboto"/>
              <a:ea typeface="Roboto"/>
              <a:cs typeface="Roboto"/>
              <a:sym typeface="Roboto"/>
            </a:endParaRPr>
          </a:p>
          <a:p>
            <a:pPr defTabSz="1219170">
              <a:buClr>
                <a:srgbClr val="000000"/>
              </a:buClr>
            </a:pPr>
            <a:r>
              <a:rPr lang="en" sz="2400" b="1" u="sng" kern="0">
                <a:solidFill>
                  <a:srgbClr val="0000FF"/>
                </a:solidFill>
                <a:latin typeface="Roboto"/>
                <a:ea typeface="Roboto"/>
                <a:cs typeface="Roboto"/>
                <a:sym typeface="Roboto"/>
                <a:hlinkClick r:id="rId15">
                  <a:extLst>
                    <a:ext uri="{A12FA001-AC4F-418D-AE19-62706E023703}">
                      <ahyp:hlinkClr xmlns:ahyp="http://schemas.microsoft.com/office/drawing/2018/hyperlinkcolor" val="tx"/>
                    </a:ext>
                  </a:extLst>
                </a:hlinkClick>
              </a:rPr>
              <a:t>German - Deutsche</a:t>
            </a:r>
            <a:endParaRPr sz="2400" b="1" kern="0">
              <a:solidFill>
                <a:srgbClr val="0000FF"/>
              </a:solidFill>
              <a:latin typeface="Roboto"/>
              <a:ea typeface="Roboto"/>
              <a:cs typeface="Roboto"/>
              <a:sym typeface="Roboto"/>
            </a:endParaRPr>
          </a:p>
          <a:p>
            <a:pPr defTabSz="1219170">
              <a:buClr>
                <a:srgbClr val="000000"/>
              </a:buClr>
            </a:pPr>
            <a:r>
              <a:rPr lang="en" sz="2400" b="1" u="sng" kern="0">
                <a:solidFill>
                  <a:srgbClr val="0000FF"/>
                </a:solidFill>
                <a:latin typeface="Roboto"/>
                <a:ea typeface="Roboto"/>
                <a:cs typeface="Roboto"/>
                <a:sym typeface="Roboto"/>
                <a:hlinkClick r:id="rId16">
                  <a:extLst>
                    <a:ext uri="{A12FA001-AC4F-418D-AE19-62706E023703}">
                      <ahyp:hlinkClr xmlns:ahyp="http://schemas.microsoft.com/office/drawing/2018/hyperlinkcolor" val="tx"/>
                    </a:ext>
                  </a:extLst>
                </a:hlinkClick>
              </a:rPr>
              <a:t>Greek - Ελληνική</a:t>
            </a:r>
            <a:endParaRPr sz="2400" b="1" kern="0">
              <a:solidFill>
                <a:srgbClr val="0000FF"/>
              </a:solidFill>
              <a:latin typeface="Roboto"/>
              <a:ea typeface="Roboto"/>
              <a:cs typeface="Roboto"/>
              <a:sym typeface="Roboto"/>
            </a:endParaRPr>
          </a:p>
          <a:p>
            <a:pPr defTabSz="1219170">
              <a:buClr>
                <a:srgbClr val="000000"/>
              </a:buClr>
            </a:pPr>
            <a:r>
              <a:rPr lang="en" sz="2400" b="1" u="sng" kern="0">
                <a:solidFill>
                  <a:srgbClr val="0000FF"/>
                </a:solidFill>
                <a:latin typeface="Roboto"/>
                <a:ea typeface="Roboto"/>
                <a:cs typeface="Roboto"/>
                <a:sym typeface="Roboto"/>
                <a:hlinkClick r:id="rId17">
                  <a:extLst>
                    <a:ext uri="{A12FA001-AC4F-418D-AE19-62706E023703}">
                      <ahyp:hlinkClr xmlns:ahyp="http://schemas.microsoft.com/office/drawing/2018/hyperlinkcolor" val="tx"/>
                    </a:ext>
                  </a:extLst>
                </a:hlinkClick>
              </a:rPr>
              <a:t>Italian - Italiana</a:t>
            </a:r>
            <a:endParaRPr sz="2400" b="1" kern="0">
              <a:solidFill>
                <a:srgbClr val="0000FF"/>
              </a:solidFill>
              <a:latin typeface="Roboto"/>
              <a:ea typeface="Roboto"/>
              <a:cs typeface="Roboto"/>
              <a:sym typeface="Roboto"/>
            </a:endParaRPr>
          </a:p>
        </p:txBody>
      </p:sp>
      <p:sp>
        <p:nvSpPr>
          <p:cNvPr id="382" name="Google Shape;382;p76"/>
          <p:cNvSpPr txBox="1"/>
          <p:nvPr/>
        </p:nvSpPr>
        <p:spPr>
          <a:xfrm>
            <a:off x="5769000" y="1205967"/>
            <a:ext cx="4632800" cy="4758400"/>
          </a:xfrm>
          <a:prstGeom prst="rect">
            <a:avLst/>
          </a:prstGeom>
          <a:noFill/>
          <a:ln>
            <a:noFill/>
          </a:ln>
        </p:spPr>
        <p:txBody>
          <a:bodyPr spcFirstLastPara="1" wrap="square" lIns="121900" tIns="121900" rIns="121900" bIns="121900" anchor="t" anchorCtr="0">
            <a:noAutofit/>
          </a:bodyPr>
          <a:lstStyle/>
          <a:p>
            <a:pPr defTabSz="1219170">
              <a:buClr>
                <a:srgbClr val="000000"/>
              </a:buClr>
            </a:pPr>
            <a:r>
              <a:rPr lang="en" sz="2400" b="1" u="sng" kern="0">
                <a:solidFill>
                  <a:srgbClr val="0000FF"/>
                </a:solidFill>
                <a:latin typeface="Roboto"/>
                <a:ea typeface="Roboto"/>
                <a:cs typeface="Roboto"/>
                <a:sym typeface="Roboto"/>
                <a:hlinkClick r:id="rId18">
                  <a:extLst>
                    <a:ext uri="{A12FA001-AC4F-418D-AE19-62706E023703}">
                      <ahyp:hlinkClr xmlns:ahyp="http://schemas.microsoft.com/office/drawing/2018/hyperlinkcolor" val="tx"/>
                    </a:ext>
                  </a:extLst>
                </a:hlinkClick>
              </a:rPr>
              <a:t>Japanese - 日本語</a:t>
            </a:r>
            <a:endParaRPr sz="2400" b="1" kern="0">
              <a:solidFill>
                <a:srgbClr val="0000FF"/>
              </a:solidFill>
              <a:latin typeface="Roboto"/>
              <a:ea typeface="Roboto"/>
              <a:cs typeface="Roboto"/>
              <a:sym typeface="Roboto"/>
            </a:endParaRPr>
          </a:p>
          <a:p>
            <a:pPr defTabSz="1219170">
              <a:buClr>
                <a:srgbClr val="000000"/>
              </a:buClr>
            </a:pPr>
            <a:r>
              <a:rPr lang="en" sz="2400" b="1" u="sng" kern="0">
                <a:solidFill>
                  <a:srgbClr val="0000FF"/>
                </a:solidFill>
                <a:latin typeface="Roboto"/>
                <a:ea typeface="Roboto"/>
                <a:cs typeface="Roboto"/>
                <a:sym typeface="Roboto"/>
                <a:hlinkClick r:id="rId19">
                  <a:extLst>
                    <a:ext uri="{A12FA001-AC4F-418D-AE19-62706E023703}">
                      <ahyp:hlinkClr xmlns:ahyp="http://schemas.microsoft.com/office/drawing/2018/hyperlinkcolor" val="tx"/>
                    </a:ext>
                  </a:extLst>
                </a:hlinkClick>
              </a:rPr>
              <a:t>Korean - 한국어</a:t>
            </a:r>
            <a:endParaRPr sz="2400" b="1" kern="0">
              <a:solidFill>
                <a:srgbClr val="0000FF"/>
              </a:solidFill>
              <a:latin typeface="Roboto"/>
              <a:ea typeface="Roboto"/>
              <a:cs typeface="Roboto"/>
              <a:sym typeface="Roboto"/>
            </a:endParaRPr>
          </a:p>
          <a:p>
            <a:pPr defTabSz="1219170">
              <a:buClr>
                <a:srgbClr val="000000"/>
              </a:buClr>
            </a:pPr>
            <a:r>
              <a:rPr lang="en" sz="2400" b="1" u="sng" kern="0">
                <a:solidFill>
                  <a:srgbClr val="0000FF"/>
                </a:solidFill>
                <a:latin typeface="Roboto"/>
                <a:ea typeface="Roboto"/>
                <a:cs typeface="Roboto"/>
                <a:sym typeface="Roboto"/>
                <a:hlinkClick r:id="rId20">
                  <a:extLst>
                    <a:ext uri="{A12FA001-AC4F-418D-AE19-62706E023703}">
                      <ahyp:hlinkClr xmlns:ahyp="http://schemas.microsoft.com/office/drawing/2018/hyperlinkcolor" val="tx"/>
                    </a:ext>
                  </a:extLst>
                </a:hlinkClick>
              </a:rPr>
              <a:t>Latvian - Latviešu</a:t>
            </a:r>
            <a:endParaRPr sz="2400" b="1" kern="0">
              <a:solidFill>
                <a:srgbClr val="0000FF"/>
              </a:solidFill>
              <a:latin typeface="Roboto"/>
              <a:ea typeface="Roboto"/>
              <a:cs typeface="Roboto"/>
              <a:sym typeface="Roboto"/>
            </a:endParaRPr>
          </a:p>
          <a:p>
            <a:pPr defTabSz="1219170">
              <a:buClr>
                <a:srgbClr val="000000"/>
              </a:buClr>
            </a:pPr>
            <a:r>
              <a:rPr lang="en" sz="2400" b="1" u="sng" kern="0">
                <a:solidFill>
                  <a:srgbClr val="0000FF"/>
                </a:solidFill>
                <a:latin typeface="Roboto"/>
                <a:ea typeface="Roboto"/>
                <a:cs typeface="Roboto"/>
                <a:sym typeface="Roboto"/>
                <a:hlinkClick r:id="rId21">
                  <a:extLst>
                    <a:ext uri="{A12FA001-AC4F-418D-AE19-62706E023703}">
                      <ahyp:hlinkClr xmlns:ahyp="http://schemas.microsoft.com/office/drawing/2018/hyperlinkcolor" val="tx"/>
                    </a:ext>
                  </a:extLst>
                </a:hlinkClick>
              </a:rPr>
              <a:t>Lithuanian - Lietuvių</a:t>
            </a:r>
            <a:endParaRPr sz="2400" b="1" kern="0">
              <a:solidFill>
                <a:srgbClr val="0000FF"/>
              </a:solidFill>
              <a:latin typeface="Roboto"/>
              <a:ea typeface="Roboto"/>
              <a:cs typeface="Roboto"/>
              <a:sym typeface="Roboto"/>
            </a:endParaRPr>
          </a:p>
          <a:p>
            <a:pPr defTabSz="1219170">
              <a:buClr>
                <a:srgbClr val="000000"/>
              </a:buClr>
            </a:pPr>
            <a:r>
              <a:rPr lang="en" sz="2400" b="1" u="sng" kern="0">
                <a:solidFill>
                  <a:srgbClr val="0000FF"/>
                </a:solidFill>
                <a:latin typeface="Roboto"/>
                <a:ea typeface="Roboto"/>
                <a:cs typeface="Roboto"/>
                <a:sym typeface="Roboto"/>
                <a:hlinkClick r:id="rId22">
                  <a:extLst>
                    <a:ext uri="{A12FA001-AC4F-418D-AE19-62706E023703}">
                      <ahyp:hlinkClr xmlns:ahyp="http://schemas.microsoft.com/office/drawing/2018/hyperlinkcolor" val="tx"/>
                    </a:ext>
                  </a:extLst>
                </a:hlinkClick>
              </a:rPr>
              <a:t>Norwegian - Norsk</a:t>
            </a:r>
            <a:endParaRPr sz="2400" b="1" kern="0">
              <a:solidFill>
                <a:srgbClr val="0000FF"/>
              </a:solidFill>
              <a:latin typeface="Roboto"/>
              <a:ea typeface="Roboto"/>
              <a:cs typeface="Roboto"/>
              <a:sym typeface="Roboto"/>
            </a:endParaRPr>
          </a:p>
          <a:p>
            <a:pPr defTabSz="1219170">
              <a:buClr>
                <a:srgbClr val="000000"/>
              </a:buClr>
            </a:pPr>
            <a:r>
              <a:rPr lang="en" sz="2400" b="1" u="sng" kern="0">
                <a:solidFill>
                  <a:srgbClr val="0000FF"/>
                </a:solidFill>
                <a:latin typeface="Roboto"/>
                <a:ea typeface="Roboto"/>
                <a:cs typeface="Roboto"/>
                <a:sym typeface="Roboto"/>
                <a:hlinkClick r:id="rId23">
                  <a:extLst>
                    <a:ext uri="{A12FA001-AC4F-418D-AE19-62706E023703}">
                      <ahyp:hlinkClr xmlns:ahyp="http://schemas.microsoft.com/office/drawing/2018/hyperlinkcolor" val="tx"/>
                    </a:ext>
                  </a:extLst>
                </a:hlinkClick>
              </a:rPr>
              <a:t>Polish - Polski</a:t>
            </a:r>
            <a:endParaRPr sz="2400" b="1" kern="0">
              <a:solidFill>
                <a:srgbClr val="0000FF"/>
              </a:solidFill>
              <a:latin typeface="Roboto"/>
              <a:ea typeface="Roboto"/>
              <a:cs typeface="Roboto"/>
              <a:sym typeface="Roboto"/>
            </a:endParaRPr>
          </a:p>
          <a:p>
            <a:pPr defTabSz="1219170">
              <a:buClr>
                <a:srgbClr val="000000"/>
              </a:buClr>
            </a:pPr>
            <a:r>
              <a:rPr lang="en" sz="2400" b="1" u="sng" kern="0">
                <a:solidFill>
                  <a:srgbClr val="0000FF"/>
                </a:solidFill>
                <a:latin typeface="Roboto"/>
                <a:ea typeface="Roboto"/>
                <a:cs typeface="Roboto"/>
                <a:sym typeface="Roboto"/>
                <a:hlinkClick r:id="rId24">
                  <a:extLst>
                    <a:ext uri="{A12FA001-AC4F-418D-AE19-62706E023703}">
                      <ahyp:hlinkClr xmlns:ahyp="http://schemas.microsoft.com/office/drawing/2018/hyperlinkcolor" val="tx"/>
                    </a:ext>
                  </a:extLst>
                </a:hlinkClick>
              </a:rPr>
              <a:t>Portuguese - Português</a:t>
            </a:r>
            <a:endParaRPr sz="2400" b="1" kern="0">
              <a:solidFill>
                <a:srgbClr val="0000FF"/>
              </a:solidFill>
              <a:latin typeface="Roboto"/>
              <a:ea typeface="Roboto"/>
              <a:cs typeface="Roboto"/>
              <a:sym typeface="Roboto"/>
            </a:endParaRPr>
          </a:p>
          <a:p>
            <a:pPr defTabSz="1219170">
              <a:buClr>
                <a:srgbClr val="000000"/>
              </a:buClr>
            </a:pPr>
            <a:r>
              <a:rPr lang="en" sz="2400" b="1" u="sng" kern="0">
                <a:solidFill>
                  <a:srgbClr val="0000FF"/>
                </a:solidFill>
                <a:latin typeface="Roboto"/>
                <a:ea typeface="Roboto"/>
                <a:cs typeface="Roboto"/>
                <a:sym typeface="Roboto"/>
                <a:hlinkClick r:id="rId25">
                  <a:extLst>
                    <a:ext uri="{A12FA001-AC4F-418D-AE19-62706E023703}">
                      <ahyp:hlinkClr xmlns:ahyp="http://schemas.microsoft.com/office/drawing/2018/hyperlinkcolor" val="tx"/>
                    </a:ext>
                  </a:extLst>
                </a:hlinkClick>
              </a:rPr>
              <a:t>Romanian - Română</a:t>
            </a:r>
            <a:endParaRPr sz="2400" b="1" kern="0">
              <a:solidFill>
                <a:srgbClr val="0000FF"/>
              </a:solidFill>
              <a:latin typeface="Roboto"/>
              <a:ea typeface="Roboto"/>
              <a:cs typeface="Roboto"/>
              <a:sym typeface="Roboto"/>
            </a:endParaRPr>
          </a:p>
          <a:p>
            <a:pPr defTabSz="1219170">
              <a:buClr>
                <a:srgbClr val="000000"/>
              </a:buClr>
            </a:pPr>
            <a:r>
              <a:rPr lang="en" sz="2400" b="1" u="sng" kern="0">
                <a:solidFill>
                  <a:srgbClr val="0000FF"/>
                </a:solidFill>
                <a:latin typeface="Roboto"/>
                <a:ea typeface="Roboto"/>
                <a:cs typeface="Roboto"/>
                <a:sym typeface="Roboto"/>
                <a:hlinkClick r:id="rId26">
                  <a:extLst>
                    <a:ext uri="{A12FA001-AC4F-418D-AE19-62706E023703}">
                      <ahyp:hlinkClr xmlns:ahyp="http://schemas.microsoft.com/office/drawing/2018/hyperlinkcolor" val="tx"/>
                    </a:ext>
                  </a:extLst>
                </a:hlinkClick>
              </a:rPr>
              <a:t>Russian - Русский</a:t>
            </a:r>
            <a:endParaRPr sz="2400" b="1" kern="0">
              <a:solidFill>
                <a:srgbClr val="0000FF"/>
              </a:solidFill>
              <a:latin typeface="Roboto"/>
              <a:ea typeface="Roboto"/>
              <a:cs typeface="Roboto"/>
              <a:sym typeface="Roboto"/>
            </a:endParaRPr>
          </a:p>
          <a:p>
            <a:pPr defTabSz="1219170">
              <a:buClr>
                <a:srgbClr val="000000"/>
              </a:buClr>
            </a:pPr>
            <a:r>
              <a:rPr lang="en" sz="2400" b="1" u="sng" kern="0">
                <a:solidFill>
                  <a:srgbClr val="0000FF"/>
                </a:solidFill>
                <a:latin typeface="Roboto"/>
                <a:ea typeface="Roboto"/>
                <a:cs typeface="Roboto"/>
                <a:sym typeface="Roboto"/>
                <a:hlinkClick r:id="rId27">
                  <a:extLst>
                    <a:ext uri="{A12FA001-AC4F-418D-AE19-62706E023703}">
                      <ahyp:hlinkClr xmlns:ahyp="http://schemas.microsoft.com/office/drawing/2018/hyperlinkcolor" val="tx"/>
                    </a:ext>
                  </a:extLst>
                </a:hlinkClick>
              </a:rPr>
              <a:t>Slovenian - Slovenski</a:t>
            </a:r>
            <a:endParaRPr sz="2400" b="1" kern="0">
              <a:solidFill>
                <a:srgbClr val="0000FF"/>
              </a:solidFill>
              <a:latin typeface="Roboto"/>
              <a:ea typeface="Roboto"/>
              <a:cs typeface="Roboto"/>
              <a:sym typeface="Roboto"/>
            </a:endParaRPr>
          </a:p>
          <a:p>
            <a:pPr defTabSz="1219170">
              <a:buClr>
                <a:srgbClr val="000000"/>
              </a:buClr>
            </a:pPr>
            <a:r>
              <a:rPr lang="en" sz="2400" b="1" u="sng" kern="0">
                <a:solidFill>
                  <a:srgbClr val="0000FF"/>
                </a:solidFill>
                <a:latin typeface="Roboto"/>
                <a:ea typeface="Roboto"/>
                <a:cs typeface="Roboto"/>
                <a:sym typeface="Roboto"/>
                <a:hlinkClick r:id="rId28">
                  <a:extLst>
                    <a:ext uri="{A12FA001-AC4F-418D-AE19-62706E023703}">
                      <ahyp:hlinkClr xmlns:ahyp="http://schemas.microsoft.com/office/drawing/2018/hyperlinkcolor" val="tx"/>
                    </a:ext>
                  </a:extLst>
                </a:hlinkClick>
              </a:rPr>
              <a:t>Spanish - Español</a:t>
            </a:r>
            <a:endParaRPr sz="2400" b="1" kern="0">
              <a:solidFill>
                <a:srgbClr val="0000FF"/>
              </a:solidFill>
              <a:latin typeface="Roboto"/>
              <a:ea typeface="Roboto"/>
              <a:cs typeface="Roboto"/>
              <a:sym typeface="Roboto"/>
            </a:endParaRPr>
          </a:p>
          <a:p>
            <a:pPr defTabSz="1219170">
              <a:buClr>
                <a:srgbClr val="000000"/>
              </a:buClr>
            </a:pPr>
            <a:r>
              <a:rPr lang="en" sz="2400" b="1" u="sng" kern="0">
                <a:solidFill>
                  <a:srgbClr val="0000FF"/>
                </a:solidFill>
                <a:latin typeface="Roboto"/>
                <a:ea typeface="Roboto"/>
                <a:cs typeface="Roboto"/>
                <a:sym typeface="Roboto"/>
                <a:hlinkClick r:id="rId29">
                  <a:extLst>
                    <a:ext uri="{A12FA001-AC4F-418D-AE19-62706E023703}">
                      <ahyp:hlinkClr xmlns:ahyp="http://schemas.microsoft.com/office/drawing/2018/hyperlinkcolor" val="tx"/>
                    </a:ext>
                  </a:extLst>
                </a:hlinkClick>
              </a:rPr>
              <a:t>Swedish - Svenska</a:t>
            </a:r>
            <a:endParaRPr sz="2400" b="1" kern="0">
              <a:solidFill>
                <a:srgbClr val="0000FF"/>
              </a:solidFill>
              <a:latin typeface="Roboto"/>
              <a:ea typeface="Roboto"/>
              <a:cs typeface="Roboto"/>
              <a:sym typeface="Roboto"/>
            </a:endParaRPr>
          </a:p>
          <a:p>
            <a:pPr defTabSz="1219170">
              <a:buClr>
                <a:srgbClr val="000000"/>
              </a:buClr>
            </a:pPr>
            <a:r>
              <a:rPr lang="en" sz="2400" b="1" u="sng" kern="0">
                <a:solidFill>
                  <a:srgbClr val="0000FF"/>
                </a:solidFill>
                <a:latin typeface="Roboto"/>
                <a:ea typeface="Roboto"/>
                <a:cs typeface="Roboto"/>
                <a:sym typeface="Roboto"/>
                <a:hlinkClick r:id="rId30">
                  <a:extLst>
                    <a:ext uri="{A12FA001-AC4F-418D-AE19-62706E023703}">
                      <ahyp:hlinkClr xmlns:ahyp="http://schemas.microsoft.com/office/drawing/2018/hyperlinkcolor" val="tx"/>
                    </a:ext>
                  </a:extLst>
                </a:hlinkClick>
              </a:rPr>
              <a:t>Turkish - Türk</a:t>
            </a:r>
            <a:endParaRPr sz="2400" b="1" kern="0">
              <a:solidFill>
                <a:srgbClr val="0000FF"/>
              </a:solidFill>
              <a:latin typeface="Roboto"/>
              <a:ea typeface="Roboto"/>
              <a:cs typeface="Roboto"/>
              <a:sym typeface="Roboto"/>
            </a:endParaRPr>
          </a:p>
          <a:p>
            <a:pPr defTabSz="1219170">
              <a:buClr>
                <a:srgbClr val="000000"/>
              </a:buClr>
            </a:pPr>
            <a:r>
              <a:rPr lang="en" sz="2400" b="1" u="sng" kern="0">
                <a:solidFill>
                  <a:srgbClr val="0000FF"/>
                </a:solidFill>
                <a:latin typeface="Roboto"/>
                <a:ea typeface="Roboto"/>
                <a:cs typeface="Roboto"/>
                <a:sym typeface="Roboto"/>
                <a:hlinkClick r:id="rId31">
                  <a:extLst>
                    <a:ext uri="{A12FA001-AC4F-418D-AE19-62706E023703}">
                      <ahyp:hlinkClr xmlns:ahyp="http://schemas.microsoft.com/office/drawing/2018/hyperlinkcolor" val="tx"/>
                    </a:ext>
                  </a:extLst>
                </a:hlinkClick>
              </a:rPr>
              <a:t>Ukrainian - Українська</a:t>
            </a:r>
            <a:endParaRPr sz="2400" b="1" kern="0">
              <a:solidFill>
                <a:srgbClr val="0000FF"/>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C600"/>
        </a:solidFill>
        <a:effectLst/>
      </p:bgPr>
    </p:bg>
    <p:spTree>
      <p:nvGrpSpPr>
        <p:cNvPr id="1" name="Shape 388"/>
        <p:cNvGrpSpPr/>
        <p:nvPr/>
      </p:nvGrpSpPr>
      <p:grpSpPr>
        <a:xfrm>
          <a:off x="0" y="0"/>
          <a:ext cx="0" cy="0"/>
          <a:chOff x="0" y="0"/>
          <a:chExt cx="0" cy="0"/>
        </a:xfrm>
      </p:grpSpPr>
      <p:pic>
        <p:nvPicPr>
          <p:cNvPr id="389" name="Google Shape;389;p77"/>
          <p:cNvPicPr preferRelativeResize="0"/>
          <p:nvPr/>
        </p:nvPicPr>
        <p:blipFill rotWithShape="1">
          <a:blip r:embed="rId3">
            <a:alphaModFix/>
          </a:blip>
          <a:srcRect/>
          <a:stretch/>
        </p:blipFill>
        <p:spPr>
          <a:xfrm>
            <a:off x="6283149" y="1423401"/>
            <a:ext cx="2095384" cy="734587"/>
          </a:xfrm>
          <a:prstGeom prst="rect">
            <a:avLst/>
          </a:prstGeom>
          <a:noFill/>
          <a:ln>
            <a:noFill/>
          </a:ln>
        </p:spPr>
      </p:pic>
      <p:sp>
        <p:nvSpPr>
          <p:cNvPr id="390" name="Google Shape;390;p77"/>
          <p:cNvSpPr/>
          <p:nvPr/>
        </p:nvSpPr>
        <p:spPr>
          <a:xfrm>
            <a:off x="6266400" y="1411900"/>
            <a:ext cx="2095600" cy="734400"/>
          </a:xfrm>
          <a:prstGeom prst="rect">
            <a:avLst/>
          </a:prstGeom>
          <a:noFill/>
          <a:ln w="60325" cap="flat" cmpd="sng">
            <a:solidFill>
              <a:srgbClr val="1155CC"/>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121900" tIns="60933" rIns="121900" bIns="60933" anchor="ctr" anchorCtr="0">
            <a:noAutofit/>
          </a:bodyPr>
          <a:lstStyle/>
          <a:p>
            <a:pPr algn="ctr" defTabSz="1219170">
              <a:buClr>
                <a:srgbClr val="000000"/>
              </a:buClr>
            </a:pPr>
            <a:endParaRPr sz="2400" b="1" kern="0">
              <a:solidFill>
                <a:srgbClr val="FFFFFF"/>
              </a:solidFill>
              <a:latin typeface="Calibri"/>
              <a:ea typeface="Calibri"/>
              <a:cs typeface="Calibri"/>
              <a:sym typeface="Calibri"/>
            </a:endParaRPr>
          </a:p>
        </p:txBody>
      </p:sp>
      <p:sp>
        <p:nvSpPr>
          <p:cNvPr id="391" name="Google Shape;391;p77"/>
          <p:cNvSpPr/>
          <p:nvPr/>
        </p:nvSpPr>
        <p:spPr>
          <a:xfrm>
            <a:off x="2891368" y="12703"/>
            <a:ext cx="9483200" cy="7233200"/>
          </a:xfrm>
          <a:prstGeom prst="roundRect">
            <a:avLst>
              <a:gd name="adj" fmla="val 14"/>
            </a:avLst>
          </a:prstGeom>
          <a:noFill/>
          <a:ln>
            <a:noFill/>
          </a:ln>
        </p:spPr>
        <p:txBody>
          <a:bodyPr spcFirstLastPara="1" wrap="square" lIns="64267" tIns="32133" rIns="64267" bIns="32133" anchor="ctr" anchorCtr="0">
            <a:noAutofit/>
          </a:bodyPr>
          <a:lstStyle/>
          <a:p>
            <a:pPr defTabSz="1219170">
              <a:buClr>
                <a:srgbClr val="000000"/>
              </a:buClr>
            </a:pPr>
            <a:endParaRPr sz="1867" kern="0">
              <a:solidFill>
                <a:srgbClr val="000000"/>
              </a:solidFill>
              <a:latin typeface="Calibri"/>
              <a:ea typeface="Calibri"/>
              <a:cs typeface="Calibri"/>
              <a:sym typeface="Calibri"/>
            </a:endParaRPr>
          </a:p>
        </p:txBody>
      </p:sp>
      <p:pic>
        <p:nvPicPr>
          <p:cNvPr id="392" name="Google Shape;392;p77"/>
          <p:cNvPicPr preferRelativeResize="0"/>
          <p:nvPr/>
        </p:nvPicPr>
        <p:blipFill rotWithShape="1">
          <a:blip r:embed="rId4">
            <a:alphaModFix amt="50000"/>
          </a:blip>
          <a:srcRect/>
          <a:stretch/>
        </p:blipFill>
        <p:spPr>
          <a:xfrm>
            <a:off x="6283149" y="2261813"/>
            <a:ext cx="2095384" cy="734587"/>
          </a:xfrm>
          <a:prstGeom prst="rect">
            <a:avLst/>
          </a:prstGeom>
          <a:noFill/>
          <a:ln>
            <a:noFill/>
          </a:ln>
        </p:spPr>
      </p:pic>
      <p:pic>
        <p:nvPicPr>
          <p:cNvPr id="393" name="Google Shape;393;p77"/>
          <p:cNvPicPr preferRelativeResize="0"/>
          <p:nvPr/>
        </p:nvPicPr>
        <p:blipFill rotWithShape="1">
          <a:blip r:embed="rId5">
            <a:alphaModFix amt="25000"/>
          </a:blip>
          <a:srcRect/>
          <a:stretch/>
        </p:blipFill>
        <p:spPr>
          <a:xfrm>
            <a:off x="6266404" y="4802721"/>
            <a:ext cx="2095384" cy="734587"/>
          </a:xfrm>
          <a:prstGeom prst="rect">
            <a:avLst/>
          </a:prstGeom>
          <a:noFill/>
          <a:ln>
            <a:noFill/>
          </a:ln>
        </p:spPr>
      </p:pic>
      <p:pic>
        <p:nvPicPr>
          <p:cNvPr id="394" name="Google Shape;394;p77"/>
          <p:cNvPicPr preferRelativeResize="0"/>
          <p:nvPr/>
        </p:nvPicPr>
        <p:blipFill rotWithShape="1">
          <a:blip r:embed="rId6">
            <a:alphaModFix amt="50000"/>
          </a:blip>
          <a:srcRect/>
          <a:stretch/>
        </p:blipFill>
        <p:spPr>
          <a:xfrm>
            <a:off x="6283149" y="3100227"/>
            <a:ext cx="2095384" cy="733471"/>
          </a:xfrm>
          <a:prstGeom prst="rect">
            <a:avLst/>
          </a:prstGeom>
          <a:noFill/>
          <a:ln>
            <a:noFill/>
          </a:ln>
        </p:spPr>
      </p:pic>
      <p:pic>
        <p:nvPicPr>
          <p:cNvPr id="395" name="Google Shape;395;p77"/>
          <p:cNvPicPr preferRelativeResize="0"/>
          <p:nvPr/>
        </p:nvPicPr>
        <p:blipFill rotWithShape="1">
          <a:blip r:embed="rId7">
            <a:alphaModFix amt="50000"/>
          </a:blip>
          <a:srcRect/>
          <a:stretch/>
        </p:blipFill>
        <p:spPr>
          <a:xfrm>
            <a:off x="6266404" y="3964521"/>
            <a:ext cx="2095384" cy="734587"/>
          </a:xfrm>
          <a:prstGeom prst="rect">
            <a:avLst/>
          </a:prstGeom>
          <a:noFill/>
          <a:ln>
            <a:noFill/>
          </a:ln>
        </p:spPr>
      </p:pic>
      <p:pic>
        <p:nvPicPr>
          <p:cNvPr id="396" name="Google Shape;396;p77"/>
          <p:cNvPicPr preferRelativeResize="0"/>
          <p:nvPr/>
        </p:nvPicPr>
        <p:blipFill rotWithShape="1">
          <a:blip r:embed="rId8">
            <a:alphaModFix amt="25000"/>
          </a:blip>
          <a:srcRect/>
          <a:stretch/>
        </p:blipFill>
        <p:spPr>
          <a:xfrm>
            <a:off x="6283149" y="5641133"/>
            <a:ext cx="2095384" cy="734587"/>
          </a:xfrm>
          <a:prstGeom prst="rect">
            <a:avLst/>
          </a:prstGeom>
          <a:noFill/>
          <a:ln>
            <a:noFill/>
          </a:ln>
        </p:spPr>
      </p:pic>
      <p:pic>
        <p:nvPicPr>
          <p:cNvPr id="397" name="Google Shape;397;p77"/>
          <p:cNvPicPr preferRelativeResize="0"/>
          <p:nvPr/>
        </p:nvPicPr>
        <p:blipFill rotWithShape="1">
          <a:blip r:embed="rId9">
            <a:alphaModFix/>
          </a:blip>
          <a:srcRect/>
          <a:stretch/>
        </p:blipFill>
        <p:spPr>
          <a:xfrm>
            <a:off x="6283150" y="568246"/>
            <a:ext cx="2078639" cy="733471"/>
          </a:xfrm>
          <a:prstGeom prst="rect">
            <a:avLst/>
          </a:prstGeom>
          <a:noFill/>
          <a:ln>
            <a:noFill/>
          </a:ln>
        </p:spPr>
      </p:pic>
      <p:sp>
        <p:nvSpPr>
          <p:cNvPr id="398" name="Google Shape;398;p77"/>
          <p:cNvSpPr/>
          <p:nvPr/>
        </p:nvSpPr>
        <p:spPr>
          <a:xfrm>
            <a:off x="2092047" y="487856"/>
            <a:ext cx="2639600" cy="587200"/>
          </a:xfrm>
          <a:prstGeom prst="rect">
            <a:avLst/>
          </a:prstGeom>
          <a:noFill/>
          <a:ln>
            <a:noFill/>
          </a:ln>
        </p:spPr>
        <p:txBody>
          <a:bodyPr spcFirstLastPara="1" wrap="square" lIns="63267" tIns="31633" rIns="63267" bIns="31633" anchor="t" anchorCtr="0">
            <a:noAutofit/>
          </a:bodyPr>
          <a:lstStyle/>
          <a:p>
            <a:pPr algn="ctr" defTabSz="1219170">
              <a:buClr>
                <a:srgbClr val="000000"/>
              </a:buClr>
            </a:pPr>
            <a:r>
              <a:rPr lang="en" sz="3200" b="1" kern="0">
                <a:solidFill>
                  <a:srgbClr val="000000"/>
                </a:solidFill>
                <a:latin typeface="Roboto"/>
                <a:ea typeface="Roboto"/>
                <a:cs typeface="Roboto"/>
                <a:sym typeface="Roboto"/>
              </a:rPr>
              <a:t>most freedom</a:t>
            </a:r>
            <a:endParaRPr sz="3200" b="1" kern="0">
              <a:solidFill>
                <a:srgbClr val="000000"/>
              </a:solidFill>
              <a:latin typeface="Roboto"/>
              <a:ea typeface="Roboto"/>
              <a:cs typeface="Roboto"/>
              <a:sym typeface="Roboto"/>
            </a:endParaRPr>
          </a:p>
        </p:txBody>
      </p:sp>
      <p:sp>
        <p:nvSpPr>
          <p:cNvPr id="399" name="Google Shape;399;p77"/>
          <p:cNvSpPr/>
          <p:nvPr/>
        </p:nvSpPr>
        <p:spPr>
          <a:xfrm>
            <a:off x="2127177" y="5583072"/>
            <a:ext cx="2588000" cy="587200"/>
          </a:xfrm>
          <a:prstGeom prst="rect">
            <a:avLst/>
          </a:prstGeom>
          <a:noFill/>
          <a:ln>
            <a:noFill/>
          </a:ln>
        </p:spPr>
        <p:txBody>
          <a:bodyPr spcFirstLastPara="1" wrap="square" lIns="63267" tIns="31633" rIns="63267" bIns="31633" anchor="t" anchorCtr="0">
            <a:noAutofit/>
          </a:bodyPr>
          <a:lstStyle/>
          <a:p>
            <a:pPr algn="ctr" defTabSz="1219170">
              <a:buClr>
                <a:srgbClr val="000000"/>
              </a:buClr>
            </a:pPr>
            <a:r>
              <a:rPr lang="en" sz="3200" b="1" kern="0">
                <a:solidFill>
                  <a:srgbClr val="888888"/>
                </a:solidFill>
                <a:latin typeface="Roboto"/>
                <a:ea typeface="Roboto"/>
                <a:cs typeface="Roboto"/>
                <a:sym typeface="Roboto"/>
              </a:rPr>
              <a:t>least freedom</a:t>
            </a:r>
            <a:endParaRPr sz="3200" b="1" kern="0">
              <a:solidFill>
                <a:srgbClr val="888888"/>
              </a:solidFill>
              <a:latin typeface="Roboto"/>
              <a:ea typeface="Roboto"/>
              <a:cs typeface="Roboto"/>
              <a:sym typeface="Roboto"/>
            </a:endParaRPr>
          </a:p>
        </p:txBody>
      </p:sp>
      <p:cxnSp>
        <p:nvCxnSpPr>
          <p:cNvPr id="400" name="Google Shape;400;p77"/>
          <p:cNvCxnSpPr/>
          <p:nvPr/>
        </p:nvCxnSpPr>
        <p:spPr>
          <a:xfrm rot="10800000" flipH="1">
            <a:off x="3409777" y="1637123"/>
            <a:ext cx="22800" cy="3800800"/>
          </a:xfrm>
          <a:prstGeom prst="straightConnector1">
            <a:avLst/>
          </a:prstGeom>
          <a:noFill/>
          <a:ln w="85675" cap="flat" cmpd="sng">
            <a:solidFill>
              <a:srgbClr val="000000"/>
            </a:solidFill>
            <a:prstDash val="solid"/>
            <a:round/>
            <a:headEnd type="none" w="med" len="med"/>
            <a:tailEnd type="triangle" w="med" len="med"/>
          </a:ln>
        </p:spPr>
      </p:cxnSp>
      <p:sp>
        <p:nvSpPr>
          <p:cNvPr id="401" name="Google Shape;401;p77"/>
          <p:cNvSpPr/>
          <p:nvPr/>
        </p:nvSpPr>
        <p:spPr>
          <a:xfrm>
            <a:off x="5188876" y="641367"/>
            <a:ext cx="798400" cy="587200"/>
          </a:xfrm>
          <a:prstGeom prst="rect">
            <a:avLst/>
          </a:prstGeom>
          <a:noFill/>
          <a:ln>
            <a:noFill/>
          </a:ln>
        </p:spPr>
        <p:txBody>
          <a:bodyPr spcFirstLastPara="1" wrap="square" lIns="63267" tIns="31633" rIns="63267" bIns="31633" anchor="t" anchorCtr="0">
            <a:noAutofit/>
          </a:bodyPr>
          <a:lstStyle/>
          <a:p>
            <a:pPr algn="ctr" defTabSz="1219170">
              <a:buClr>
                <a:srgbClr val="000000"/>
              </a:buClr>
            </a:pPr>
            <a:r>
              <a:rPr lang="en" sz="3200" b="1" kern="0">
                <a:solidFill>
                  <a:srgbClr val="000000"/>
                </a:solidFill>
                <a:latin typeface="Roboto"/>
                <a:ea typeface="Roboto"/>
                <a:cs typeface="Roboto"/>
                <a:sym typeface="Roboto"/>
              </a:rPr>
              <a:t>1.</a:t>
            </a:r>
            <a:endParaRPr sz="3200" b="1" kern="0">
              <a:solidFill>
                <a:srgbClr val="000000"/>
              </a:solidFill>
              <a:latin typeface="Roboto"/>
              <a:ea typeface="Roboto"/>
              <a:cs typeface="Roboto"/>
              <a:sym typeface="Roboto"/>
            </a:endParaRPr>
          </a:p>
        </p:txBody>
      </p:sp>
      <p:sp>
        <p:nvSpPr>
          <p:cNvPr id="402" name="Google Shape;402;p77"/>
          <p:cNvSpPr/>
          <p:nvPr/>
        </p:nvSpPr>
        <p:spPr>
          <a:xfrm>
            <a:off x="5188876" y="1497100"/>
            <a:ext cx="798400" cy="587200"/>
          </a:xfrm>
          <a:prstGeom prst="rect">
            <a:avLst/>
          </a:prstGeom>
          <a:noFill/>
          <a:ln>
            <a:noFill/>
          </a:ln>
        </p:spPr>
        <p:txBody>
          <a:bodyPr spcFirstLastPara="1" wrap="square" lIns="63267" tIns="31633" rIns="63267" bIns="31633" anchor="t" anchorCtr="0">
            <a:noAutofit/>
          </a:bodyPr>
          <a:lstStyle/>
          <a:p>
            <a:pPr algn="ctr" defTabSz="1219170">
              <a:buClr>
                <a:srgbClr val="000000"/>
              </a:buClr>
            </a:pPr>
            <a:r>
              <a:rPr lang="en" sz="3200" b="1" kern="0">
                <a:solidFill>
                  <a:srgbClr val="000000"/>
                </a:solidFill>
                <a:latin typeface="Roboto"/>
                <a:ea typeface="Roboto"/>
                <a:cs typeface="Roboto"/>
                <a:sym typeface="Roboto"/>
              </a:rPr>
              <a:t>2.</a:t>
            </a:r>
            <a:endParaRPr sz="3200" b="1" kern="0">
              <a:solidFill>
                <a:srgbClr val="000000"/>
              </a:solidFill>
              <a:latin typeface="Roboto"/>
              <a:ea typeface="Roboto"/>
              <a:cs typeface="Roboto"/>
              <a:sym typeface="Roboto"/>
            </a:endParaRPr>
          </a:p>
        </p:txBody>
      </p:sp>
      <p:sp>
        <p:nvSpPr>
          <p:cNvPr id="403" name="Google Shape;403;p77"/>
          <p:cNvSpPr/>
          <p:nvPr/>
        </p:nvSpPr>
        <p:spPr>
          <a:xfrm>
            <a:off x="5188876" y="2352833"/>
            <a:ext cx="798400" cy="587200"/>
          </a:xfrm>
          <a:prstGeom prst="rect">
            <a:avLst/>
          </a:prstGeom>
          <a:noFill/>
          <a:ln>
            <a:noFill/>
          </a:ln>
        </p:spPr>
        <p:txBody>
          <a:bodyPr spcFirstLastPara="1" wrap="square" lIns="63267" tIns="31633" rIns="63267" bIns="31633" anchor="t" anchorCtr="0">
            <a:noAutofit/>
          </a:bodyPr>
          <a:lstStyle/>
          <a:p>
            <a:pPr algn="ctr" defTabSz="1219170">
              <a:buClr>
                <a:srgbClr val="000000"/>
              </a:buClr>
            </a:pPr>
            <a:r>
              <a:rPr lang="en" sz="3200" b="1" kern="0">
                <a:solidFill>
                  <a:srgbClr val="000000"/>
                </a:solidFill>
                <a:latin typeface="Roboto"/>
                <a:ea typeface="Roboto"/>
                <a:cs typeface="Roboto"/>
                <a:sym typeface="Roboto"/>
              </a:rPr>
              <a:t>3.</a:t>
            </a:r>
            <a:endParaRPr sz="3200" b="1" kern="0">
              <a:solidFill>
                <a:srgbClr val="000000"/>
              </a:solidFill>
              <a:latin typeface="Roboto"/>
              <a:ea typeface="Roboto"/>
              <a:cs typeface="Roboto"/>
              <a:sym typeface="Roboto"/>
            </a:endParaRPr>
          </a:p>
        </p:txBody>
      </p:sp>
      <p:sp>
        <p:nvSpPr>
          <p:cNvPr id="404" name="Google Shape;404;p77"/>
          <p:cNvSpPr/>
          <p:nvPr/>
        </p:nvSpPr>
        <p:spPr>
          <a:xfrm>
            <a:off x="5188876" y="3208567"/>
            <a:ext cx="798400" cy="587200"/>
          </a:xfrm>
          <a:prstGeom prst="rect">
            <a:avLst/>
          </a:prstGeom>
          <a:noFill/>
          <a:ln>
            <a:noFill/>
          </a:ln>
        </p:spPr>
        <p:txBody>
          <a:bodyPr spcFirstLastPara="1" wrap="square" lIns="63267" tIns="31633" rIns="63267" bIns="31633" anchor="t" anchorCtr="0">
            <a:noAutofit/>
          </a:bodyPr>
          <a:lstStyle/>
          <a:p>
            <a:pPr algn="ctr" defTabSz="1219170">
              <a:buClr>
                <a:srgbClr val="000000"/>
              </a:buClr>
            </a:pPr>
            <a:r>
              <a:rPr lang="en" sz="3200" b="1" kern="0">
                <a:solidFill>
                  <a:srgbClr val="000000"/>
                </a:solidFill>
                <a:latin typeface="Roboto"/>
                <a:ea typeface="Roboto"/>
                <a:cs typeface="Roboto"/>
                <a:sym typeface="Roboto"/>
              </a:rPr>
              <a:t>4.</a:t>
            </a:r>
            <a:endParaRPr sz="3200" b="1" kern="0">
              <a:solidFill>
                <a:srgbClr val="000000"/>
              </a:solidFill>
              <a:latin typeface="Roboto"/>
              <a:ea typeface="Roboto"/>
              <a:cs typeface="Roboto"/>
              <a:sym typeface="Roboto"/>
            </a:endParaRPr>
          </a:p>
        </p:txBody>
      </p:sp>
      <p:sp>
        <p:nvSpPr>
          <p:cNvPr id="405" name="Google Shape;405;p77"/>
          <p:cNvSpPr/>
          <p:nvPr/>
        </p:nvSpPr>
        <p:spPr>
          <a:xfrm>
            <a:off x="5188876" y="4020684"/>
            <a:ext cx="798400" cy="587200"/>
          </a:xfrm>
          <a:prstGeom prst="rect">
            <a:avLst/>
          </a:prstGeom>
          <a:noFill/>
          <a:ln>
            <a:noFill/>
          </a:ln>
        </p:spPr>
        <p:txBody>
          <a:bodyPr spcFirstLastPara="1" wrap="square" lIns="63267" tIns="31633" rIns="63267" bIns="31633" anchor="t" anchorCtr="0">
            <a:noAutofit/>
          </a:bodyPr>
          <a:lstStyle/>
          <a:p>
            <a:pPr algn="ctr" defTabSz="1219170">
              <a:buClr>
                <a:srgbClr val="000000"/>
              </a:buClr>
            </a:pPr>
            <a:r>
              <a:rPr lang="en" sz="3200" b="1" kern="0">
                <a:solidFill>
                  <a:srgbClr val="000000"/>
                </a:solidFill>
                <a:latin typeface="Roboto"/>
                <a:ea typeface="Roboto"/>
                <a:cs typeface="Roboto"/>
                <a:sym typeface="Roboto"/>
              </a:rPr>
              <a:t>5.</a:t>
            </a:r>
            <a:endParaRPr sz="3200" b="1" kern="0">
              <a:solidFill>
                <a:srgbClr val="000000"/>
              </a:solidFill>
              <a:latin typeface="Roboto"/>
              <a:ea typeface="Roboto"/>
              <a:cs typeface="Roboto"/>
              <a:sym typeface="Roboto"/>
            </a:endParaRPr>
          </a:p>
        </p:txBody>
      </p:sp>
      <p:sp>
        <p:nvSpPr>
          <p:cNvPr id="406" name="Google Shape;406;p77"/>
          <p:cNvSpPr/>
          <p:nvPr/>
        </p:nvSpPr>
        <p:spPr>
          <a:xfrm>
            <a:off x="5188876" y="4876417"/>
            <a:ext cx="798400" cy="587200"/>
          </a:xfrm>
          <a:prstGeom prst="rect">
            <a:avLst/>
          </a:prstGeom>
          <a:noFill/>
          <a:ln>
            <a:noFill/>
          </a:ln>
        </p:spPr>
        <p:txBody>
          <a:bodyPr spcFirstLastPara="1" wrap="square" lIns="63267" tIns="31633" rIns="63267" bIns="31633" anchor="t" anchorCtr="0">
            <a:noAutofit/>
          </a:bodyPr>
          <a:lstStyle/>
          <a:p>
            <a:pPr algn="ctr" defTabSz="1219170">
              <a:buClr>
                <a:srgbClr val="000000"/>
              </a:buClr>
            </a:pPr>
            <a:r>
              <a:rPr lang="en" sz="3200" b="1" kern="0">
                <a:solidFill>
                  <a:srgbClr val="000000"/>
                </a:solidFill>
                <a:latin typeface="Roboto"/>
                <a:ea typeface="Roboto"/>
                <a:cs typeface="Roboto"/>
                <a:sym typeface="Roboto"/>
              </a:rPr>
              <a:t>6.</a:t>
            </a:r>
            <a:endParaRPr sz="3200" b="1" kern="0">
              <a:solidFill>
                <a:srgbClr val="000000"/>
              </a:solidFill>
              <a:latin typeface="Roboto"/>
              <a:ea typeface="Roboto"/>
              <a:cs typeface="Roboto"/>
              <a:sym typeface="Roboto"/>
            </a:endParaRPr>
          </a:p>
        </p:txBody>
      </p:sp>
      <p:sp>
        <p:nvSpPr>
          <p:cNvPr id="407" name="Google Shape;407;p77"/>
          <p:cNvSpPr/>
          <p:nvPr/>
        </p:nvSpPr>
        <p:spPr>
          <a:xfrm>
            <a:off x="6266400" y="567100"/>
            <a:ext cx="2095200" cy="734400"/>
          </a:xfrm>
          <a:prstGeom prst="rect">
            <a:avLst/>
          </a:prstGeom>
          <a:noFill/>
          <a:ln w="60325" cap="flat" cmpd="sng">
            <a:solidFill>
              <a:srgbClr val="0000FF"/>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121900" tIns="60933" rIns="121900" bIns="60933" anchor="ctr" anchorCtr="0">
            <a:noAutofit/>
          </a:bodyPr>
          <a:lstStyle/>
          <a:p>
            <a:pPr algn="ctr" defTabSz="1219170">
              <a:buClr>
                <a:srgbClr val="000000"/>
              </a:buClr>
            </a:pPr>
            <a:endParaRPr sz="2400" b="1" kern="0">
              <a:solidFill>
                <a:srgbClr val="FFFFFF"/>
              </a:solidFill>
              <a:latin typeface="Calibri"/>
              <a:ea typeface="Calibri"/>
              <a:cs typeface="Calibri"/>
              <a:sym typeface="Calibri"/>
            </a:endParaRPr>
          </a:p>
        </p:txBody>
      </p:sp>
      <p:sp>
        <p:nvSpPr>
          <p:cNvPr id="408" name="Google Shape;408;p77"/>
          <p:cNvSpPr/>
          <p:nvPr/>
        </p:nvSpPr>
        <p:spPr>
          <a:xfrm>
            <a:off x="5188876" y="5732151"/>
            <a:ext cx="798400" cy="587200"/>
          </a:xfrm>
          <a:prstGeom prst="rect">
            <a:avLst/>
          </a:prstGeom>
          <a:noFill/>
          <a:ln>
            <a:noFill/>
          </a:ln>
        </p:spPr>
        <p:txBody>
          <a:bodyPr spcFirstLastPara="1" wrap="square" lIns="63267" tIns="31633" rIns="63267" bIns="31633" anchor="t" anchorCtr="0">
            <a:noAutofit/>
          </a:bodyPr>
          <a:lstStyle/>
          <a:p>
            <a:pPr algn="ctr" defTabSz="1219170">
              <a:buClr>
                <a:srgbClr val="000000"/>
              </a:buClr>
            </a:pPr>
            <a:r>
              <a:rPr lang="en" sz="3200" b="1" kern="0">
                <a:solidFill>
                  <a:srgbClr val="000000"/>
                </a:solidFill>
                <a:latin typeface="Roboto"/>
                <a:ea typeface="Roboto"/>
                <a:cs typeface="Roboto"/>
                <a:sym typeface="Roboto"/>
              </a:rPr>
              <a:t>7.</a:t>
            </a:r>
            <a:endParaRPr sz="3200" b="1" kern="0">
              <a:solidFill>
                <a:srgbClr val="000000"/>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C600"/>
        </a:solidFill>
        <a:effectLst/>
      </p:bgPr>
    </p:bg>
    <p:spTree>
      <p:nvGrpSpPr>
        <p:cNvPr id="1" name="Shape 412"/>
        <p:cNvGrpSpPr/>
        <p:nvPr/>
      </p:nvGrpSpPr>
      <p:grpSpPr>
        <a:xfrm>
          <a:off x="0" y="0"/>
          <a:ext cx="0" cy="0"/>
          <a:chOff x="0" y="0"/>
          <a:chExt cx="0" cy="0"/>
        </a:xfrm>
      </p:grpSpPr>
      <p:sp>
        <p:nvSpPr>
          <p:cNvPr id="413" name="Google Shape;413;p78"/>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a:bodyPr>
          <a:lstStyle/>
          <a:p>
            <a:r>
              <a:rPr lang="en" b="1">
                <a:latin typeface="Roboto"/>
                <a:ea typeface="Roboto"/>
                <a:cs typeface="Roboto"/>
                <a:sym typeface="Roboto"/>
              </a:rPr>
              <a:t>CC RECOMMENDED LEGAL TERMS</a:t>
            </a:r>
            <a:endParaRPr b="1">
              <a:latin typeface="Roboto"/>
              <a:ea typeface="Roboto"/>
              <a:cs typeface="Roboto"/>
              <a:sym typeface="Roboto"/>
            </a:endParaRPr>
          </a:p>
        </p:txBody>
      </p:sp>
      <p:sp>
        <p:nvSpPr>
          <p:cNvPr id="414" name="Google Shape;414;p78"/>
          <p:cNvSpPr txBox="1">
            <a:spLocks noGrp="1"/>
          </p:cNvSpPr>
          <p:nvPr>
            <p:ph type="body" idx="1"/>
          </p:nvPr>
        </p:nvSpPr>
        <p:spPr>
          <a:xfrm>
            <a:off x="415600" y="1210200"/>
            <a:ext cx="11074800" cy="4555200"/>
          </a:xfrm>
          <a:prstGeom prst="rect">
            <a:avLst/>
          </a:prstGeom>
        </p:spPr>
        <p:txBody>
          <a:bodyPr spcFirstLastPara="1" wrap="square" lIns="121900" tIns="121900" rIns="121900" bIns="121900" anchor="t" anchorCtr="0">
            <a:noAutofit/>
          </a:bodyPr>
          <a:lstStyle/>
          <a:p>
            <a:pPr marL="0" indent="0">
              <a:spcBef>
                <a:spcPts val="1600"/>
              </a:spcBef>
              <a:buNone/>
            </a:pPr>
            <a:r>
              <a:rPr lang="en" b="1">
                <a:solidFill>
                  <a:srgbClr val="0000FF"/>
                </a:solidFill>
                <a:latin typeface="Source Sans 3"/>
                <a:ea typeface="Source Sans 3"/>
                <a:cs typeface="Source Sans 3"/>
                <a:sym typeface="Source Sans 3"/>
              </a:rPr>
              <a:t>Option A: CC0 + Attribution Request </a:t>
            </a:r>
            <a:endParaRPr b="1">
              <a:solidFill>
                <a:srgbClr val="0000FF"/>
              </a:solidFill>
              <a:latin typeface="Source Sans 3"/>
              <a:ea typeface="Source Sans 3"/>
              <a:cs typeface="Source Sans 3"/>
              <a:sym typeface="Source Sans 3"/>
            </a:endParaRPr>
          </a:p>
          <a:p>
            <a:pPr marL="0" indent="0">
              <a:spcBef>
                <a:spcPts val="1600"/>
              </a:spcBef>
              <a:buNone/>
            </a:pPr>
            <a:r>
              <a:rPr lang="en" b="1" i="1">
                <a:solidFill>
                  <a:schemeClr val="dk1"/>
                </a:solidFill>
                <a:latin typeface="Source Sans 3"/>
                <a:ea typeface="Source Sans 3"/>
                <a:cs typeface="Source Sans 3"/>
                <a:sym typeface="Source Sans 3"/>
              </a:rPr>
              <a:t>“This work is dedicated to the public domain, marked by </a:t>
            </a:r>
            <a:r>
              <a:rPr lang="en" b="1" i="1" u="sng">
                <a:solidFill>
                  <a:srgbClr val="0000FF"/>
                </a:solidFill>
                <a:latin typeface="Source Sans 3"/>
                <a:ea typeface="Source Sans 3"/>
                <a:cs typeface="Source Sans 3"/>
                <a:sym typeface="Source Sans 3"/>
                <a:hlinkClick r:id="rId3">
                  <a:extLst>
                    <a:ext uri="{A12FA001-AC4F-418D-AE19-62706E023703}">
                      <ahyp:hlinkClr xmlns:ahyp="http://schemas.microsoft.com/office/drawing/2018/hyperlinkcolor" val="tx"/>
                    </a:ext>
                  </a:extLst>
                </a:hlinkClick>
              </a:rPr>
              <a:t>CC0 1.0</a:t>
            </a:r>
            <a:r>
              <a:rPr lang="en" b="1" i="1">
                <a:solidFill>
                  <a:schemeClr val="dk1"/>
                </a:solidFill>
                <a:latin typeface="Source Sans 3"/>
                <a:ea typeface="Source Sans 3"/>
                <a:cs typeface="Source Sans 3"/>
                <a:sym typeface="Source Sans 3"/>
              </a:rPr>
              <a:t>. Attribution is requested.” </a:t>
            </a:r>
            <a:endParaRPr b="1" i="1">
              <a:solidFill>
                <a:schemeClr val="dk1"/>
              </a:solidFill>
              <a:latin typeface="Source Sans 3"/>
              <a:ea typeface="Source Sans 3"/>
              <a:cs typeface="Source Sans 3"/>
              <a:sym typeface="Source Sans 3"/>
            </a:endParaRPr>
          </a:p>
          <a:p>
            <a:pPr marL="0" indent="0">
              <a:spcBef>
                <a:spcPts val="1600"/>
              </a:spcBef>
              <a:buNone/>
            </a:pPr>
            <a:r>
              <a:rPr lang="en" sz="2000">
                <a:solidFill>
                  <a:schemeClr val="dk1"/>
                </a:solidFill>
                <a:latin typeface="Source Sans 3"/>
                <a:ea typeface="Source Sans 3"/>
                <a:cs typeface="Source Sans 3"/>
                <a:sym typeface="Source Sans 3"/>
              </a:rPr>
              <a:t>Recommended for: Organizations developing new data policies; Those willing to share their data freely to maximally reduce the friction in use. </a:t>
            </a:r>
            <a:endParaRPr sz="2000">
              <a:solidFill>
                <a:schemeClr val="dk1"/>
              </a:solidFill>
              <a:latin typeface="Source Sans 3"/>
              <a:ea typeface="Source Sans 3"/>
              <a:cs typeface="Source Sans 3"/>
              <a:sym typeface="Source Sans 3"/>
            </a:endParaRPr>
          </a:p>
          <a:p>
            <a:pPr marL="0" indent="0">
              <a:spcBef>
                <a:spcPts val="1600"/>
              </a:spcBef>
              <a:buNone/>
            </a:pPr>
            <a:r>
              <a:rPr lang="en" sz="2000">
                <a:solidFill>
                  <a:schemeClr val="dk1"/>
                </a:solidFill>
                <a:latin typeface="Source Sans 3"/>
                <a:ea typeface="Source Sans 3"/>
                <a:cs typeface="Source Sans 3"/>
                <a:sym typeface="Source Sans 3"/>
              </a:rPr>
              <a:t>What it is: CC0 is not a license; It dedicates climate data to the global public domain; We add attribution requests by default even though they are not legally required. </a:t>
            </a:r>
            <a:endParaRPr sz="2000">
              <a:solidFill>
                <a:schemeClr val="dk1"/>
              </a:solidFill>
              <a:latin typeface="Source Sans 3"/>
              <a:ea typeface="Source Sans 3"/>
              <a:cs typeface="Source Sans 3"/>
              <a:sym typeface="Source Sans 3"/>
            </a:endParaRPr>
          </a:p>
          <a:p>
            <a:pPr marL="0" indent="0">
              <a:spcBef>
                <a:spcPts val="1600"/>
              </a:spcBef>
              <a:buNone/>
            </a:pPr>
            <a:r>
              <a:rPr lang="en" sz="2000">
                <a:solidFill>
                  <a:schemeClr val="dk1"/>
                </a:solidFill>
                <a:latin typeface="Source Sans 3"/>
                <a:ea typeface="Source Sans 3"/>
                <a:cs typeface="Source Sans 3"/>
                <a:sym typeface="Source Sans 3"/>
              </a:rPr>
              <a:t>Benefits: Enables data distribution, remixing, and adaptation without legal restrictions; Encourages professional attribution; Eliminates legal complexities, releasing any burden on users. </a:t>
            </a:r>
            <a:endParaRPr sz="2000">
              <a:solidFill>
                <a:schemeClr val="dk1"/>
              </a:solidFill>
              <a:latin typeface="Source Sans 3"/>
              <a:ea typeface="Source Sans 3"/>
              <a:cs typeface="Source Sans 3"/>
              <a:sym typeface="Source Sans 3"/>
            </a:endParaRPr>
          </a:p>
          <a:p>
            <a:pPr marL="0" indent="0">
              <a:spcBef>
                <a:spcPts val="1600"/>
              </a:spcBef>
              <a:buClr>
                <a:schemeClr val="dk1"/>
              </a:buClr>
              <a:buSzPts val="1100"/>
              <a:buNone/>
            </a:pPr>
            <a:r>
              <a:rPr lang="en" sz="2000">
                <a:solidFill>
                  <a:schemeClr val="dk1"/>
                </a:solidFill>
                <a:latin typeface="Source Sans 3"/>
                <a:ea typeface="Source Sans 3"/>
                <a:cs typeface="Source Sans 3"/>
                <a:sym typeface="Source Sans 3"/>
              </a:rPr>
              <a:t>Considerations: Address sensitive data proactively before sharing; Manage the use of name trademarks if necessary.</a:t>
            </a:r>
            <a:endParaRPr sz="2000">
              <a:solidFill>
                <a:schemeClr val="dk1"/>
              </a:solidFill>
              <a:latin typeface="Source Sans 3"/>
              <a:ea typeface="Source Sans 3"/>
              <a:cs typeface="Source Sans 3"/>
              <a:sym typeface="Source Sans 3"/>
            </a:endParaRPr>
          </a:p>
          <a:p>
            <a:pPr marL="0" indent="0">
              <a:spcBef>
                <a:spcPts val="1600"/>
              </a:spcBef>
              <a:spcAft>
                <a:spcPts val="1600"/>
              </a:spcAft>
              <a:buNone/>
            </a:pPr>
            <a:endParaRPr sz="1600">
              <a:solidFill>
                <a:schemeClr val="dk1"/>
              </a:solidFill>
              <a:latin typeface="Source Sans 3"/>
              <a:ea typeface="Source Sans 3"/>
              <a:cs typeface="Source Sans 3"/>
              <a:sym typeface="Source Sans 3"/>
            </a:endParaRPr>
          </a:p>
        </p:txBody>
      </p:sp>
      <p:pic>
        <p:nvPicPr>
          <p:cNvPr id="415" name="Google Shape;415;p78" descr="cc.large.png"/>
          <p:cNvPicPr preferRelativeResize="0"/>
          <p:nvPr/>
        </p:nvPicPr>
        <p:blipFill rotWithShape="1">
          <a:blip r:embed="rId4">
            <a:alphaModFix/>
          </a:blip>
          <a:srcRect/>
          <a:stretch/>
        </p:blipFill>
        <p:spPr>
          <a:xfrm>
            <a:off x="11267926" y="5964374"/>
            <a:ext cx="660733" cy="66073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C600"/>
        </a:solidFill>
        <a:effectLst/>
      </p:bgPr>
    </p:bg>
    <p:spTree>
      <p:nvGrpSpPr>
        <p:cNvPr id="1" name="Shape 419"/>
        <p:cNvGrpSpPr/>
        <p:nvPr/>
      </p:nvGrpSpPr>
      <p:grpSpPr>
        <a:xfrm>
          <a:off x="0" y="0"/>
          <a:ext cx="0" cy="0"/>
          <a:chOff x="0" y="0"/>
          <a:chExt cx="0" cy="0"/>
        </a:xfrm>
      </p:grpSpPr>
      <p:sp>
        <p:nvSpPr>
          <p:cNvPr id="420" name="Google Shape;420;p79"/>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a:bodyPr>
          <a:lstStyle/>
          <a:p>
            <a:r>
              <a:rPr lang="en" b="1">
                <a:latin typeface="Roboto"/>
                <a:ea typeface="Roboto"/>
                <a:cs typeface="Roboto"/>
                <a:sym typeface="Roboto"/>
              </a:rPr>
              <a:t>CC RECOMMENDED LEGAL TERMS</a:t>
            </a:r>
            <a:endParaRPr b="1">
              <a:latin typeface="Roboto"/>
              <a:ea typeface="Roboto"/>
              <a:cs typeface="Roboto"/>
              <a:sym typeface="Roboto"/>
            </a:endParaRPr>
          </a:p>
        </p:txBody>
      </p:sp>
      <p:pic>
        <p:nvPicPr>
          <p:cNvPr id="421" name="Google Shape;421;p79" descr="cc.large.png"/>
          <p:cNvPicPr preferRelativeResize="0"/>
          <p:nvPr/>
        </p:nvPicPr>
        <p:blipFill rotWithShape="1">
          <a:blip r:embed="rId3">
            <a:alphaModFix/>
          </a:blip>
          <a:srcRect/>
          <a:stretch/>
        </p:blipFill>
        <p:spPr>
          <a:xfrm>
            <a:off x="11267926" y="5964374"/>
            <a:ext cx="660733" cy="660733"/>
          </a:xfrm>
          <a:prstGeom prst="rect">
            <a:avLst/>
          </a:prstGeom>
          <a:noFill/>
          <a:ln>
            <a:noFill/>
          </a:ln>
        </p:spPr>
      </p:pic>
      <p:sp>
        <p:nvSpPr>
          <p:cNvPr id="422" name="Google Shape;422;p79"/>
          <p:cNvSpPr txBox="1">
            <a:spLocks noGrp="1"/>
          </p:cNvSpPr>
          <p:nvPr>
            <p:ph type="body" idx="1"/>
          </p:nvPr>
        </p:nvSpPr>
        <p:spPr>
          <a:xfrm>
            <a:off x="415600" y="1210200"/>
            <a:ext cx="11605600" cy="4555200"/>
          </a:xfrm>
          <a:prstGeom prst="rect">
            <a:avLst/>
          </a:prstGeom>
        </p:spPr>
        <p:txBody>
          <a:bodyPr spcFirstLastPara="1" wrap="square" lIns="121900" tIns="121900" rIns="121900" bIns="121900" anchor="t" anchorCtr="0">
            <a:noAutofit/>
          </a:bodyPr>
          <a:lstStyle/>
          <a:p>
            <a:pPr marL="0" indent="0">
              <a:spcBef>
                <a:spcPts val="1600"/>
              </a:spcBef>
              <a:buNone/>
            </a:pPr>
            <a:r>
              <a:rPr lang="en" b="1">
                <a:solidFill>
                  <a:srgbClr val="0000FF"/>
                </a:solidFill>
                <a:latin typeface="Source Sans 3"/>
                <a:ea typeface="Source Sans 3"/>
                <a:cs typeface="Source Sans 3"/>
                <a:sym typeface="Source Sans 3"/>
              </a:rPr>
              <a:t>Option B: CC BY 4.0 </a:t>
            </a:r>
            <a:endParaRPr b="1">
              <a:solidFill>
                <a:srgbClr val="0000FF"/>
              </a:solidFill>
              <a:latin typeface="Source Sans 3"/>
              <a:ea typeface="Source Sans 3"/>
              <a:cs typeface="Source Sans 3"/>
              <a:sym typeface="Source Sans 3"/>
            </a:endParaRPr>
          </a:p>
          <a:p>
            <a:pPr marL="0" indent="0">
              <a:spcBef>
                <a:spcPts val="1600"/>
              </a:spcBef>
              <a:buNone/>
            </a:pPr>
            <a:r>
              <a:rPr lang="en" b="1" i="1">
                <a:solidFill>
                  <a:schemeClr val="dk1"/>
                </a:solidFill>
                <a:latin typeface="Source Sans 3"/>
                <a:ea typeface="Source Sans 3"/>
                <a:cs typeface="Source Sans 3"/>
                <a:sym typeface="Source Sans 3"/>
              </a:rPr>
              <a:t>“This work is licensed under </a:t>
            </a:r>
            <a:r>
              <a:rPr lang="en" b="1" i="1" u="sng">
                <a:solidFill>
                  <a:srgbClr val="0000FF"/>
                </a:solidFill>
                <a:latin typeface="Source Sans 3"/>
                <a:ea typeface="Source Sans 3"/>
                <a:cs typeface="Source Sans 3"/>
                <a:sym typeface="Source Sans 3"/>
                <a:hlinkClick r:id="rId4">
                  <a:extLst>
                    <a:ext uri="{A12FA001-AC4F-418D-AE19-62706E023703}">
                      <ahyp:hlinkClr xmlns:ahyp="http://schemas.microsoft.com/office/drawing/2018/hyperlinkcolor" val="tx"/>
                    </a:ext>
                  </a:extLst>
                </a:hlinkClick>
              </a:rPr>
              <a:t>CC BY 4.0</a:t>
            </a:r>
            <a:r>
              <a:rPr lang="en" b="1" i="1">
                <a:solidFill>
                  <a:schemeClr val="dk1"/>
                </a:solidFill>
                <a:latin typeface="Source Sans 3"/>
                <a:ea typeface="Source Sans 3"/>
                <a:cs typeface="Source Sans 3"/>
                <a:sym typeface="Source Sans 3"/>
              </a:rPr>
              <a:t>.”                                                                                         </a:t>
            </a:r>
            <a:r>
              <a:rPr lang="en" b="1" i="1">
                <a:solidFill>
                  <a:schemeClr val="lt1"/>
                </a:solidFill>
                <a:latin typeface="Source Sans 3"/>
                <a:ea typeface="Source Sans 3"/>
                <a:cs typeface="Source Sans 3"/>
                <a:sym typeface="Source Sans 3"/>
              </a:rPr>
              <a:t>.</a:t>
            </a:r>
            <a:endParaRPr b="1" i="1">
              <a:solidFill>
                <a:schemeClr val="lt1"/>
              </a:solidFill>
              <a:latin typeface="Source Sans 3"/>
              <a:ea typeface="Source Sans 3"/>
              <a:cs typeface="Source Sans 3"/>
              <a:sym typeface="Source Sans 3"/>
            </a:endParaRPr>
          </a:p>
          <a:p>
            <a:pPr marL="0" indent="0">
              <a:spcBef>
                <a:spcPts val="1600"/>
              </a:spcBef>
              <a:buNone/>
            </a:pPr>
            <a:r>
              <a:rPr lang="en" sz="2000">
                <a:solidFill>
                  <a:schemeClr val="dk1"/>
                </a:solidFill>
                <a:latin typeface="Source Sans 3"/>
                <a:ea typeface="Source Sans 3"/>
                <a:cs typeface="Source Sans 3"/>
                <a:sym typeface="Source Sans 3"/>
              </a:rPr>
              <a:t>Recommended for: Producers and publishers that want to  share and still own their copyrightable data, where allowed. </a:t>
            </a:r>
            <a:endParaRPr sz="2000">
              <a:solidFill>
                <a:schemeClr val="dk1"/>
              </a:solidFill>
              <a:latin typeface="Source Sans 3"/>
              <a:ea typeface="Source Sans 3"/>
              <a:cs typeface="Source Sans 3"/>
              <a:sym typeface="Source Sans 3"/>
            </a:endParaRPr>
          </a:p>
          <a:p>
            <a:pPr marL="0" indent="0">
              <a:spcBef>
                <a:spcPts val="1600"/>
              </a:spcBef>
              <a:buNone/>
            </a:pPr>
            <a:r>
              <a:rPr lang="en" sz="2000">
                <a:solidFill>
                  <a:schemeClr val="dk1"/>
                </a:solidFill>
                <a:latin typeface="Source Sans 3"/>
                <a:ea typeface="Source Sans 3"/>
                <a:cs typeface="Source Sans 3"/>
                <a:sym typeface="Source Sans 3"/>
              </a:rPr>
              <a:t>What it is: CC BY 4.0 is a highly permissive license that allows unrestricted reuse as long as proper attribution is given. </a:t>
            </a:r>
            <a:endParaRPr sz="2000">
              <a:solidFill>
                <a:schemeClr val="dk1"/>
              </a:solidFill>
              <a:latin typeface="Source Sans 3"/>
              <a:ea typeface="Source Sans 3"/>
              <a:cs typeface="Source Sans 3"/>
              <a:sym typeface="Source Sans 3"/>
            </a:endParaRPr>
          </a:p>
          <a:p>
            <a:pPr marL="0" indent="0">
              <a:spcBef>
                <a:spcPts val="1600"/>
              </a:spcBef>
              <a:buNone/>
            </a:pPr>
            <a:r>
              <a:rPr lang="en" sz="2000">
                <a:solidFill>
                  <a:schemeClr val="dk1"/>
                </a:solidFill>
                <a:latin typeface="Source Sans 3"/>
                <a:ea typeface="Source Sans 3"/>
                <a:cs typeface="Source Sans 3"/>
                <a:sym typeface="Source Sans 3"/>
              </a:rPr>
              <a:t>Benefits: Retains data ownership in permitting jurisdictions; Offers a legal mechanism for enforcing attribution and proper data use; Could provide a way to track data use via attributions. </a:t>
            </a:r>
            <a:endParaRPr sz="2000">
              <a:solidFill>
                <a:schemeClr val="dk1"/>
              </a:solidFill>
              <a:latin typeface="Source Sans 3"/>
              <a:ea typeface="Source Sans 3"/>
              <a:cs typeface="Source Sans 3"/>
              <a:sym typeface="Source Sans 3"/>
            </a:endParaRPr>
          </a:p>
          <a:p>
            <a:pPr marL="0" indent="0">
              <a:spcBef>
                <a:spcPts val="1600"/>
              </a:spcBef>
              <a:spcAft>
                <a:spcPts val="1600"/>
              </a:spcAft>
              <a:buNone/>
            </a:pPr>
            <a:r>
              <a:rPr lang="en" sz="2000">
                <a:solidFill>
                  <a:schemeClr val="dk1"/>
                </a:solidFill>
                <a:latin typeface="Source Sans 3"/>
                <a:ea typeface="Source Sans 3"/>
                <a:cs typeface="Source Sans 3"/>
                <a:sym typeface="Source Sans 3"/>
              </a:rPr>
              <a:t>Considerations: Sharing can become complex when users want to merge with other licensed data; May not apply in all jurisdictions or on non-copyrightable material.</a:t>
            </a:r>
            <a:endParaRPr sz="2000">
              <a:solidFill>
                <a:schemeClr val="dk1"/>
              </a:solidFill>
              <a:latin typeface="Source Sans 3"/>
              <a:ea typeface="Source Sans 3"/>
              <a:cs typeface="Source Sans 3"/>
              <a:sym typeface="Source Sans 3"/>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1C600"/>
        </a:solidFill>
        <a:effectLst/>
      </p:bgPr>
    </p:bg>
    <p:spTree>
      <p:nvGrpSpPr>
        <p:cNvPr id="1" name="Shape 426"/>
        <p:cNvGrpSpPr/>
        <p:nvPr/>
      </p:nvGrpSpPr>
      <p:grpSpPr>
        <a:xfrm>
          <a:off x="0" y="0"/>
          <a:ext cx="0" cy="0"/>
          <a:chOff x="0" y="0"/>
          <a:chExt cx="0" cy="0"/>
        </a:xfrm>
      </p:grpSpPr>
      <p:sp>
        <p:nvSpPr>
          <p:cNvPr id="427" name="Google Shape;427;p80"/>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a:bodyPr>
          <a:lstStyle/>
          <a:p>
            <a:r>
              <a:rPr lang="en" b="1">
                <a:latin typeface="Roboto"/>
                <a:ea typeface="Roboto"/>
                <a:cs typeface="Roboto"/>
                <a:sym typeface="Roboto"/>
              </a:rPr>
              <a:t>ATTRIBUTIONS: USE TASL</a:t>
            </a:r>
            <a:endParaRPr b="1">
              <a:latin typeface="Roboto"/>
              <a:ea typeface="Roboto"/>
              <a:cs typeface="Roboto"/>
              <a:sym typeface="Roboto"/>
            </a:endParaRPr>
          </a:p>
        </p:txBody>
      </p:sp>
      <p:sp>
        <p:nvSpPr>
          <p:cNvPr id="428" name="Google Shape;428;p80"/>
          <p:cNvSpPr txBox="1">
            <a:spLocks noGrp="1"/>
          </p:cNvSpPr>
          <p:nvPr>
            <p:ph type="body" idx="1"/>
          </p:nvPr>
        </p:nvSpPr>
        <p:spPr>
          <a:xfrm>
            <a:off x="415600" y="1536633"/>
            <a:ext cx="11052400" cy="4555200"/>
          </a:xfrm>
          <a:prstGeom prst="rect">
            <a:avLst/>
          </a:prstGeom>
        </p:spPr>
        <p:txBody>
          <a:bodyPr spcFirstLastPara="1" wrap="square" lIns="121900" tIns="121900" rIns="121900" bIns="121900" anchor="t" anchorCtr="0">
            <a:normAutofit/>
          </a:bodyPr>
          <a:lstStyle/>
          <a:p>
            <a:pPr marL="0" indent="0">
              <a:buNone/>
            </a:pPr>
            <a:r>
              <a:rPr lang="en" b="1">
                <a:solidFill>
                  <a:schemeClr val="dk1"/>
                </a:solidFill>
                <a:latin typeface="Source Sans 3"/>
                <a:ea typeface="Source Sans 3"/>
                <a:cs typeface="Source Sans 3"/>
                <a:sym typeface="Source Sans 3"/>
              </a:rPr>
              <a:t>T</a:t>
            </a:r>
            <a:r>
              <a:rPr lang="en">
                <a:solidFill>
                  <a:schemeClr val="dk1"/>
                </a:solidFill>
                <a:latin typeface="Source Sans 3"/>
                <a:ea typeface="Source Sans 3"/>
                <a:cs typeface="Source Sans 3"/>
                <a:sym typeface="Source Sans 3"/>
              </a:rPr>
              <a:t>itle</a:t>
            </a:r>
            <a:endParaRPr>
              <a:solidFill>
                <a:schemeClr val="dk1"/>
              </a:solidFill>
              <a:latin typeface="Source Sans 3"/>
              <a:ea typeface="Source Sans 3"/>
              <a:cs typeface="Source Sans 3"/>
              <a:sym typeface="Source Sans 3"/>
            </a:endParaRPr>
          </a:p>
          <a:p>
            <a:pPr marL="0" indent="0">
              <a:spcBef>
                <a:spcPts val="1600"/>
              </a:spcBef>
              <a:buNone/>
            </a:pPr>
            <a:r>
              <a:rPr lang="en" b="1">
                <a:solidFill>
                  <a:schemeClr val="dk1"/>
                </a:solidFill>
                <a:latin typeface="Source Sans 3"/>
                <a:ea typeface="Source Sans 3"/>
                <a:cs typeface="Source Sans 3"/>
                <a:sym typeface="Source Sans 3"/>
              </a:rPr>
              <a:t>A</a:t>
            </a:r>
            <a:r>
              <a:rPr lang="en">
                <a:solidFill>
                  <a:schemeClr val="dk1"/>
                </a:solidFill>
                <a:latin typeface="Source Sans 3"/>
                <a:ea typeface="Source Sans 3"/>
                <a:cs typeface="Source Sans 3"/>
                <a:sym typeface="Source Sans 3"/>
              </a:rPr>
              <a:t>uthor or Publisher</a:t>
            </a:r>
            <a:endParaRPr>
              <a:solidFill>
                <a:schemeClr val="dk1"/>
              </a:solidFill>
              <a:latin typeface="Source Sans 3"/>
              <a:ea typeface="Source Sans 3"/>
              <a:cs typeface="Source Sans 3"/>
              <a:sym typeface="Source Sans 3"/>
            </a:endParaRPr>
          </a:p>
          <a:p>
            <a:pPr marL="0" indent="0">
              <a:spcBef>
                <a:spcPts val="1600"/>
              </a:spcBef>
              <a:buNone/>
            </a:pPr>
            <a:r>
              <a:rPr lang="en" b="1">
                <a:solidFill>
                  <a:schemeClr val="dk1"/>
                </a:solidFill>
                <a:latin typeface="Source Sans 3"/>
                <a:ea typeface="Source Sans 3"/>
                <a:cs typeface="Source Sans 3"/>
                <a:sym typeface="Source Sans 3"/>
              </a:rPr>
              <a:t>S</a:t>
            </a:r>
            <a:r>
              <a:rPr lang="en">
                <a:solidFill>
                  <a:schemeClr val="dk1"/>
                </a:solidFill>
                <a:latin typeface="Source Sans 3"/>
                <a:ea typeface="Source Sans 3"/>
                <a:cs typeface="Source Sans 3"/>
                <a:sym typeface="Source Sans 3"/>
              </a:rPr>
              <a:t>ource Link</a:t>
            </a:r>
            <a:endParaRPr>
              <a:solidFill>
                <a:schemeClr val="dk1"/>
              </a:solidFill>
              <a:latin typeface="Source Sans 3"/>
              <a:ea typeface="Source Sans 3"/>
              <a:cs typeface="Source Sans 3"/>
              <a:sym typeface="Source Sans 3"/>
            </a:endParaRPr>
          </a:p>
          <a:p>
            <a:pPr marL="0" indent="0">
              <a:spcBef>
                <a:spcPts val="1600"/>
              </a:spcBef>
              <a:buNone/>
            </a:pPr>
            <a:r>
              <a:rPr lang="en" b="1">
                <a:solidFill>
                  <a:schemeClr val="dk1"/>
                </a:solidFill>
                <a:latin typeface="Source Sans 3"/>
                <a:ea typeface="Source Sans 3"/>
                <a:cs typeface="Source Sans 3"/>
                <a:sym typeface="Source Sans 3"/>
              </a:rPr>
              <a:t>L</a:t>
            </a:r>
            <a:r>
              <a:rPr lang="en">
                <a:solidFill>
                  <a:schemeClr val="dk1"/>
                </a:solidFill>
                <a:latin typeface="Source Sans 3"/>
                <a:ea typeface="Source Sans 3"/>
                <a:cs typeface="Source Sans 3"/>
                <a:sym typeface="Source Sans 3"/>
              </a:rPr>
              <a:t>icense or Legal Terms</a:t>
            </a:r>
            <a:endParaRPr>
              <a:solidFill>
                <a:schemeClr val="dk1"/>
              </a:solidFill>
              <a:latin typeface="Source Sans 3"/>
              <a:ea typeface="Source Sans 3"/>
              <a:cs typeface="Source Sans 3"/>
              <a:sym typeface="Source Sans 3"/>
            </a:endParaRPr>
          </a:p>
          <a:p>
            <a:pPr marL="0" indent="0">
              <a:spcBef>
                <a:spcPts val="1600"/>
              </a:spcBef>
              <a:buNone/>
            </a:pPr>
            <a:endParaRPr>
              <a:solidFill>
                <a:schemeClr val="dk1"/>
              </a:solidFill>
              <a:latin typeface="Source Sans 3"/>
              <a:ea typeface="Source Sans 3"/>
              <a:cs typeface="Source Sans 3"/>
              <a:sym typeface="Source Sans 3"/>
            </a:endParaRPr>
          </a:p>
          <a:p>
            <a:pPr marL="0" indent="0">
              <a:spcBef>
                <a:spcPts val="1600"/>
              </a:spcBef>
              <a:spcAft>
                <a:spcPts val="1600"/>
              </a:spcAft>
              <a:buNone/>
            </a:pPr>
            <a:r>
              <a:rPr lang="en" sz="2133" i="1">
                <a:solidFill>
                  <a:schemeClr val="dk1"/>
                </a:solidFill>
                <a:latin typeface="Source Sans 3"/>
                <a:ea typeface="Source Sans 3"/>
                <a:cs typeface="Source Sans 3"/>
                <a:sym typeface="Source Sans 3"/>
              </a:rPr>
              <a:t>E.g., “Source: </a:t>
            </a:r>
            <a:r>
              <a:rPr lang="en" sz="2133" i="1" u="sng">
                <a:solidFill>
                  <a:srgbClr val="0000FF"/>
                </a:solidFill>
                <a:latin typeface="Source Sans 3"/>
                <a:ea typeface="Source Sans 3"/>
                <a:cs typeface="Source Sans 3"/>
                <a:sym typeface="Source Sans 3"/>
                <a:hlinkClick r:id="rId3" action="ppaction://hlinksldjump">
                  <a:extLst>
                    <a:ext uri="{A12FA001-AC4F-418D-AE19-62706E023703}">
                      <ahyp:hlinkClr xmlns:ahyp="http://schemas.microsoft.com/office/drawing/2018/hyperlinkcolor" val="tx"/>
                    </a:ext>
                  </a:extLst>
                </a:hlinkClick>
              </a:rPr>
              <a:t>Creative Commons for Open Climate Data</a:t>
            </a:r>
            <a:r>
              <a:rPr lang="en" sz="2133" i="1">
                <a:solidFill>
                  <a:schemeClr val="dk1"/>
                </a:solidFill>
                <a:latin typeface="Source Sans 3"/>
                <a:ea typeface="Source Sans 3"/>
                <a:cs typeface="Source Sans 3"/>
                <a:sym typeface="Source Sans 3"/>
              </a:rPr>
              <a:t> by Taylor Campbell. Licensed </a:t>
            </a:r>
            <a:r>
              <a:rPr lang="en" sz="2133" i="1" u="sng">
                <a:solidFill>
                  <a:srgbClr val="0000FF"/>
                </a:solidFill>
                <a:latin typeface="Source Sans 3"/>
                <a:ea typeface="Source Sans 3"/>
                <a:cs typeface="Source Sans 3"/>
                <a:sym typeface="Source Sans 3"/>
                <a:hlinkClick r:id="rId4">
                  <a:extLst>
                    <a:ext uri="{A12FA001-AC4F-418D-AE19-62706E023703}">
                      <ahyp:hlinkClr xmlns:ahyp="http://schemas.microsoft.com/office/drawing/2018/hyperlinkcolor" val="tx"/>
                    </a:ext>
                  </a:extLst>
                </a:hlinkClick>
              </a:rPr>
              <a:t>CC BY 4.0</a:t>
            </a:r>
            <a:r>
              <a:rPr lang="en" sz="2133" i="1">
                <a:solidFill>
                  <a:schemeClr val="dk1"/>
                </a:solidFill>
                <a:latin typeface="Source Sans 3"/>
                <a:ea typeface="Source Sans 3"/>
                <a:cs typeface="Source Sans 3"/>
                <a:sym typeface="Source Sans 3"/>
              </a:rPr>
              <a:t>.”</a:t>
            </a:r>
            <a:endParaRPr sz="2133" i="1">
              <a:solidFill>
                <a:schemeClr val="dk1"/>
              </a:solidFill>
              <a:latin typeface="Source Sans 3"/>
              <a:ea typeface="Source Sans 3"/>
              <a:cs typeface="Source Sans 3"/>
              <a:sym typeface="Source Sans 3"/>
            </a:endParaRPr>
          </a:p>
        </p:txBody>
      </p:sp>
      <p:pic>
        <p:nvPicPr>
          <p:cNvPr id="429" name="Google Shape;429;p80" descr="cc.large.png"/>
          <p:cNvPicPr preferRelativeResize="0"/>
          <p:nvPr/>
        </p:nvPicPr>
        <p:blipFill rotWithShape="1">
          <a:blip r:embed="rId5">
            <a:alphaModFix/>
          </a:blip>
          <a:srcRect/>
          <a:stretch/>
        </p:blipFill>
        <p:spPr>
          <a:xfrm>
            <a:off x="11267926" y="5964374"/>
            <a:ext cx="660733" cy="66073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1C600"/>
        </a:solidFill>
        <a:effectLst/>
      </p:bgPr>
    </p:bg>
    <p:spTree>
      <p:nvGrpSpPr>
        <p:cNvPr id="1" name="Shape 433"/>
        <p:cNvGrpSpPr/>
        <p:nvPr/>
      </p:nvGrpSpPr>
      <p:grpSpPr>
        <a:xfrm>
          <a:off x="0" y="0"/>
          <a:ext cx="0" cy="0"/>
          <a:chOff x="0" y="0"/>
          <a:chExt cx="0" cy="0"/>
        </a:xfrm>
      </p:grpSpPr>
      <p:sp>
        <p:nvSpPr>
          <p:cNvPr id="434" name="Google Shape;434;p81"/>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a:bodyPr>
          <a:lstStyle/>
          <a:p>
            <a:r>
              <a:rPr lang="en" b="1">
                <a:latin typeface="Roboto"/>
                <a:ea typeface="Roboto"/>
                <a:cs typeface="Roboto"/>
                <a:sym typeface="Roboto"/>
              </a:rPr>
              <a:t>RECOMMENDED METADATA VALUES</a:t>
            </a:r>
            <a:endParaRPr b="1">
              <a:latin typeface="Roboto"/>
              <a:ea typeface="Roboto"/>
              <a:cs typeface="Roboto"/>
              <a:sym typeface="Roboto"/>
            </a:endParaRPr>
          </a:p>
        </p:txBody>
      </p:sp>
      <p:pic>
        <p:nvPicPr>
          <p:cNvPr id="435" name="Google Shape;435;p81" descr="cc.large.png"/>
          <p:cNvPicPr preferRelativeResize="0"/>
          <p:nvPr/>
        </p:nvPicPr>
        <p:blipFill rotWithShape="1">
          <a:blip r:embed="rId3">
            <a:alphaModFix/>
          </a:blip>
          <a:srcRect/>
          <a:stretch/>
        </p:blipFill>
        <p:spPr>
          <a:xfrm>
            <a:off x="11267926" y="5964374"/>
            <a:ext cx="660733" cy="660733"/>
          </a:xfrm>
          <a:prstGeom prst="rect">
            <a:avLst/>
          </a:prstGeom>
          <a:noFill/>
          <a:ln>
            <a:noFill/>
          </a:ln>
        </p:spPr>
      </p:pic>
      <p:graphicFrame>
        <p:nvGraphicFramePr>
          <p:cNvPr id="436" name="Google Shape;436;p81"/>
          <p:cNvGraphicFramePr/>
          <p:nvPr/>
        </p:nvGraphicFramePr>
        <p:xfrm>
          <a:off x="558233" y="1397000"/>
          <a:ext cx="4000000" cy="4000000"/>
        </p:xfrm>
        <a:graphic>
          <a:graphicData uri="http://schemas.openxmlformats.org/drawingml/2006/table">
            <a:tbl>
              <a:tblPr>
                <a:noFill/>
              </a:tblPr>
              <a:tblGrid>
                <a:gridCol w="2224867">
                  <a:extLst>
                    <a:ext uri="{9D8B030D-6E8A-4147-A177-3AD203B41FA5}">
                      <a16:colId xmlns:a16="http://schemas.microsoft.com/office/drawing/2014/main" val="20000"/>
                    </a:ext>
                  </a:extLst>
                </a:gridCol>
                <a:gridCol w="8243100">
                  <a:extLst>
                    <a:ext uri="{9D8B030D-6E8A-4147-A177-3AD203B41FA5}">
                      <a16:colId xmlns:a16="http://schemas.microsoft.com/office/drawing/2014/main" val="20001"/>
                    </a:ext>
                  </a:extLst>
                </a:gridCol>
              </a:tblGrid>
              <a:tr h="560967">
                <a:tc>
                  <a:txBody>
                    <a:bodyPr/>
                    <a:lstStyle/>
                    <a:p>
                      <a:pPr marL="0" lvl="0" indent="0" algn="l" rtl="0">
                        <a:spcBef>
                          <a:spcPts val="0"/>
                        </a:spcBef>
                        <a:spcAft>
                          <a:spcPts val="0"/>
                        </a:spcAft>
                        <a:buNone/>
                      </a:pPr>
                      <a:r>
                        <a:rPr lang="en" sz="1600" b="1">
                          <a:solidFill>
                            <a:schemeClr val="dk1"/>
                          </a:solidFill>
                          <a:latin typeface="Roboto"/>
                          <a:ea typeface="Roboto"/>
                          <a:cs typeface="Roboto"/>
                          <a:sym typeface="Roboto"/>
                        </a:rPr>
                        <a:t>Metadata Value Label</a:t>
                      </a:r>
                      <a:endParaRPr sz="1600" b="1">
                        <a:solidFill>
                          <a:schemeClr val="dk1"/>
                        </a:solidFill>
                        <a:latin typeface="Roboto"/>
                        <a:ea typeface="Roboto"/>
                        <a:cs typeface="Roboto"/>
                        <a:sym typeface="Roboto"/>
                      </a:endParaRPr>
                    </a:p>
                  </a:txBody>
                  <a:tcPr marL="121900" marR="121900" marT="121900" marB="121900"/>
                </a:tc>
                <a:tc>
                  <a:txBody>
                    <a:bodyPr/>
                    <a:lstStyle/>
                    <a:p>
                      <a:pPr marL="0" lvl="0" indent="0" algn="l" rtl="0">
                        <a:spcBef>
                          <a:spcPts val="0"/>
                        </a:spcBef>
                        <a:spcAft>
                          <a:spcPts val="0"/>
                        </a:spcAft>
                        <a:buNone/>
                      </a:pPr>
                      <a:r>
                        <a:rPr lang="en" sz="1600" b="1">
                          <a:solidFill>
                            <a:schemeClr val="dk1"/>
                          </a:solidFill>
                          <a:latin typeface="Roboto"/>
                          <a:ea typeface="Roboto"/>
                          <a:cs typeface="Roboto"/>
                          <a:sym typeface="Roboto"/>
                        </a:rPr>
                        <a:t>Example Value</a:t>
                      </a:r>
                      <a:endParaRPr sz="1600" b="1">
                        <a:solidFill>
                          <a:schemeClr val="dk1"/>
                        </a:solidFill>
                        <a:latin typeface="Roboto"/>
                        <a:ea typeface="Roboto"/>
                        <a:cs typeface="Roboto"/>
                        <a:sym typeface="Roboto"/>
                      </a:endParaRPr>
                    </a:p>
                  </a:txBody>
                  <a:tcPr marL="121900" marR="121900" marT="121900" marB="121900"/>
                </a:tc>
                <a:extLst>
                  <a:ext uri="{0D108BD9-81ED-4DB2-BD59-A6C34878D82A}">
                    <a16:rowId xmlns:a16="http://schemas.microsoft.com/office/drawing/2014/main" val="10000"/>
                  </a:ext>
                </a:extLst>
              </a:tr>
              <a:tr h="560967">
                <a:tc>
                  <a:txBody>
                    <a:bodyPr/>
                    <a:lstStyle/>
                    <a:p>
                      <a:pPr marL="0" lvl="0" indent="0" algn="l" rtl="0">
                        <a:spcBef>
                          <a:spcPts val="0"/>
                        </a:spcBef>
                        <a:spcAft>
                          <a:spcPts val="0"/>
                        </a:spcAft>
                        <a:buNone/>
                      </a:pPr>
                      <a:r>
                        <a:rPr lang="en" sz="1600">
                          <a:solidFill>
                            <a:schemeClr val="dk1"/>
                          </a:solidFill>
                          <a:latin typeface="Source Sans 3"/>
                          <a:ea typeface="Source Sans 3"/>
                          <a:cs typeface="Source Sans 3"/>
                          <a:sym typeface="Source Sans 3"/>
                        </a:rPr>
                        <a:t>Title </a:t>
                      </a:r>
                      <a:endParaRPr sz="1600">
                        <a:solidFill>
                          <a:schemeClr val="dk1"/>
                        </a:solidFill>
                        <a:latin typeface="Source Sans 3"/>
                        <a:ea typeface="Source Sans 3"/>
                        <a:cs typeface="Source Sans 3"/>
                        <a:sym typeface="Source Sans 3"/>
                      </a:endParaRPr>
                    </a:p>
                  </a:txBody>
                  <a:tcPr marL="121900" marR="121900" marT="121900" marB="121900"/>
                </a:tc>
                <a:tc>
                  <a:txBody>
                    <a:bodyPr/>
                    <a:lstStyle/>
                    <a:p>
                      <a:pPr marL="0" lvl="0" indent="0" algn="l" rtl="0">
                        <a:spcBef>
                          <a:spcPts val="0"/>
                        </a:spcBef>
                        <a:spcAft>
                          <a:spcPts val="0"/>
                        </a:spcAft>
                        <a:buNone/>
                      </a:pPr>
                      <a:r>
                        <a:rPr lang="en" sz="1600">
                          <a:solidFill>
                            <a:schemeClr val="dk1"/>
                          </a:solidFill>
                          <a:latin typeface="Source Sans 3"/>
                          <a:ea typeface="Source Sans 3"/>
                          <a:cs typeface="Source Sans 3"/>
                          <a:sym typeface="Source Sans 3"/>
                        </a:rPr>
                        <a:t>Korean Land and Water Levels 2003</a:t>
                      </a:r>
                      <a:endParaRPr sz="1600">
                        <a:solidFill>
                          <a:schemeClr val="dk1"/>
                        </a:solidFill>
                        <a:latin typeface="Source Sans 3"/>
                        <a:ea typeface="Source Sans 3"/>
                        <a:cs typeface="Source Sans 3"/>
                        <a:sym typeface="Source Sans 3"/>
                      </a:endParaRPr>
                    </a:p>
                  </a:txBody>
                  <a:tcPr marL="121900" marR="121900" marT="121900" marB="121900"/>
                </a:tc>
                <a:extLst>
                  <a:ext uri="{0D108BD9-81ED-4DB2-BD59-A6C34878D82A}">
                    <a16:rowId xmlns:a16="http://schemas.microsoft.com/office/drawing/2014/main" val="10001"/>
                  </a:ext>
                </a:extLst>
              </a:tr>
              <a:tr h="560967">
                <a:tc>
                  <a:txBody>
                    <a:bodyPr/>
                    <a:lstStyle/>
                    <a:p>
                      <a:pPr marL="0" lvl="0" indent="0" algn="l" rtl="0">
                        <a:spcBef>
                          <a:spcPts val="0"/>
                        </a:spcBef>
                        <a:spcAft>
                          <a:spcPts val="0"/>
                        </a:spcAft>
                        <a:buNone/>
                      </a:pPr>
                      <a:r>
                        <a:rPr lang="en" sz="1600">
                          <a:solidFill>
                            <a:schemeClr val="dk1"/>
                          </a:solidFill>
                          <a:latin typeface="Source Sans 3"/>
                          <a:ea typeface="Source Sans 3"/>
                          <a:cs typeface="Source Sans 3"/>
                          <a:sym typeface="Source Sans 3"/>
                        </a:rPr>
                        <a:t>Publisher (Author)</a:t>
                      </a:r>
                      <a:endParaRPr sz="1600">
                        <a:solidFill>
                          <a:schemeClr val="dk1"/>
                        </a:solidFill>
                        <a:latin typeface="Source Sans 3"/>
                        <a:ea typeface="Source Sans 3"/>
                        <a:cs typeface="Source Sans 3"/>
                        <a:sym typeface="Source Sans 3"/>
                      </a:endParaRPr>
                    </a:p>
                  </a:txBody>
                  <a:tcPr marL="121900" marR="121900" marT="121900" marB="121900"/>
                </a:tc>
                <a:tc>
                  <a:txBody>
                    <a:bodyPr/>
                    <a:lstStyle/>
                    <a:p>
                      <a:pPr marL="0" lvl="0" indent="0" algn="l" rtl="0">
                        <a:spcBef>
                          <a:spcPts val="0"/>
                        </a:spcBef>
                        <a:spcAft>
                          <a:spcPts val="0"/>
                        </a:spcAft>
                        <a:buNone/>
                      </a:pPr>
                      <a:r>
                        <a:rPr lang="en" sz="1600">
                          <a:solidFill>
                            <a:schemeClr val="dk1"/>
                          </a:solidFill>
                          <a:latin typeface="Source Sans 3"/>
                          <a:ea typeface="Source Sans 3"/>
                          <a:cs typeface="Source Sans 3"/>
                          <a:sym typeface="Source Sans 3"/>
                        </a:rPr>
                        <a:t>Korea Meteorological Administration</a:t>
                      </a:r>
                      <a:endParaRPr sz="1600">
                        <a:solidFill>
                          <a:schemeClr val="dk1"/>
                        </a:solidFill>
                        <a:latin typeface="Source Sans 3"/>
                        <a:ea typeface="Source Sans 3"/>
                        <a:cs typeface="Source Sans 3"/>
                        <a:sym typeface="Source Sans 3"/>
                      </a:endParaRPr>
                    </a:p>
                  </a:txBody>
                  <a:tcPr marL="121900" marR="121900" marT="121900" marB="121900"/>
                </a:tc>
                <a:extLst>
                  <a:ext uri="{0D108BD9-81ED-4DB2-BD59-A6C34878D82A}">
                    <a16:rowId xmlns:a16="http://schemas.microsoft.com/office/drawing/2014/main" val="10002"/>
                  </a:ext>
                </a:extLst>
              </a:tr>
              <a:tr h="731480">
                <a:tc>
                  <a:txBody>
                    <a:bodyPr/>
                    <a:lstStyle/>
                    <a:p>
                      <a:pPr marL="0" lvl="0" indent="0" algn="l" rtl="0">
                        <a:spcBef>
                          <a:spcPts val="0"/>
                        </a:spcBef>
                        <a:spcAft>
                          <a:spcPts val="0"/>
                        </a:spcAft>
                        <a:buNone/>
                      </a:pPr>
                      <a:r>
                        <a:rPr lang="en" sz="1600">
                          <a:solidFill>
                            <a:schemeClr val="dk1"/>
                          </a:solidFill>
                          <a:latin typeface="Source Sans 3"/>
                          <a:ea typeface="Source Sans 3"/>
                          <a:cs typeface="Source Sans 3"/>
                          <a:sym typeface="Source Sans 3"/>
                        </a:rPr>
                        <a:t>Identifier (Source Link)</a:t>
                      </a:r>
                      <a:endParaRPr sz="1600">
                        <a:solidFill>
                          <a:schemeClr val="dk1"/>
                        </a:solidFill>
                        <a:latin typeface="Source Sans 3"/>
                        <a:ea typeface="Source Sans 3"/>
                        <a:cs typeface="Source Sans 3"/>
                        <a:sym typeface="Source Sans 3"/>
                      </a:endParaRPr>
                    </a:p>
                  </a:txBody>
                  <a:tcPr marL="121900" marR="121900" marT="121900" marB="121900"/>
                </a:tc>
                <a:tc>
                  <a:txBody>
                    <a:bodyPr/>
                    <a:lstStyle/>
                    <a:p>
                      <a:pPr marL="0" lvl="0" indent="0" algn="l" rtl="0">
                        <a:spcBef>
                          <a:spcPts val="0"/>
                        </a:spcBef>
                        <a:spcAft>
                          <a:spcPts val="0"/>
                        </a:spcAft>
                        <a:buNone/>
                      </a:pPr>
                      <a:r>
                        <a:rPr lang="en" sz="1600">
                          <a:solidFill>
                            <a:schemeClr val="dk1"/>
                          </a:solidFill>
                          <a:latin typeface="Source Sans 3"/>
                          <a:ea typeface="Source Sans 3"/>
                          <a:cs typeface="Source Sans 3"/>
                          <a:sym typeface="Source Sans 3"/>
                        </a:rPr>
                        <a:t>doi:XXXXXXX/kma.domain</a:t>
                      </a:r>
                      <a:endParaRPr sz="1600">
                        <a:solidFill>
                          <a:schemeClr val="dk1"/>
                        </a:solidFill>
                        <a:latin typeface="Source Sans 3"/>
                        <a:ea typeface="Source Sans 3"/>
                        <a:cs typeface="Source Sans 3"/>
                        <a:sym typeface="Source Sans 3"/>
                      </a:endParaRPr>
                    </a:p>
                  </a:txBody>
                  <a:tcPr marL="121900" marR="121900" marT="121900" marB="121900"/>
                </a:tc>
                <a:extLst>
                  <a:ext uri="{0D108BD9-81ED-4DB2-BD59-A6C34878D82A}">
                    <a16:rowId xmlns:a16="http://schemas.microsoft.com/office/drawing/2014/main" val="10003"/>
                  </a:ext>
                </a:extLst>
              </a:tr>
              <a:tr h="560967">
                <a:tc>
                  <a:txBody>
                    <a:bodyPr/>
                    <a:lstStyle/>
                    <a:p>
                      <a:pPr marL="0" lvl="0" indent="0" algn="l" rtl="0">
                        <a:spcBef>
                          <a:spcPts val="0"/>
                        </a:spcBef>
                        <a:spcAft>
                          <a:spcPts val="0"/>
                        </a:spcAft>
                        <a:buNone/>
                      </a:pPr>
                      <a:r>
                        <a:rPr lang="en" sz="1600">
                          <a:solidFill>
                            <a:schemeClr val="dk1"/>
                          </a:solidFill>
                          <a:latin typeface="Source Sans 3"/>
                          <a:ea typeface="Source Sans 3"/>
                          <a:cs typeface="Source Sans 3"/>
                          <a:sym typeface="Source Sans 3"/>
                        </a:rPr>
                        <a:t>License</a:t>
                      </a:r>
                      <a:endParaRPr sz="1600">
                        <a:solidFill>
                          <a:schemeClr val="dk1"/>
                        </a:solidFill>
                        <a:latin typeface="Source Sans 3"/>
                        <a:ea typeface="Source Sans 3"/>
                        <a:cs typeface="Source Sans 3"/>
                        <a:sym typeface="Source Sans 3"/>
                      </a:endParaRPr>
                    </a:p>
                  </a:txBody>
                  <a:tcPr marL="121900" marR="121900" marT="121900" marB="121900"/>
                </a:tc>
                <a:tc>
                  <a:txBody>
                    <a:bodyPr/>
                    <a:lstStyle/>
                    <a:p>
                      <a:pPr marL="0" lvl="0" indent="0" algn="l" rtl="0">
                        <a:spcBef>
                          <a:spcPts val="0"/>
                        </a:spcBef>
                        <a:spcAft>
                          <a:spcPts val="0"/>
                        </a:spcAft>
                        <a:buNone/>
                      </a:pPr>
                      <a:r>
                        <a:rPr lang="en" sz="1600">
                          <a:solidFill>
                            <a:schemeClr val="dk1"/>
                          </a:solidFill>
                          <a:latin typeface="Source Sans 3"/>
                          <a:ea typeface="Source Sans 3"/>
                          <a:cs typeface="Source Sans 3"/>
                          <a:sym typeface="Source Sans 3"/>
                        </a:rPr>
                        <a:t>http://creativecommons.org/publicdomain/zero/1.0</a:t>
                      </a:r>
                      <a:endParaRPr sz="1600">
                        <a:solidFill>
                          <a:schemeClr val="dk1"/>
                        </a:solidFill>
                        <a:latin typeface="Source Sans 3"/>
                        <a:ea typeface="Source Sans 3"/>
                        <a:cs typeface="Source Sans 3"/>
                        <a:sym typeface="Source Sans 3"/>
                      </a:endParaRPr>
                    </a:p>
                  </a:txBody>
                  <a:tcPr marL="121900" marR="121900" marT="121900" marB="121900"/>
                </a:tc>
                <a:extLst>
                  <a:ext uri="{0D108BD9-81ED-4DB2-BD59-A6C34878D82A}">
                    <a16:rowId xmlns:a16="http://schemas.microsoft.com/office/drawing/2014/main" val="10004"/>
                  </a:ext>
                </a:extLst>
              </a:tr>
              <a:tr h="1346267">
                <a:tc>
                  <a:txBody>
                    <a:bodyPr/>
                    <a:lstStyle/>
                    <a:p>
                      <a:pPr marL="0" lvl="0" indent="0" algn="l" rtl="0">
                        <a:spcBef>
                          <a:spcPts val="0"/>
                        </a:spcBef>
                        <a:spcAft>
                          <a:spcPts val="0"/>
                        </a:spcAft>
                        <a:buNone/>
                      </a:pPr>
                      <a:r>
                        <a:rPr lang="en" sz="1600">
                          <a:solidFill>
                            <a:schemeClr val="dk1"/>
                          </a:solidFill>
                          <a:latin typeface="Source Sans 3"/>
                          <a:ea typeface="Source Sans 3"/>
                          <a:cs typeface="Source Sans 3"/>
                          <a:sym typeface="Source Sans 3"/>
                        </a:rPr>
                        <a:t>Rights Statement</a:t>
                      </a:r>
                      <a:endParaRPr sz="1600">
                        <a:solidFill>
                          <a:schemeClr val="dk1"/>
                        </a:solidFill>
                        <a:latin typeface="Source Sans 3"/>
                        <a:ea typeface="Source Sans 3"/>
                        <a:cs typeface="Source Sans 3"/>
                        <a:sym typeface="Source Sans 3"/>
                      </a:endParaRPr>
                    </a:p>
                  </a:txBody>
                  <a:tcPr marL="121900" marR="121900" marT="121900" marB="121900"/>
                </a:tc>
                <a:tc>
                  <a:txBody>
                    <a:bodyPr/>
                    <a:lstStyle/>
                    <a:p>
                      <a:pPr marL="0" lvl="0" indent="0" algn="l" rtl="0">
                        <a:spcBef>
                          <a:spcPts val="0"/>
                        </a:spcBef>
                        <a:spcAft>
                          <a:spcPts val="0"/>
                        </a:spcAft>
                        <a:buNone/>
                      </a:pPr>
                      <a:r>
                        <a:rPr lang="en" sz="1600">
                          <a:solidFill>
                            <a:schemeClr val="dk1"/>
                          </a:solidFill>
                          <a:latin typeface="Source Sans 3"/>
                          <a:ea typeface="Source Sans 3"/>
                          <a:cs typeface="Source Sans 3"/>
                          <a:sym typeface="Source Sans 3"/>
                        </a:rPr>
                        <a:t>CC0 + Attribution Request. This work is dedicated to the public domain, marked by CC0, which allows users worldwide to distribute, remix, adapt, and build upon the material in any medium or format, with no legal conditions on reuse. Attribution is requested in a standard format to allow reusers to include this information easily.</a:t>
                      </a:r>
                      <a:endParaRPr sz="1600">
                        <a:solidFill>
                          <a:schemeClr val="dk1"/>
                        </a:solidFill>
                        <a:latin typeface="Source Sans 3"/>
                        <a:ea typeface="Source Sans 3"/>
                        <a:cs typeface="Source Sans 3"/>
                        <a:sym typeface="Source Sans 3"/>
                      </a:endParaRPr>
                    </a:p>
                  </a:txBody>
                  <a:tcPr marL="121900" marR="121900" marT="121900" marB="121900"/>
                </a:tc>
                <a:extLst>
                  <a:ext uri="{0D108BD9-81ED-4DB2-BD59-A6C34878D82A}">
                    <a16:rowId xmlns:a16="http://schemas.microsoft.com/office/drawing/2014/main" val="10005"/>
                  </a:ext>
                </a:extLst>
              </a:tr>
              <a:tr h="1077000">
                <a:tc>
                  <a:txBody>
                    <a:bodyPr/>
                    <a:lstStyle/>
                    <a:p>
                      <a:pPr marL="0" lvl="0" indent="0" algn="l" rtl="0">
                        <a:spcBef>
                          <a:spcPts val="0"/>
                        </a:spcBef>
                        <a:spcAft>
                          <a:spcPts val="0"/>
                        </a:spcAft>
                        <a:buNone/>
                      </a:pPr>
                      <a:r>
                        <a:rPr lang="en" sz="1600">
                          <a:solidFill>
                            <a:schemeClr val="dk1"/>
                          </a:solidFill>
                          <a:latin typeface="Source Sans 3"/>
                          <a:ea typeface="Source Sans 3"/>
                          <a:cs typeface="Source Sans 3"/>
                          <a:sym typeface="Source Sans 3"/>
                        </a:rPr>
                        <a:t>Bibliographical Citation</a:t>
                      </a:r>
                      <a:endParaRPr sz="1600">
                        <a:solidFill>
                          <a:schemeClr val="dk1"/>
                        </a:solidFill>
                        <a:latin typeface="Source Sans 3"/>
                        <a:ea typeface="Source Sans 3"/>
                        <a:cs typeface="Source Sans 3"/>
                        <a:sym typeface="Source Sans 3"/>
                      </a:endParaRPr>
                    </a:p>
                  </a:txBody>
                  <a:tcPr marL="121900" marR="121900" marT="121900" marB="121900"/>
                </a:tc>
                <a:tc>
                  <a:txBody>
                    <a:bodyPr/>
                    <a:lstStyle/>
                    <a:p>
                      <a:pPr marL="0" lvl="0" indent="0" algn="l" rtl="0">
                        <a:spcBef>
                          <a:spcPts val="0"/>
                        </a:spcBef>
                        <a:spcAft>
                          <a:spcPts val="0"/>
                        </a:spcAft>
                        <a:buNone/>
                      </a:pPr>
                      <a:r>
                        <a:rPr lang="en" sz="1600">
                          <a:solidFill>
                            <a:schemeClr val="dk1"/>
                          </a:solidFill>
                          <a:latin typeface="Source Sans 3"/>
                          <a:ea typeface="Source Sans 3"/>
                          <a:cs typeface="Source Sans 3"/>
                          <a:sym typeface="Source Sans 3"/>
                        </a:rPr>
                        <a:t>Korea Meteorological Administration, Korean Land and Water Levels 2003, Issued 2004-01-01, Modified 2004-03-01, doi:XXXXXXX/kma.domain, http://creativecommons.org/publicdomain/zero/1.0, CC0 + Attribution Request </a:t>
                      </a:r>
                      <a:endParaRPr sz="1600">
                        <a:solidFill>
                          <a:schemeClr val="dk1"/>
                        </a:solidFill>
                        <a:latin typeface="Source Sans 3"/>
                        <a:ea typeface="Source Sans 3"/>
                        <a:cs typeface="Source Sans 3"/>
                        <a:sym typeface="Source Sans 3"/>
                      </a:endParaRPr>
                    </a:p>
                  </a:txBody>
                  <a:tcPr marL="121900" marR="121900" marT="121900" marB="121900"/>
                </a:tc>
                <a:extLst>
                  <a:ext uri="{0D108BD9-81ED-4DB2-BD59-A6C34878D82A}">
                    <a16:rowId xmlns:a16="http://schemas.microsoft.com/office/drawing/2014/main" val="1000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1C600"/>
        </a:solidFill>
        <a:effectLst/>
      </p:bgPr>
    </p:bg>
    <p:spTree>
      <p:nvGrpSpPr>
        <p:cNvPr id="1" name="Shape 440"/>
        <p:cNvGrpSpPr/>
        <p:nvPr/>
      </p:nvGrpSpPr>
      <p:grpSpPr>
        <a:xfrm>
          <a:off x="0" y="0"/>
          <a:ext cx="0" cy="0"/>
          <a:chOff x="0" y="0"/>
          <a:chExt cx="0" cy="0"/>
        </a:xfrm>
      </p:grpSpPr>
      <p:sp>
        <p:nvSpPr>
          <p:cNvPr id="441" name="Google Shape;441;p82"/>
          <p:cNvSpPr txBox="1">
            <a:spLocks noGrp="1"/>
          </p:cNvSpPr>
          <p:nvPr>
            <p:ph type="ctrTitle"/>
          </p:nvPr>
        </p:nvSpPr>
        <p:spPr>
          <a:xfrm>
            <a:off x="415600" y="992600"/>
            <a:ext cx="11360800" cy="2436400"/>
          </a:xfrm>
          <a:prstGeom prst="rect">
            <a:avLst/>
          </a:prstGeom>
        </p:spPr>
        <p:txBody>
          <a:bodyPr spcFirstLastPara="1" wrap="square" lIns="121900" tIns="121900" rIns="121900" bIns="121900" anchor="b" anchorCtr="0">
            <a:normAutofit/>
          </a:bodyPr>
          <a:lstStyle/>
          <a:p>
            <a:r>
              <a:rPr lang="en" sz="5600" b="1">
                <a:latin typeface="Roboto"/>
                <a:ea typeface="Roboto"/>
                <a:cs typeface="Roboto"/>
                <a:sym typeface="Roboto"/>
              </a:rPr>
              <a:t>Q&amp;A + DISCUSSION</a:t>
            </a:r>
            <a:endParaRPr sz="5600" b="1">
              <a:latin typeface="Roboto"/>
              <a:ea typeface="Roboto"/>
              <a:cs typeface="Roboto"/>
              <a:sym typeface="Roboto"/>
            </a:endParaRPr>
          </a:p>
        </p:txBody>
      </p:sp>
      <p:sp>
        <p:nvSpPr>
          <p:cNvPr id="442" name="Google Shape;442;p82"/>
          <p:cNvSpPr txBox="1">
            <a:spLocks noGrp="1"/>
          </p:cNvSpPr>
          <p:nvPr>
            <p:ph type="subTitle" idx="1"/>
          </p:nvPr>
        </p:nvSpPr>
        <p:spPr>
          <a:xfrm>
            <a:off x="415600" y="3778833"/>
            <a:ext cx="11360800" cy="1056800"/>
          </a:xfrm>
          <a:prstGeom prst="rect">
            <a:avLst/>
          </a:prstGeom>
        </p:spPr>
        <p:txBody>
          <a:bodyPr spcFirstLastPara="1" wrap="square" lIns="121900" tIns="121900" rIns="121900" bIns="121900" anchor="t" anchorCtr="0">
            <a:noAutofit/>
          </a:bodyPr>
          <a:lstStyle/>
          <a:p>
            <a:pPr marL="0" indent="0"/>
            <a:r>
              <a:rPr lang="en" sz="2400" u="sng">
                <a:solidFill>
                  <a:srgbClr val="0000FF"/>
                </a:solidFill>
                <a:latin typeface="Source Sans 3"/>
                <a:ea typeface="Source Sans 3"/>
                <a:cs typeface="Source Sans 3"/>
                <a:sym typeface="Source Sans 3"/>
                <a:hlinkClick r:id="rId3">
                  <a:extLst>
                    <a:ext uri="{A12FA001-AC4F-418D-AE19-62706E023703}">
                      <ahyp:hlinkClr xmlns:ahyp="http://schemas.microsoft.com/office/drawing/2018/hyperlinkcolor" val="tx"/>
                    </a:ext>
                  </a:extLst>
                </a:hlinkClick>
              </a:rPr>
              <a:t>Recommended Best Practices For Better Sharing Of Climate Data</a:t>
            </a:r>
            <a:endParaRPr sz="2400">
              <a:solidFill>
                <a:srgbClr val="0000FF"/>
              </a:solidFill>
              <a:latin typeface="Source Sans 3"/>
              <a:ea typeface="Source Sans 3"/>
              <a:cs typeface="Source Sans 3"/>
              <a:sym typeface="Source Sans 3"/>
            </a:endParaRPr>
          </a:p>
          <a:p>
            <a:pPr marL="0" indent="0">
              <a:buClr>
                <a:schemeClr val="dk1"/>
              </a:buClr>
              <a:buSzPts val="1100"/>
            </a:pPr>
            <a:endParaRPr sz="2400">
              <a:solidFill>
                <a:schemeClr val="dk1"/>
              </a:solidFill>
              <a:latin typeface="Source Sans 3"/>
              <a:ea typeface="Source Sans 3"/>
              <a:cs typeface="Source Sans 3"/>
              <a:sym typeface="Source Sans 3"/>
            </a:endParaRPr>
          </a:p>
          <a:p>
            <a:pPr marL="0" indent="0"/>
            <a:r>
              <a:rPr lang="en" sz="2400">
                <a:solidFill>
                  <a:schemeClr val="dk1"/>
                </a:solidFill>
                <a:latin typeface="Source Sans 3"/>
                <a:ea typeface="Source Sans 3"/>
                <a:cs typeface="Source Sans 3"/>
                <a:sym typeface="Source Sans 3"/>
              </a:rPr>
              <a:t>✉️</a:t>
            </a:r>
            <a:r>
              <a:rPr lang="en" sz="2400">
                <a:solidFill>
                  <a:srgbClr val="0000FF"/>
                </a:solidFill>
                <a:latin typeface="Source Sans 3"/>
                <a:ea typeface="Source Sans 3"/>
                <a:cs typeface="Source Sans 3"/>
                <a:sym typeface="Source Sans 3"/>
              </a:rPr>
              <a:t>: </a:t>
            </a:r>
            <a:r>
              <a:rPr lang="en" sz="2400" u="sng">
                <a:solidFill>
                  <a:srgbClr val="0000FF"/>
                </a:solidFill>
                <a:latin typeface="Source Sans 3"/>
                <a:ea typeface="Source Sans 3"/>
                <a:cs typeface="Source Sans 3"/>
                <a:sym typeface="Source Sans 3"/>
                <a:hlinkClick r:id="rId4">
                  <a:extLst>
                    <a:ext uri="{A12FA001-AC4F-418D-AE19-62706E023703}">
                      <ahyp:hlinkClr xmlns:ahyp="http://schemas.microsoft.com/office/drawing/2018/hyperlinkcolor" val="tx"/>
                    </a:ext>
                  </a:extLst>
                </a:hlinkClick>
              </a:rPr>
              <a:t>taylor@creativecommons.org</a:t>
            </a:r>
            <a:endParaRPr sz="2400">
              <a:solidFill>
                <a:srgbClr val="0000FF"/>
              </a:solidFill>
              <a:latin typeface="Source Sans 3"/>
              <a:ea typeface="Source Sans 3"/>
              <a:cs typeface="Source Sans 3"/>
              <a:sym typeface="Source Sans 3"/>
            </a:endParaRPr>
          </a:p>
        </p:txBody>
      </p:sp>
      <p:pic>
        <p:nvPicPr>
          <p:cNvPr id="443" name="Google Shape;443;p82" descr="cc.large.png"/>
          <p:cNvPicPr preferRelativeResize="0"/>
          <p:nvPr/>
        </p:nvPicPr>
        <p:blipFill rotWithShape="1">
          <a:blip r:embed="rId5">
            <a:alphaModFix/>
          </a:blip>
          <a:srcRect/>
          <a:stretch/>
        </p:blipFill>
        <p:spPr>
          <a:xfrm>
            <a:off x="11267926" y="5964374"/>
            <a:ext cx="660733" cy="66073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1C600"/>
        </a:solidFill>
        <a:effectLst/>
      </p:bgPr>
    </p:bg>
    <p:spTree>
      <p:nvGrpSpPr>
        <p:cNvPr id="1" name="Shape 447"/>
        <p:cNvGrpSpPr/>
        <p:nvPr/>
      </p:nvGrpSpPr>
      <p:grpSpPr>
        <a:xfrm>
          <a:off x="0" y="0"/>
          <a:ext cx="0" cy="0"/>
          <a:chOff x="0" y="0"/>
          <a:chExt cx="0" cy="0"/>
        </a:xfrm>
      </p:grpSpPr>
      <p:pic>
        <p:nvPicPr>
          <p:cNvPr id="448" name="Google Shape;448;p83" descr="cc.large.png"/>
          <p:cNvPicPr preferRelativeResize="0"/>
          <p:nvPr/>
        </p:nvPicPr>
        <p:blipFill rotWithShape="1">
          <a:blip r:embed="rId3">
            <a:alphaModFix/>
          </a:blip>
          <a:srcRect/>
          <a:stretch/>
        </p:blipFill>
        <p:spPr>
          <a:xfrm>
            <a:off x="3685376" y="1018392"/>
            <a:ext cx="4821233" cy="4821233"/>
          </a:xfrm>
          <a:prstGeom prst="rect">
            <a:avLst/>
          </a:prstGeom>
          <a:noFill/>
          <a:ln>
            <a:noFill/>
          </a:ln>
        </p:spPr>
      </p:pic>
    </p:spTree>
  </p:cSld>
  <p:clrMapOvr>
    <a:masterClrMapping/>
  </p:clrMapOvr>
</p:sld>
</file>

<file path=ppt/theme/theme1.xml><?xml version="1.0" encoding="utf-8"?>
<a:theme xmlns:a="http://schemas.openxmlformats.org/drawingml/2006/main" name="WMO_WHITE_Powerpoint_en_f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95a6d21c-7db0-4b7e-981f-b4f22b02b9d8" xsi:nil="true"/>
    <lcf76f155ced4ddcb4097134ff3c332f xmlns="63fbb49e-b62b-487a-a77a-6d45fdb8420c">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79274CFF82ECF499D1AB889AFAF7174" ma:contentTypeVersion="18" ma:contentTypeDescription="Create a new document." ma:contentTypeScope="" ma:versionID="8baadb34afe9b0924aec341d01d2d070">
  <xsd:schema xmlns:xsd="http://www.w3.org/2001/XMLSchema" xmlns:xs="http://www.w3.org/2001/XMLSchema" xmlns:p="http://schemas.microsoft.com/office/2006/metadata/properties" xmlns:ns2="63fbb49e-b62b-487a-a77a-6d45fdb8420c" xmlns:ns3="da1c9eb2-33fb-4938-9559-2719dde8d873" xmlns:ns4="95a6d21c-7db0-4b7e-981f-b4f22b02b9d8" targetNamespace="http://schemas.microsoft.com/office/2006/metadata/properties" ma:root="true" ma:fieldsID="4c5b1aa8166d335a935bec834c337cb6" ns2:_="" ns3:_="" ns4:_="">
    <xsd:import namespace="63fbb49e-b62b-487a-a77a-6d45fdb8420c"/>
    <xsd:import namespace="da1c9eb2-33fb-4938-9559-2719dde8d873"/>
    <xsd:import namespace="95a6d21c-7db0-4b7e-981f-b4f22b02b9d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MediaServiceObjectDetectorVersions" minOccurs="0"/>
                <xsd:element ref="ns2:lcf76f155ced4ddcb4097134ff3c332f" minOccurs="0"/>
                <xsd:element ref="ns4:TaxCatchAll"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3fbb49e-b62b-487a-a77a-6d45fdb8420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b1bb55a9-a1b5-4196-b12d-1833970ed366"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a1c9eb2-33fb-4938-9559-2719dde8d873"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5a6d21c-7db0-4b7e-981f-b4f22b02b9d8"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6f209dad-a6d3-49b2-8f2c-85d7a4ba7cfb}" ma:internalName="TaxCatchAll" ma:showField="CatchAllData" ma:web="da1c9eb2-33fb-4938-9559-2719dde8d87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BE4227F-095C-4C81-9AB8-6EA67F4B64AE}">
  <ds:schemaRefs>
    <ds:schemaRef ds:uri="http://schemas.microsoft.com/sharepoint/v3/contenttype/forms"/>
  </ds:schemaRefs>
</ds:datastoreItem>
</file>

<file path=customXml/itemProps2.xml><?xml version="1.0" encoding="utf-8"?>
<ds:datastoreItem xmlns:ds="http://schemas.openxmlformats.org/officeDocument/2006/customXml" ds:itemID="{E57B972B-DAF9-46BA-BF61-E7CC1EBA706B}">
  <ds:schemaRefs>
    <ds:schemaRef ds:uri="http://purl.org/dc/elements/1.1/"/>
    <ds:schemaRef ds:uri="http://purl.org/dc/dcmitype/"/>
    <ds:schemaRef ds:uri="http://schemas.microsoft.com/sharepoint/v3"/>
    <ds:schemaRef ds:uri="http://schemas.openxmlformats.org/package/2006/metadata/core-properties"/>
    <ds:schemaRef ds:uri="http://purl.org/dc/terms/"/>
    <ds:schemaRef ds:uri="http://www.w3.org/XML/1998/namespace"/>
    <ds:schemaRef ds:uri="http://schemas.microsoft.com/office/infopath/2007/PartnerControls"/>
    <ds:schemaRef ds:uri="http://schemas.microsoft.com/office/2006/documentManagement/types"/>
    <ds:schemaRef ds:uri="96d886eb-95f6-47f3-bdfb-70dab5061c60"/>
    <ds:schemaRef ds:uri="http://schemas.microsoft.com/office/2006/metadata/properties"/>
    <ds:schemaRef ds:uri="3c76eea2-c21a-46e1-8f98-cfc2ba460d51"/>
  </ds:schemaRefs>
</ds:datastoreItem>
</file>

<file path=customXml/itemProps3.xml><?xml version="1.0" encoding="utf-8"?>
<ds:datastoreItem xmlns:ds="http://schemas.openxmlformats.org/officeDocument/2006/customXml" ds:itemID="{C6005B44-D151-4585-AE4C-F03AECEECCE8}"/>
</file>

<file path=docProps/app.xml><?xml version="1.0" encoding="utf-8"?>
<Properties xmlns="http://schemas.openxmlformats.org/officeDocument/2006/extended-properties" xmlns:vt="http://schemas.openxmlformats.org/officeDocument/2006/docPropsVTypes">
  <TotalTime>9132</TotalTime>
  <Words>1164</Words>
  <Application>Microsoft Office PowerPoint</Application>
  <PresentationFormat>Widescreen</PresentationFormat>
  <Paragraphs>126</Paragraphs>
  <Slides>15</Slides>
  <Notes>15</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15</vt:i4>
      </vt:variant>
    </vt:vector>
  </HeadingPairs>
  <TitlesOfParts>
    <vt:vector size="26" baseType="lpstr">
      <vt:lpstr>Arial</vt:lpstr>
      <vt:lpstr>Avenir</vt:lpstr>
      <vt:lpstr>Calibri</vt:lpstr>
      <vt:lpstr>Helvetica Neue</vt:lpstr>
      <vt:lpstr>Helvetica Neue Light</vt:lpstr>
      <vt:lpstr>Roboto</vt:lpstr>
      <vt:lpstr>Source Sans 3</vt:lpstr>
      <vt:lpstr>WMO_WHITE_Powerpoint_en_fr</vt:lpstr>
      <vt:lpstr>Simple Light</vt:lpstr>
      <vt:lpstr>White</vt:lpstr>
      <vt:lpstr>Office Theme</vt:lpstr>
      <vt:lpstr>PowerPoint Presentation</vt:lpstr>
      <vt:lpstr>CREATIVE COMMONS FOR OPEN CLIMATE DATA</vt:lpstr>
      <vt:lpstr>PowerPoint Presentation</vt:lpstr>
      <vt:lpstr>PowerPoint Presentation</vt:lpstr>
      <vt:lpstr>WMO UNIFIED DATA POLICY </vt:lpstr>
      <vt:lpstr>PowerPoint Presentation</vt:lpstr>
      <vt:lpstr>PowerPoint Presentation</vt:lpstr>
      <vt:lpstr>CC BY 4.0 LANGUAGES AVAILABLE</vt:lpstr>
      <vt:lpstr>PowerPoint Presentation</vt:lpstr>
      <vt:lpstr>CC RECOMMENDED LEGAL TERMS</vt:lpstr>
      <vt:lpstr>CC RECOMMENDED LEGAL TERMS</vt:lpstr>
      <vt:lpstr>ATTRIBUTIONS: USE TASL</vt:lpstr>
      <vt:lpstr>RECOMMENDED METADATA VALUES</vt:lpstr>
      <vt:lpstr>Q&amp;A + DISCUSSION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Etienne Charpentier</dc:creator>
  <cp:lastModifiedBy>Simon Elliott</cp:lastModifiedBy>
  <cp:revision>25</cp:revision>
  <dcterms:created xsi:type="dcterms:W3CDTF">2021-11-18T10:14:05Z</dcterms:created>
  <dcterms:modified xsi:type="dcterms:W3CDTF">2024-06-11T14:49:53Z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0x010100179274CFF82ECF499D1AB889AFAF7174</vt:lpwstr>
  </property>
</Properties>
</file>