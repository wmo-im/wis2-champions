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6.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7.xml" ContentType="application/vnd.openxmlformats-officedocument.theme+xml"/>
  <Override PartName="/ppt/slideLayouts/slideLayout40.xml" ContentType="application/vnd.openxmlformats-officedocument.presentationml.slideLayout+xml"/>
  <Override PartName="/ppt/theme/theme8.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9.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10.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11.xml" ContentType="application/vnd.openxmlformats-officedocument.theme+xml"/>
  <Override PartName="/ppt/slideLayouts/slideLayout60.xml" ContentType="application/vnd.openxmlformats-officedocument.presentationml.slideLayout+xml"/>
  <Override PartName="/ppt/theme/theme12.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13.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1"/>
    <p:sldMasterId id="2147483768" r:id="rId2"/>
    <p:sldMasterId id="2147483660" r:id="rId3"/>
    <p:sldMasterId id="2147483703" r:id="rId4"/>
    <p:sldMasterId id="2147483718" r:id="rId5"/>
    <p:sldMasterId id="2147483731" r:id="rId6"/>
    <p:sldMasterId id="2147483734" r:id="rId7"/>
    <p:sldMasterId id="2147483741" r:id="rId8"/>
    <p:sldMasterId id="2147483743" r:id="rId9"/>
    <p:sldMasterId id="2147483755" r:id="rId10"/>
    <p:sldMasterId id="2147483758" r:id="rId11"/>
    <p:sldMasterId id="2147483765" r:id="rId12"/>
    <p:sldMasterId id="2147483667" r:id="rId13"/>
    <p:sldMasterId id="2147483835" r:id="rId14"/>
  </p:sldMasterIdLst>
  <p:notesMasterIdLst>
    <p:notesMasterId r:id="rId28"/>
  </p:notesMasterIdLst>
  <p:sldIdLst>
    <p:sldId id="289" r:id="rId15"/>
    <p:sldId id="287" r:id="rId16"/>
    <p:sldId id="264" r:id="rId17"/>
    <p:sldId id="294" r:id="rId18"/>
    <p:sldId id="292" r:id="rId19"/>
    <p:sldId id="291" r:id="rId20"/>
    <p:sldId id="296" r:id="rId21"/>
    <p:sldId id="290" r:id="rId22"/>
    <p:sldId id="297" r:id="rId23"/>
    <p:sldId id="300" r:id="rId24"/>
    <p:sldId id="301" r:id="rId25"/>
    <p:sldId id="282"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EE51B89-C0BE-4C26-914D-D7A4EBC46F9B}">
          <p14:sldIdLst>
            <p14:sldId id="289"/>
            <p14:sldId id="287"/>
            <p14:sldId id="264"/>
            <p14:sldId id="294"/>
            <p14:sldId id="292"/>
            <p14:sldId id="291"/>
            <p14:sldId id="296"/>
            <p14:sldId id="290"/>
            <p14:sldId id="297"/>
            <p14:sldId id="300"/>
            <p14:sldId id="301"/>
            <p14:sldId id="282"/>
            <p14:sldId id="28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0A81B-3F6F-47FF-86CB-111CC8888DF9}" v="278" dt="2026-03-28T10:22:31.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548" y="4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slide" Target="slides/slide12.xml"/><Relationship Id="rId3" Type="http://schemas.openxmlformats.org/officeDocument/2006/relationships/slideMaster" Target="slideMasters/slideMaster3.xml"/><Relationship Id="rId21" Type="http://schemas.openxmlformats.org/officeDocument/2006/relationships/slide" Target="slides/slide7.xml"/><Relationship Id="rId34" Type="http://schemas.microsoft.com/office/2015/10/relationships/revisionInfo" Target="revisionInfo.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slide" Target="slides/slide11.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5.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viewProps" Target="viewProps.xml"/><Relationship Id="rId8" Type="http://schemas.openxmlformats.org/officeDocument/2006/relationships/slideMaster" Target="slideMasters/slideMaster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san Haddouch" userId="38bca422-f6bf-43f4-8b2e-93319d8cf316" providerId="ADAL" clId="{A4732D40-AFDB-4A4F-8798-CB7E540E6163}"/>
    <pc:docChg chg="undo redo custSel addSld delSld modSld sldOrd addMainMaster delMainMaster modMainMaster addSection modSection">
      <pc:chgData name="Hassan Haddouch" userId="38bca422-f6bf-43f4-8b2e-93319d8cf316" providerId="ADAL" clId="{A4732D40-AFDB-4A4F-8798-CB7E540E6163}" dt="2026-03-31T01:41:51.927" v="2513" actId="47"/>
      <pc:docMkLst>
        <pc:docMk/>
      </pc:docMkLst>
      <pc:sldChg chg="del">
        <pc:chgData name="Hassan Haddouch" userId="38bca422-f6bf-43f4-8b2e-93319d8cf316" providerId="ADAL" clId="{A4732D40-AFDB-4A4F-8798-CB7E540E6163}" dt="2026-03-27T09:42:10.345" v="212" actId="47"/>
        <pc:sldMkLst>
          <pc:docMk/>
          <pc:sldMk cId="0" sldId="256"/>
        </pc:sldMkLst>
      </pc:sldChg>
      <pc:sldChg chg="del">
        <pc:chgData name="Hassan Haddouch" userId="38bca422-f6bf-43f4-8b2e-93319d8cf316" providerId="ADAL" clId="{A4732D40-AFDB-4A4F-8798-CB7E540E6163}" dt="2026-03-27T09:43:22.923" v="220" actId="47"/>
        <pc:sldMkLst>
          <pc:docMk/>
          <pc:sldMk cId="0" sldId="258"/>
        </pc:sldMkLst>
      </pc:sldChg>
      <pc:sldChg chg="del">
        <pc:chgData name="Hassan Haddouch" userId="38bca422-f6bf-43f4-8b2e-93319d8cf316" providerId="ADAL" clId="{A4732D40-AFDB-4A4F-8798-CB7E540E6163}" dt="2026-03-27T09:44:00.786" v="225" actId="47"/>
        <pc:sldMkLst>
          <pc:docMk/>
          <pc:sldMk cId="0" sldId="259"/>
        </pc:sldMkLst>
      </pc:sldChg>
      <pc:sldChg chg="del">
        <pc:chgData name="Hassan Haddouch" userId="38bca422-f6bf-43f4-8b2e-93319d8cf316" providerId="ADAL" clId="{A4732D40-AFDB-4A4F-8798-CB7E540E6163}" dt="2026-03-27T09:44:45.739" v="231" actId="47"/>
        <pc:sldMkLst>
          <pc:docMk/>
          <pc:sldMk cId="0" sldId="260"/>
        </pc:sldMkLst>
      </pc:sldChg>
      <pc:sldChg chg="addSp delSp modSp mod setBg">
        <pc:chgData name="Hassan Haddouch" userId="38bca422-f6bf-43f4-8b2e-93319d8cf316" providerId="ADAL" clId="{A4732D40-AFDB-4A4F-8798-CB7E540E6163}" dt="2026-03-27T16:04:07.287" v="2181" actId="207"/>
        <pc:sldMkLst>
          <pc:docMk/>
          <pc:sldMk cId="1256010432" sldId="264"/>
        </pc:sldMkLst>
        <pc:spChg chg="add mod">
          <ac:chgData name="Hassan Haddouch" userId="38bca422-f6bf-43f4-8b2e-93319d8cf316" providerId="ADAL" clId="{A4732D40-AFDB-4A4F-8798-CB7E540E6163}" dt="2026-03-27T09:41:14.823" v="207" actId="20577"/>
          <ac:spMkLst>
            <pc:docMk/>
            <pc:sldMk cId="1256010432" sldId="264"/>
            <ac:spMk id="2" creationId="{08859B50-B5C2-9BD6-FFF2-1E2870C6785A}"/>
          </ac:spMkLst>
        </pc:spChg>
        <pc:spChg chg="add mod">
          <ac:chgData name="Hassan Haddouch" userId="38bca422-f6bf-43f4-8b2e-93319d8cf316" providerId="ADAL" clId="{A4732D40-AFDB-4A4F-8798-CB7E540E6163}" dt="2026-03-27T16:04:02.504" v="2180" actId="207"/>
          <ac:spMkLst>
            <pc:docMk/>
            <pc:sldMk cId="1256010432" sldId="264"/>
            <ac:spMk id="3" creationId="{F6C4C69B-6FD8-48D4-99D8-F50383171B4C}"/>
          </ac:spMkLst>
        </pc:spChg>
        <pc:spChg chg="add mod">
          <ac:chgData name="Hassan Haddouch" userId="38bca422-f6bf-43f4-8b2e-93319d8cf316" providerId="ADAL" clId="{A4732D40-AFDB-4A4F-8798-CB7E540E6163}" dt="2026-03-27T16:04:07.287" v="2181" actId="207"/>
          <ac:spMkLst>
            <pc:docMk/>
            <pc:sldMk cId="1256010432" sldId="264"/>
            <ac:spMk id="5" creationId="{82B72EAF-2D01-AB25-E9BE-C37C87E4C8FD}"/>
          </ac:spMkLst>
        </pc:spChg>
        <pc:spChg chg="mod">
          <ac:chgData name="Hassan Haddouch" userId="38bca422-f6bf-43f4-8b2e-93319d8cf316" providerId="ADAL" clId="{A4732D40-AFDB-4A4F-8798-CB7E540E6163}" dt="2026-03-27T09:31:09.942" v="31" actId="6549"/>
          <ac:spMkLst>
            <pc:docMk/>
            <pc:sldMk cId="1256010432" sldId="264"/>
            <ac:spMk id="16" creationId="{0478AE52-C9AD-4FED-A9C8-752D50FAC5C0}"/>
          </ac:spMkLst>
        </pc:spChg>
        <pc:picChg chg="add mod">
          <ac:chgData name="Hassan Haddouch" userId="38bca422-f6bf-43f4-8b2e-93319d8cf316" providerId="ADAL" clId="{A4732D40-AFDB-4A4F-8798-CB7E540E6163}" dt="2026-03-27T09:42:00.907" v="211" actId="1076"/>
          <ac:picMkLst>
            <pc:docMk/>
            <pc:sldMk cId="1256010432" sldId="264"/>
            <ac:picMk id="6" creationId="{4C74262D-2AB4-D893-B377-885801FA3ECA}"/>
          </ac:picMkLst>
        </pc:picChg>
      </pc:sldChg>
      <pc:sldChg chg="del">
        <pc:chgData name="Hassan Haddouch" userId="38bca422-f6bf-43f4-8b2e-93319d8cf316" providerId="ADAL" clId="{A4732D40-AFDB-4A4F-8798-CB7E540E6163}" dt="2026-03-27T09:45:04.701" v="232" actId="47"/>
        <pc:sldMkLst>
          <pc:docMk/>
          <pc:sldMk cId="1859558577" sldId="265"/>
        </pc:sldMkLst>
      </pc:sldChg>
      <pc:sldChg chg="del">
        <pc:chgData name="Hassan Haddouch" userId="38bca422-f6bf-43f4-8b2e-93319d8cf316" providerId="ADAL" clId="{A4732D40-AFDB-4A4F-8798-CB7E540E6163}" dt="2026-03-27T09:45:04.701" v="232" actId="47"/>
        <pc:sldMkLst>
          <pc:docMk/>
          <pc:sldMk cId="1000698151" sldId="266"/>
        </pc:sldMkLst>
      </pc:sldChg>
      <pc:sldChg chg="del">
        <pc:chgData name="Hassan Haddouch" userId="38bca422-f6bf-43f4-8b2e-93319d8cf316" providerId="ADAL" clId="{A4732D40-AFDB-4A4F-8798-CB7E540E6163}" dt="2026-03-27T09:45:04.701" v="232" actId="47"/>
        <pc:sldMkLst>
          <pc:docMk/>
          <pc:sldMk cId="70956331" sldId="269"/>
        </pc:sldMkLst>
      </pc:sldChg>
      <pc:sldChg chg="del">
        <pc:chgData name="Hassan Haddouch" userId="38bca422-f6bf-43f4-8b2e-93319d8cf316" providerId="ADAL" clId="{A4732D40-AFDB-4A4F-8798-CB7E540E6163}" dt="2026-03-27T09:45:04.701" v="232" actId="47"/>
        <pc:sldMkLst>
          <pc:docMk/>
          <pc:sldMk cId="26455953" sldId="270"/>
        </pc:sldMkLst>
      </pc:sldChg>
      <pc:sldChg chg="del">
        <pc:chgData name="Hassan Haddouch" userId="38bca422-f6bf-43f4-8b2e-93319d8cf316" providerId="ADAL" clId="{A4732D40-AFDB-4A4F-8798-CB7E540E6163}" dt="2026-03-27T09:45:04.701" v="232" actId="47"/>
        <pc:sldMkLst>
          <pc:docMk/>
          <pc:sldMk cId="2924278239" sldId="271"/>
        </pc:sldMkLst>
      </pc:sldChg>
      <pc:sldChg chg="del">
        <pc:chgData name="Hassan Haddouch" userId="38bca422-f6bf-43f4-8b2e-93319d8cf316" providerId="ADAL" clId="{A4732D40-AFDB-4A4F-8798-CB7E540E6163}" dt="2026-03-27T09:45:04.701" v="232" actId="47"/>
        <pc:sldMkLst>
          <pc:docMk/>
          <pc:sldMk cId="1502392239" sldId="272"/>
        </pc:sldMkLst>
      </pc:sldChg>
      <pc:sldChg chg="del">
        <pc:chgData name="Hassan Haddouch" userId="38bca422-f6bf-43f4-8b2e-93319d8cf316" providerId="ADAL" clId="{A4732D40-AFDB-4A4F-8798-CB7E540E6163}" dt="2026-03-27T09:45:04.701" v="232" actId="47"/>
        <pc:sldMkLst>
          <pc:docMk/>
          <pc:sldMk cId="187457699" sldId="273"/>
        </pc:sldMkLst>
      </pc:sldChg>
      <pc:sldChg chg="del">
        <pc:chgData name="Hassan Haddouch" userId="38bca422-f6bf-43f4-8b2e-93319d8cf316" providerId="ADAL" clId="{A4732D40-AFDB-4A4F-8798-CB7E540E6163}" dt="2026-03-27T09:45:04.701" v="232" actId="47"/>
        <pc:sldMkLst>
          <pc:docMk/>
          <pc:sldMk cId="3158494717" sldId="274"/>
        </pc:sldMkLst>
      </pc:sldChg>
      <pc:sldChg chg="del">
        <pc:chgData name="Hassan Haddouch" userId="38bca422-f6bf-43f4-8b2e-93319d8cf316" providerId="ADAL" clId="{A4732D40-AFDB-4A4F-8798-CB7E540E6163}" dt="2026-03-27T09:45:04.701" v="232" actId="47"/>
        <pc:sldMkLst>
          <pc:docMk/>
          <pc:sldMk cId="1084089002" sldId="275"/>
        </pc:sldMkLst>
      </pc:sldChg>
      <pc:sldChg chg="del">
        <pc:chgData name="Hassan Haddouch" userId="38bca422-f6bf-43f4-8b2e-93319d8cf316" providerId="ADAL" clId="{A4732D40-AFDB-4A4F-8798-CB7E540E6163}" dt="2026-03-27T09:45:04.701" v="232" actId="47"/>
        <pc:sldMkLst>
          <pc:docMk/>
          <pc:sldMk cId="1686693249" sldId="276"/>
        </pc:sldMkLst>
      </pc:sldChg>
      <pc:sldChg chg="del">
        <pc:chgData name="Hassan Haddouch" userId="38bca422-f6bf-43f4-8b2e-93319d8cf316" providerId="ADAL" clId="{A4732D40-AFDB-4A4F-8798-CB7E540E6163}" dt="2026-03-27T09:45:04.701" v="232" actId="47"/>
        <pc:sldMkLst>
          <pc:docMk/>
          <pc:sldMk cId="2681102680" sldId="277"/>
        </pc:sldMkLst>
      </pc:sldChg>
      <pc:sldChg chg="del">
        <pc:chgData name="Hassan Haddouch" userId="38bca422-f6bf-43f4-8b2e-93319d8cf316" providerId="ADAL" clId="{A4732D40-AFDB-4A4F-8798-CB7E540E6163}" dt="2026-03-27T09:45:04.701" v="232" actId="47"/>
        <pc:sldMkLst>
          <pc:docMk/>
          <pc:sldMk cId="3493733600" sldId="278"/>
        </pc:sldMkLst>
      </pc:sldChg>
      <pc:sldChg chg="del">
        <pc:chgData name="Hassan Haddouch" userId="38bca422-f6bf-43f4-8b2e-93319d8cf316" providerId="ADAL" clId="{A4732D40-AFDB-4A4F-8798-CB7E540E6163}" dt="2026-03-27T09:45:04.701" v="232" actId="47"/>
        <pc:sldMkLst>
          <pc:docMk/>
          <pc:sldMk cId="47163710" sldId="279"/>
        </pc:sldMkLst>
      </pc:sldChg>
      <pc:sldChg chg="del">
        <pc:chgData name="Hassan Haddouch" userId="38bca422-f6bf-43f4-8b2e-93319d8cf316" providerId="ADAL" clId="{A4732D40-AFDB-4A4F-8798-CB7E540E6163}" dt="2026-03-27T15:59:26.053" v="2169" actId="47"/>
        <pc:sldMkLst>
          <pc:docMk/>
          <pc:sldMk cId="1163151770" sldId="280"/>
        </pc:sldMkLst>
      </pc:sldChg>
      <pc:sldChg chg="modSp mod">
        <pc:chgData name="Hassan Haddouch" userId="38bca422-f6bf-43f4-8b2e-93319d8cf316" providerId="ADAL" clId="{A4732D40-AFDB-4A4F-8798-CB7E540E6163}" dt="2026-03-27T15:59:19.274" v="2168"/>
        <pc:sldMkLst>
          <pc:docMk/>
          <pc:sldMk cId="2228767945" sldId="282"/>
        </pc:sldMkLst>
        <pc:spChg chg="mod">
          <ac:chgData name="Hassan Haddouch" userId="38bca422-f6bf-43f4-8b2e-93319d8cf316" providerId="ADAL" clId="{A4732D40-AFDB-4A4F-8798-CB7E540E6163}" dt="2026-03-27T15:59:19.274" v="2168"/>
          <ac:spMkLst>
            <pc:docMk/>
            <pc:sldMk cId="2228767945" sldId="282"/>
            <ac:spMk id="3" creationId="{DAA5F1E9-60DD-FA1A-2085-0AF6A613D560}"/>
          </ac:spMkLst>
        </pc:spChg>
      </pc:sldChg>
      <pc:sldChg chg="del">
        <pc:chgData name="Hassan Haddouch" userId="38bca422-f6bf-43f4-8b2e-93319d8cf316" providerId="ADAL" clId="{A4732D40-AFDB-4A4F-8798-CB7E540E6163}" dt="2026-03-27T09:45:04.701" v="232" actId="47"/>
        <pc:sldMkLst>
          <pc:docMk/>
          <pc:sldMk cId="3530399847" sldId="283"/>
        </pc:sldMkLst>
      </pc:sldChg>
      <pc:sldChg chg="del">
        <pc:chgData name="Hassan Haddouch" userId="38bca422-f6bf-43f4-8b2e-93319d8cf316" providerId="ADAL" clId="{A4732D40-AFDB-4A4F-8798-CB7E540E6163}" dt="2026-03-27T09:45:04.701" v="232" actId="47"/>
        <pc:sldMkLst>
          <pc:docMk/>
          <pc:sldMk cId="3678142628" sldId="284"/>
        </pc:sldMkLst>
      </pc:sldChg>
      <pc:sldChg chg="del">
        <pc:chgData name="Hassan Haddouch" userId="38bca422-f6bf-43f4-8b2e-93319d8cf316" providerId="ADAL" clId="{A4732D40-AFDB-4A4F-8798-CB7E540E6163}" dt="2026-03-27T09:45:04.701" v="232" actId="47"/>
        <pc:sldMkLst>
          <pc:docMk/>
          <pc:sldMk cId="894499058" sldId="285"/>
        </pc:sldMkLst>
      </pc:sldChg>
      <pc:sldChg chg="addSp delSp modSp del mod modClrScheme chgLayout">
        <pc:chgData name="Hassan Haddouch" userId="38bca422-f6bf-43f4-8b2e-93319d8cf316" providerId="ADAL" clId="{A4732D40-AFDB-4A4F-8798-CB7E540E6163}" dt="2026-03-27T09:40:23.996" v="184" actId="47"/>
        <pc:sldMkLst>
          <pc:docMk/>
          <pc:sldMk cId="2835597141" sldId="286"/>
        </pc:sldMkLst>
      </pc:sldChg>
      <pc:sldChg chg="add ord">
        <pc:chgData name="Hassan Haddouch" userId="38bca422-f6bf-43f4-8b2e-93319d8cf316" providerId="ADAL" clId="{A4732D40-AFDB-4A4F-8798-CB7E540E6163}" dt="2026-03-27T09:40:33.907" v="187"/>
        <pc:sldMkLst>
          <pc:docMk/>
          <pc:sldMk cId="2378826640" sldId="287"/>
        </pc:sldMkLst>
      </pc:sldChg>
      <pc:sldChg chg="addSp delSp modSp new del mod setBg modClrScheme chgLayout">
        <pc:chgData name="Hassan Haddouch" userId="38bca422-f6bf-43f4-8b2e-93319d8cf316" providerId="ADAL" clId="{A4732D40-AFDB-4A4F-8798-CB7E540E6163}" dt="2026-03-27T09:40:24.182" v="185" actId="47"/>
        <pc:sldMkLst>
          <pc:docMk/>
          <pc:sldMk cId="2534408226" sldId="288"/>
        </pc:sldMkLst>
      </pc:sldChg>
      <pc:sldChg chg="addSp modSp new mod setBg">
        <pc:chgData name="Hassan Haddouch" userId="38bca422-f6bf-43f4-8b2e-93319d8cf316" providerId="ADAL" clId="{A4732D40-AFDB-4A4F-8798-CB7E540E6163}" dt="2026-03-28T08:16:09.147" v="2221" actId="1076"/>
        <pc:sldMkLst>
          <pc:docMk/>
          <pc:sldMk cId="1148083376" sldId="289"/>
        </pc:sldMkLst>
        <pc:spChg chg="add mod">
          <ac:chgData name="Hassan Haddouch" userId="38bca422-f6bf-43f4-8b2e-93319d8cf316" providerId="ADAL" clId="{A4732D40-AFDB-4A4F-8798-CB7E540E6163}" dt="2026-03-28T08:16:09.147" v="2221" actId="1076"/>
          <ac:spMkLst>
            <pc:docMk/>
            <pc:sldMk cId="1148083376" sldId="289"/>
            <ac:spMk id="2" creationId="{EF0AAF76-5C44-FA09-6FDE-5A276E6F4089}"/>
          </ac:spMkLst>
        </pc:spChg>
      </pc:sldChg>
      <pc:sldChg chg="addSp delSp modSp add mod setBg">
        <pc:chgData name="Hassan Haddouch" userId="38bca422-f6bf-43f4-8b2e-93319d8cf316" providerId="ADAL" clId="{A4732D40-AFDB-4A4F-8798-CB7E540E6163}" dt="2026-03-27T16:03:12.915" v="2177" actId="207"/>
        <pc:sldMkLst>
          <pc:docMk/>
          <pc:sldMk cId="3821718161" sldId="290"/>
        </pc:sldMkLst>
        <pc:spChg chg="mod">
          <ac:chgData name="Hassan Haddouch" userId="38bca422-f6bf-43f4-8b2e-93319d8cf316" providerId="ADAL" clId="{A4732D40-AFDB-4A4F-8798-CB7E540E6163}" dt="2026-03-27T09:43:10.522" v="218"/>
          <ac:spMkLst>
            <pc:docMk/>
            <pc:sldMk cId="3821718161" sldId="290"/>
            <ac:spMk id="2" creationId="{E598B457-81FC-E70C-FE77-FAE6C226BEBC}"/>
          </ac:spMkLst>
        </pc:spChg>
        <pc:spChg chg="add mod">
          <ac:chgData name="Hassan Haddouch" userId="38bca422-f6bf-43f4-8b2e-93319d8cf316" providerId="ADAL" clId="{A4732D40-AFDB-4A4F-8798-CB7E540E6163}" dt="2026-03-27T16:01:48.348" v="2176" actId="207"/>
          <ac:spMkLst>
            <pc:docMk/>
            <pc:sldMk cId="3821718161" sldId="290"/>
            <ac:spMk id="4" creationId="{67C590A7-6588-6891-88BA-166C39E90187}"/>
          </ac:spMkLst>
        </pc:spChg>
        <pc:graphicFrameChg chg="add mod modGraphic">
          <ac:chgData name="Hassan Haddouch" userId="38bca422-f6bf-43f4-8b2e-93319d8cf316" providerId="ADAL" clId="{A4732D40-AFDB-4A4F-8798-CB7E540E6163}" dt="2026-03-27T16:03:12.915" v="2177" actId="207"/>
          <ac:graphicFrameMkLst>
            <pc:docMk/>
            <pc:sldMk cId="3821718161" sldId="290"/>
            <ac:graphicFrameMk id="7" creationId="{08F3C45D-CBA8-E3DE-5743-1F68EA64E976}"/>
          </ac:graphicFrameMkLst>
        </pc:graphicFrameChg>
      </pc:sldChg>
      <pc:sldChg chg="addSp modSp add mod ord">
        <pc:chgData name="Hassan Haddouch" userId="38bca422-f6bf-43f4-8b2e-93319d8cf316" providerId="ADAL" clId="{A4732D40-AFDB-4A4F-8798-CB7E540E6163}" dt="2026-03-28T09:38:59.717" v="2254"/>
        <pc:sldMkLst>
          <pc:docMk/>
          <pc:sldMk cId="2917496138" sldId="291"/>
        </pc:sldMkLst>
        <pc:spChg chg="mod">
          <ac:chgData name="Hassan Haddouch" userId="38bca422-f6bf-43f4-8b2e-93319d8cf316" providerId="ADAL" clId="{A4732D40-AFDB-4A4F-8798-CB7E540E6163}" dt="2026-03-27T09:43:38.039" v="222"/>
          <ac:spMkLst>
            <pc:docMk/>
            <pc:sldMk cId="2917496138" sldId="291"/>
            <ac:spMk id="2" creationId="{671B2DB9-587B-2B71-8CFD-A71977990448}"/>
          </ac:spMkLst>
        </pc:spChg>
        <pc:spChg chg="add mod">
          <ac:chgData name="Hassan Haddouch" userId="38bca422-f6bf-43f4-8b2e-93319d8cf316" providerId="ADAL" clId="{A4732D40-AFDB-4A4F-8798-CB7E540E6163}" dt="2026-03-27T16:05:08.639" v="2188" actId="207"/>
          <ac:spMkLst>
            <pc:docMk/>
            <pc:sldMk cId="2917496138" sldId="291"/>
            <ac:spMk id="3" creationId="{33F4D4D0-FF94-8C7B-8364-CDADB4E9223C}"/>
          </ac:spMkLst>
        </pc:spChg>
      </pc:sldChg>
      <pc:sldChg chg="addSp delSp modSp add mod ord">
        <pc:chgData name="Hassan Haddouch" userId="38bca422-f6bf-43f4-8b2e-93319d8cf316" providerId="ADAL" clId="{A4732D40-AFDB-4A4F-8798-CB7E540E6163}" dt="2026-03-28T09:38:46.304" v="2252"/>
        <pc:sldMkLst>
          <pc:docMk/>
          <pc:sldMk cId="2851504996" sldId="292"/>
        </pc:sldMkLst>
        <pc:spChg chg="mod">
          <ac:chgData name="Hassan Haddouch" userId="38bca422-f6bf-43f4-8b2e-93319d8cf316" providerId="ADAL" clId="{A4732D40-AFDB-4A4F-8798-CB7E540E6163}" dt="2026-03-27T09:59:17.591" v="308" actId="20577"/>
          <ac:spMkLst>
            <pc:docMk/>
            <pc:sldMk cId="2851504996" sldId="292"/>
            <ac:spMk id="2" creationId="{8E8A6012-2857-9355-5744-4D07AE3E88D1}"/>
          </ac:spMkLst>
        </pc:spChg>
        <pc:spChg chg="add mod">
          <ac:chgData name="Hassan Haddouch" userId="38bca422-f6bf-43f4-8b2e-93319d8cf316" providerId="ADAL" clId="{A4732D40-AFDB-4A4F-8798-CB7E540E6163}" dt="2026-03-27T10:02:56.133" v="360" actId="14100"/>
          <ac:spMkLst>
            <pc:docMk/>
            <pc:sldMk cId="2851504996" sldId="292"/>
            <ac:spMk id="3" creationId="{99330267-3D68-B75E-1595-F2ABA626B59C}"/>
          </ac:spMkLst>
        </pc:spChg>
      </pc:sldChg>
      <pc:sldChg chg="addSp delSp modSp add del mod">
        <pc:chgData name="Hassan Haddouch" userId="38bca422-f6bf-43f4-8b2e-93319d8cf316" providerId="ADAL" clId="{A4732D40-AFDB-4A4F-8798-CB7E540E6163}" dt="2026-03-27T15:53:09.358" v="2100" actId="47"/>
        <pc:sldMkLst>
          <pc:docMk/>
          <pc:sldMk cId="1581366826" sldId="293"/>
        </pc:sldMkLst>
      </pc:sldChg>
      <pc:sldChg chg="modSp add mod ord">
        <pc:chgData name="Hassan Haddouch" userId="38bca422-f6bf-43f4-8b2e-93319d8cf316" providerId="ADAL" clId="{A4732D40-AFDB-4A4F-8798-CB7E540E6163}" dt="2026-03-28T09:46:56.629" v="2265" actId="20577"/>
        <pc:sldMkLst>
          <pc:docMk/>
          <pc:sldMk cId="792518529" sldId="294"/>
        </pc:sldMkLst>
        <pc:spChg chg="mod">
          <ac:chgData name="Hassan Haddouch" userId="38bca422-f6bf-43f4-8b2e-93319d8cf316" providerId="ADAL" clId="{A4732D40-AFDB-4A4F-8798-CB7E540E6163}" dt="2026-03-28T09:39:43.885" v="2261" actId="207"/>
          <ac:spMkLst>
            <pc:docMk/>
            <pc:sldMk cId="792518529" sldId="294"/>
            <ac:spMk id="3" creationId="{D0B29CDE-B9E3-9D2C-DBF2-0B437C563042}"/>
          </ac:spMkLst>
        </pc:spChg>
        <pc:spChg chg="mod">
          <ac:chgData name="Hassan Haddouch" userId="38bca422-f6bf-43f4-8b2e-93319d8cf316" providerId="ADAL" clId="{A4732D40-AFDB-4A4F-8798-CB7E540E6163}" dt="2026-03-28T09:46:56.629" v="2265" actId="20577"/>
          <ac:spMkLst>
            <pc:docMk/>
            <pc:sldMk cId="792518529" sldId="294"/>
            <ac:spMk id="4" creationId="{37E5E33F-75FF-5EE8-632F-25880724B138}"/>
          </ac:spMkLst>
        </pc:spChg>
      </pc:sldChg>
      <pc:sldChg chg="modSp add del mod ord">
        <pc:chgData name="Hassan Haddouch" userId="38bca422-f6bf-43f4-8b2e-93319d8cf316" providerId="ADAL" clId="{A4732D40-AFDB-4A4F-8798-CB7E540E6163}" dt="2026-03-31T01:41:51.927" v="2513" actId="47"/>
        <pc:sldMkLst>
          <pc:docMk/>
          <pc:sldMk cId="1009775680" sldId="295"/>
        </pc:sldMkLst>
      </pc:sldChg>
      <pc:sldChg chg="modSp add mod ord">
        <pc:chgData name="Hassan Haddouch" userId="38bca422-f6bf-43f4-8b2e-93319d8cf316" providerId="ADAL" clId="{A4732D40-AFDB-4A4F-8798-CB7E540E6163}" dt="2026-03-28T09:52:08.312" v="2275" actId="1035"/>
        <pc:sldMkLst>
          <pc:docMk/>
          <pc:sldMk cId="4172232253" sldId="296"/>
        </pc:sldMkLst>
        <pc:spChg chg="mod">
          <ac:chgData name="Hassan Haddouch" userId="38bca422-f6bf-43f4-8b2e-93319d8cf316" providerId="ADAL" clId="{A4732D40-AFDB-4A4F-8798-CB7E540E6163}" dt="2026-03-28T09:52:08.312" v="2275" actId="1035"/>
          <ac:spMkLst>
            <pc:docMk/>
            <pc:sldMk cId="4172232253" sldId="296"/>
            <ac:spMk id="3" creationId="{10A6E89D-9894-29B5-B927-72D04195CCEE}"/>
          </ac:spMkLst>
        </pc:spChg>
      </pc:sldChg>
      <pc:sldChg chg="addSp delSp modSp add mod">
        <pc:chgData name="Hassan Haddouch" userId="38bca422-f6bf-43f4-8b2e-93319d8cf316" providerId="ADAL" clId="{A4732D40-AFDB-4A4F-8798-CB7E540E6163}" dt="2026-03-28T09:32:18.317" v="2250" actId="108"/>
        <pc:sldMkLst>
          <pc:docMk/>
          <pc:sldMk cId="1204274157" sldId="297"/>
        </pc:sldMkLst>
        <pc:spChg chg="mod">
          <ac:chgData name="Hassan Haddouch" userId="38bca422-f6bf-43f4-8b2e-93319d8cf316" providerId="ADAL" clId="{A4732D40-AFDB-4A4F-8798-CB7E540E6163}" dt="2026-03-27T11:00:44.127" v="792" actId="20577"/>
          <ac:spMkLst>
            <pc:docMk/>
            <pc:sldMk cId="1204274157" sldId="297"/>
            <ac:spMk id="2" creationId="{1B751B06-BA71-BD49-F4CD-6AA127457FE8}"/>
          </ac:spMkLst>
        </pc:spChg>
        <pc:spChg chg="mod">
          <ac:chgData name="Hassan Haddouch" userId="38bca422-f6bf-43f4-8b2e-93319d8cf316" providerId="ADAL" clId="{A4732D40-AFDB-4A4F-8798-CB7E540E6163}" dt="2026-03-28T09:30:38.911" v="2233" actId="1035"/>
          <ac:spMkLst>
            <pc:docMk/>
            <pc:sldMk cId="1204274157" sldId="297"/>
            <ac:spMk id="4" creationId="{7680D6E3-B6F3-F47D-1966-4C12D961F6D3}"/>
          </ac:spMkLst>
        </pc:spChg>
        <pc:spChg chg="add mod">
          <ac:chgData name="Hassan Haddouch" userId="38bca422-f6bf-43f4-8b2e-93319d8cf316" providerId="ADAL" clId="{A4732D40-AFDB-4A4F-8798-CB7E540E6163}" dt="2026-03-28T09:32:18.317" v="2250" actId="108"/>
          <ac:spMkLst>
            <pc:docMk/>
            <pc:sldMk cId="1204274157" sldId="297"/>
            <ac:spMk id="5" creationId="{37FB4664-F8AA-9336-88DC-C9E9A6A2739D}"/>
          </ac:spMkLst>
        </pc:spChg>
      </pc:sldChg>
      <pc:sldChg chg="add del">
        <pc:chgData name="Hassan Haddouch" userId="38bca422-f6bf-43f4-8b2e-93319d8cf316" providerId="ADAL" clId="{A4732D40-AFDB-4A4F-8798-CB7E540E6163}" dt="2026-03-27T15:53:16.814" v="2102" actId="47"/>
        <pc:sldMkLst>
          <pc:docMk/>
          <pc:sldMk cId="2980874689" sldId="298"/>
        </pc:sldMkLst>
      </pc:sldChg>
      <pc:sldChg chg="add del">
        <pc:chgData name="Hassan Haddouch" userId="38bca422-f6bf-43f4-8b2e-93319d8cf316" providerId="ADAL" clId="{A4732D40-AFDB-4A4F-8798-CB7E540E6163}" dt="2026-03-27T15:53:15.486" v="2101" actId="47"/>
        <pc:sldMkLst>
          <pc:docMk/>
          <pc:sldMk cId="3050398149" sldId="299"/>
        </pc:sldMkLst>
      </pc:sldChg>
      <pc:sldChg chg="addSp delSp modSp add mod">
        <pc:chgData name="Hassan Haddouch" userId="38bca422-f6bf-43f4-8b2e-93319d8cf316" providerId="ADAL" clId="{A4732D40-AFDB-4A4F-8798-CB7E540E6163}" dt="2026-03-28T10:23:41.176" v="2512" actId="179"/>
        <pc:sldMkLst>
          <pc:docMk/>
          <pc:sldMk cId="2366188861" sldId="300"/>
        </pc:sldMkLst>
        <pc:spChg chg="mod">
          <ac:chgData name="Hassan Haddouch" userId="38bca422-f6bf-43f4-8b2e-93319d8cf316" providerId="ADAL" clId="{A4732D40-AFDB-4A4F-8798-CB7E540E6163}" dt="2026-03-28T10:01:32.338" v="2314" actId="1035"/>
          <ac:spMkLst>
            <pc:docMk/>
            <pc:sldMk cId="2366188861" sldId="300"/>
            <ac:spMk id="3" creationId="{A221B6C0-EE7F-7BE9-FBA2-3CB4D51D3462}"/>
          </ac:spMkLst>
        </pc:spChg>
        <pc:spChg chg="mod">
          <ac:chgData name="Hassan Haddouch" userId="38bca422-f6bf-43f4-8b2e-93319d8cf316" providerId="ADAL" clId="{A4732D40-AFDB-4A4F-8798-CB7E540E6163}" dt="2026-03-28T10:21:34.850" v="2492" actId="1037"/>
          <ac:spMkLst>
            <pc:docMk/>
            <pc:sldMk cId="2366188861" sldId="300"/>
            <ac:spMk id="4" creationId="{FAC679AC-46CB-39E4-751C-D06A0E640B36}"/>
          </ac:spMkLst>
        </pc:spChg>
        <pc:spChg chg="mod">
          <ac:chgData name="Hassan Haddouch" userId="38bca422-f6bf-43f4-8b2e-93319d8cf316" providerId="ADAL" clId="{A4732D40-AFDB-4A4F-8798-CB7E540E6163}" dt="2026-03-28T10:02:05.040" v="2346" actId="1035"/>
          <ac:spMkLst>
            <pc:docMk/>
            <pc:sldMk cId="2366188861" sldId="300"/>
            <ac:spMk id="5" creationId="{2AC21182-9EFE-CF0A-CE30-B181099464C2}"/>
          </ac:spMkLst>
        </pc:spChg>
        <pc:spChg chg="mod">
          <ac:chgData name="Hassan Haddouch" userId="38bca422-f6bf-43f4-8b2e-93319d8cf316" providerId="ADAL" clId="{A4732D40-AFDB-4A4F-8798-CB7E540E6163}" dt="2026-03-28T10:03:57.687" v="2402" actId="1038"/>
          <ac:spMkLst>
            <pc:docMk/>
            <pc:sldMk cId="2366188861" sldId="300"/>
            <ac:spMk id="6" creationId="{E80A91A2-BAD0-15B8-E096-45360138E242}"/>
          </ac:spMkLst>
        </pc:spChg>
        <pc:spChg chg="mod">
          <ac:chgData name="Hassan Haddouch" userId="38bca422-f6bf-43f4-8b2e-93319d8cf316" providerId="ADAL" clId="{A4732D40-AFDB-4A4F-8798-CB7E540E6163}" dt="2026-03-28T10:21:51.501" v="2497" actId="1037"/>
          <ac:spMkLst>
            <pc:docMk/>
            <pc:sldMk cId="2366188861" sldId="300"/>
            <ac:spMk id="7" creationId="{AD55DCC9-B087-FFF3-36B2-529BBE5C92A8}"/>
          </ac:spMkLst>
        </pc:spChg>
        <pc:spChg chg="mod">
          <ac:chgData name="Hassan Haddouch" userId="38bca422-f6bf-43f4-8b2e-93319d8cf316" providerId="ADAL" clId="{A4732D40-AFDB-4A4F-8798-CB7E540E6163}" dt="2026-03-28T10:21:51.501" v="2497" actId="1037"/>
          <ac:spMkLst>
            <pc:docMk/>
            <pc:sldMk cId="2366188861" sldId="300"/>
            <ac:spMk id="8" creationId="{1C6667E0-AF9D-4C3E-C01E-78B86147C199}"/>
          </ac:spMkLst>
        </pc:spChg>
        <pc:spChg chg="mod">
          <ac:chgData name="Hassan Haddouch" userId="38bca422-f6bf-43f4-8b2e-93319d8cf316" providerId="ADAL" clId="{A4732D40-AFDB-4A4F-8798-CB7E540E6163}" dt="2026-03-28T10:21:51.501" v="2497" actId="1037"/>
          <ac:spMkLst>
            <pc:docMk/>
            <pc:sldMk cId="2366188861" sldId="300"/>
            <ac:spMk id="9" creationId="{280E70C8-1ACE-AAD0-A4BB-BB69F7D4A635}"/>
          </ac:spMkLst>
        </pc:spChg>
        <pc:spChg chg="mod">
          <ac:chgData name="Hassan Haddouch" userId="38bca422-f6bf-43f4-8b2e-93319d8cf316" providerId="ADAL" clId="{A4732D40-AFDB-4A4F-8798-CB7E540E6163}" dt="2026-03-28T10:18:49.860" v="2457" actId="14100"/>
          <ac:spMkLst>
            <pc:docMk/>
            <pc:sldMk cId="2366188861" sldId="300"/>
            <ac:spMk id="10" creationId="{08B75EC6-B2B7-027D-BE58-3E73DA5C03A6}"/>
          </ac:spMkLst>
        </pc:spChg>
        <pc:spChg chg="add mod">
          <ac:chgData name="Hassan Haddouch" userId="38bca422-f6bf-43f4-8b2e-93319d8cf316" providerId="ADAL" clId="{A4732D40-AFDB-4A4F-8798-CB7E540E6163}" dt="2026-03-28T10:21:25.242" v="2484" actId="1037"/>
          <ac:spMkLst>
            <pc:docMk/>
            <pc:sldMk cId="2366188861" sldId="300"/>
            <ac:spMk id="16" creationId="{0600C355-A156-3407-AD2A-1C415BF00B29}"/>
          </ac:spMkLst>
        </pc:spChg>
        <pc:spChg chg="mod">
          <ac:chgData name="Hassan Haddouch" userId="38bca422-f6bf-43f4-8b2e-93319d8cf316" providerId="ADAL" clId="{A4732D40-AFDB-4A4F-8798-CB7E540E6163}" dt="2026-03-28T10:01:42.369" v="2333" actId="1035"/>
          <ac:spMkLst>
            <pc:docMk/>
            <pc:sldMk cId="2366188861" sldId="300"/>
            <ac:spMk id="21" creationId="{7397EC36-4F7C-A611-F2B4-085A5FB507FA}"/>
          </ac:spMkLst>
        </pc:spChg>
        <pc:spChg chg="add mod">
          <ac:chgData name="Hassan Haddouch" userId="38bca422-f6bf-43f4-8b2e-93319d8cf316" providerId="ADAL" clId="{A4732D40-AFDB-4A4F-8798-CB7E540E6163}" dt="2026-03-28T10:02:44.614" v="2348" actId="14100"/>
          <ac:spMkLst>
            <pc:docMk/>
            <pc:sldMk cId="2366188861" sldId="300"/>
            <ac:spMk id="24" creationId="{A08FE33B-8BC7-4E29-3197-53D2969EC597}"/>
          </ac:spMkLst>
        </pc:spChg>
        <pc:spChg chg="add mod">
          <ac:chgData name="Hassan Haddouch" userId="38bca422-f6bf-43f4-8b2e-93319d8cf316" providerId="ADAL" clId="{A4732D40-AFDB-4A4F-8798-CB7E540E6163}" dt="2026-03-28T10:03:29.522" v="2358" actId="14100"/>
          <ac:spMkLst>
            <pc:docMk/>
            <pc:sldMk cId="2366188861" sldId="300"/>
            <ac:spMk id="25" creationId="{8966B024-73E1-98EB-BBEC-71B34ED64C86}"/>
          </ac:spMkLst>
        </pc:spChg>
        <pc:spChg chg="add mod">
          <ac:chgData name="Hassan Haddouch" userId="38bca422-f6bf-43f4-8b2e-93319d8cf316" providerId="ADAL" clId="{A4732D40-AFDB-4A4F-8798-CB7E540E6163}" dt="2026-03-28T10:21:51.501" v="2497" actId="1037"/>
          <ac:spMkLst>
            <pc:docMk/>
            <pc:sldMk cId="2366188861" sldId="300"/>
            <ac:spMk id="26" creationId="{80CB70A2-2F74-A28D-0177-53940F885093}"/>
          </ac:spMkLst>
        </pc:spChg>
        <pc:spChg chg="add mod">
          <ac:chgData name="Hassan Haddouch" userId="38bca422-f6bf-43f4-8b2e-93319d8cf316" providerId="ADAL" clId="{A4732D40-AFDB-4A4F-8798-CB7E540E6163}" dt="2026-03-28T10:21:51.501" v="2497" actId="1037"/>
          <ac:spMkLst>
            <pc:docMk/>
            <pc:sldMk cId="2366188861" sldId="300"/>
            <ac:spMk id="27" creationId="{56EB7435-67B2-1F8B-B502-C2E0B9B1F3A5}"/>
          </ac:spMkLst>
        </pc:spChg>
        <pc:spChg chg="add mod">
          <ac:chgData name="Hassan Haddouch" userId="38bca422-f6bf-43f4-8b2e-93319d8cf316" providerId="ADAL" clId="{A4732D40-AFDB-4A4F-8798-CB7E540E6163}" dt="2026-03-28T10:21:51.501" v="2497" actId="1037"/>
          <ac:spMkLst>
            <pc:docMk/>
            <pc:sldMk cId="2366188861" sldId="300"/>
            <ac:spMk id="28" creationId="{5C64B130-2AEC-B134-ADC0-E879BD432F28}"/>
          </ac:spMkLst>
        </pc:spChg>
        <pc:spChg chg="add del mod">
          <ac:chgData name="Hassan Haddouch" userId="38bca422-f6bf-43f4-8b2e-93319d8cf316" providerId="ADAL" clId="{A4732D40-AFDB-4A4F-8798-CB7E540E6163}" dt="2026-03-28T10:23:41.176" v="2512" actId="179"/>
          <ac:spMkLst>
            <pc:docMk/>
            <pc:sldMk cId="2366188861" sldId="300"/>
            <ac:spMk id="29" creationId="{F766ED87-3732-0519-C527-3F94906FF6AF}"/>
          </ac:spMkLst>
        </pc:spChg>
      </pc:sldChg>
      <pc:sldChg chg="addSp delSp modSp add mod ord">
        <pc:chgData name="Hassan Haddouch" userId="38bca422-f6bf-43f4-8b2e-93319d8cf316" providerId="ADAL" clId="{A4732D40-AFDB-4A4F-8798-CB7E540E6163}" dt="2026-03-27T15:52:58.340" v="2099" actId="20577"/>
        <pc:sldMkLst>
          <pc:docMk/>
          <pc:sldMk cId="3753586075" sldId="301"/>
        </pc:sldMkLst>
        <pc:spChg chg="mod">
          <ac:chgData name="Hassan Haddouch" userId="38bca422-f6bf-43f4-8b2e-93319d8cf316" providerId="ADAL" clId="{A4732D40-AFDB-4A4F-8798-CB7E540E6163}" dt="2026-03-27T15:44:41.189" v="1915" actId="1076"/>
          <ac:spMkLst>
            <pc:docMk/>
            <pc:sldMk cId="3753586075" sldId="301"/>
            <ac:spMk id="11" creationId="{BBE93B49-1136-6C94-12E2-A1BA4273F276}"/>
          </ac:spMkLst>
        </pc:spChg>
        <pc:spChg chg="add mod">
          <ac:chgData name="Hassan Haddouch" userId="38bca422-f6bf-43f4-8b2e-93319d8cf316" providerId="ADAL" clId="{A4732D40-AFDB-4A4F-8798-CB7E540E6163}" dt="2026-03-27T15:43:53.125" v="1914" actId="1076"/>
          <ac:spMkLst>
            <pc:docMk/>
            <pc:sldMk cId="3753586075" sldId="301"/>
            <ac:spMk id="12" creationId="{D447A136-5D68-8FDE-EBB2-40992EA0F62D}"/>
          </ac:spMkLst>
        </pc:spChg>
        <pc:spChg chg="add mod">
          <ac:chgData name="Hassan Haddouch" userId="38bca422-f6bf-43f4-8b2e-93319d8cf316" providerId="ADAL" clId="{A4732D40-AFDB-4A4F-8798-CB7E540E6163}" dt="2026-03-27T15:45:12.486" v="1925" actId="20577"/>
          <ac:spMkLst>
            <pc:docMk/>
            <pc:sldMk cId="3753586075" sldId="301"/>
            <ac:spMk id="13" creationId="{2C01847F-DEC4-6C30-71F0-AB4FCDF978D2}"/>
          </ac:spMkLst>
        </pc:spChg>
        <pc:spChg chg="mod">
          <ac:chgData name="Hassan Haddouch" userId="38bca422-f6bf-43f4-8b2e-93319d8cf316" providerId="ADAL" clId="{A4732D40-AFDB-4A4F-8798-CB7E540E6163}" dt="2026-03-27T15:44:41.189" v="1915" actId="1076"/>
          <ac:spMkLst>
            <pc:docMk/>
            <pc:sldMk cId="3753586075" sldId="301"/>
            <ac:spMk id="14" creationId="{0C89FF29-FB92-C2D4-882B-F5A2ACEB9FE5}"/>
          </ac:spMkLst>
        </pc:spChg>
        <pc:spChg chg="mod">
          <ac:chgData name="Hassan Haddouch" userId="38bca422-f6bf-43f4-8b2e-93319d8cf316" providerId="ADAL" clId="{A4732D40-AFDB-4A4F-8798-CB7E540E6163}" dt="2026-03-27T15:44:41.189" v="1915" actId="1076"/>
          <ac:spMkLst>
            <pc:docMk/>
            <pc:sldMk cId="3753586075" sldId="301"/>
            <ac:spMk id="15" creationId="{E17BF718-32D7-CE37-BF39-D08C5F68B325}"/>
          </ac:spMkLst>
        </pc:spChg>
        <pc:spChg chg="add mod">
          <ac:chgData name="Hassan Haddouch" userId="38bca422-f6bf-43f4-8b2e-93319d8cf316" providerId="ADAL" clId="{A4732D40-AFDB-4A4F-8798-CB7E540E6163}" dt="2026-03-27T15:45:41.800" v="1931" actId="20577"/>
          <ac:spMkLst>
            <pc:docMk/>
            <pc:sldMk cId="3753586075" sldId="301"/>
            <ac:spMk id="16" creationId="{5C4E9CFB-5E91-042E-B979-93898A1DD9D1}"/>
          </ac:spMkLst>
        </pc:spChg>
        <pc:spChg chg="mod">
          <ac:chgData name="Hassan Haddouch" userId="38bca422-f6bf-43f4-8b2e-93319d8cf316" providerId="ADAL" clId="{A4732D40-AFDB-4A4F-8798-CB7E540E6163}" dt="2026-03-27T15:44:41.189" v="1915" actId="1076"/>
          <ac:spMkLst>
            <pc:docMk/>
            <pc:sldMk cId="3753586075" sldId="301"/>
            <ac:spMk id="17" creationId="{F979CDAB-0314-1031-C63E-96850F90F27C}"/>
          </ac:spMkLst>
        </pc:spChg>
        <pc:spChg chg="mod">
          <ac:chgData name="Hassan Haddouch" userId="38bca422-f6bf-43f4-8b2e-93319d8cf316" providerId="ADAL" clId="{A4732D40-AFDB-4A4F-8798-CB7E540E6163}" dt="2026-03-27T15:44:41.189" v="1915" actId="1076"/>
          <ac:spMkLst>
            <pc:docMk/>
            <pc:sldMk cId="3753586075" sldId="301"/>
            <ac:spMk id="18" creationId="{61A3B574-076E-176C-8F39-DDF7F64F4207}"/>
          </ac:spMkLst>
        </pc:spChg>
        <pc:spChg chg="add mod">
          <ac:chgData name="Hassan Haddouch" userId="38bca422-f6bf-43f4-8b2e-93319d8cf316" providerId="ADAL" clId="{A4732D40-AFDB-4A4F-8798-CB7E540E6163}" dt="2026-03-27T15:51:03.939" v="2054" actId="108"/>
          <ac:spMkLst>
            <pc:docMk/>
            <pc:sldMk cId="3753586075" sldId="301"/>
            <ac:spMk id="19" creationId="{F76C70EE-BAFA-43D1-FB22-50D9EEE97F2C}"/>
          </ac:spMkLst>
        </pc:spChg>
        <pc:spChg chg="add mod">
          <ac:chgData name="Hassan Haddouch" userId="38bca422-f6bf-43f4-8b2e-93319d8cf316" providerId="ADAL" clId="{A4732D40-AFDB-4A4F-8798-CB7E540E6163}" dt="2026-03-27T15:51:04.722" v="2055" actId="108"/>
          <ac:spMkLst>
            <pc:docMk/>
            <pc:sldMk cId="3753586075" sldId="301"/>
            <ac:spMk id="22" creationId="{F2158D99-E8E1-9849-103F-70EFEEA9F2DC}"/>
          </ac:spMkLst>
        </pc:spChg>
        <pc:spChg chg="add mod">
          <ac:chgData name="Hassan Haddouch" userId="38bca422-f6bf-43f4-8b2e-93319d8cf316" providerId="ADAL" clId="{A4732D40-AFDB-4A4F-8798-CB7E540E6163}" dt="2026-03-27T15:51:05.640" v="2056" actId="108"/>
          <ac:spMkLst>
            <pc:docMk/>
            <pc:sldMk cId="3753586075" sldId="301"/>
            <ac:spMk id="23" creationId="{B2273813-A7A2-5CBC-A1F1-AF01043382ED}"/>
          </ac:spMkLst>
        </pc:spChg>
        <pc:spChg chg="add mod">
          <ac:chgData name="Hassan Haddouch" userId="38bca422-f6bf-43f4-8b2e-93319d8cf316" providerId="ADAL" clId="{A4732D40-AFDB-4A4F-8798-CB7E540E6163}" dt="2026-03-27T15:51:06.418" v="2057" actId="108"/>
          <ac:spMkLst>
            <pc:docMk/>
            <pc:sldMk cId="3753586075" sldId="301"/>
            <ac:spMk id="24" creationId="{3B8DB34E-AF0A-2423-BA63-4913A5D0334C}"/>
          </ac:spMkLst>
        </pc:spChg>
        <pc:spChg chg="add mod">
          <ac:chgData name="Hassan Haddouch" userId="38bca422-f6bf-43f4-8b2e-93319d8cf316" providerId="ADAL" clId="{A4732D40-AFDB-4A4F-8798-CB7E540E6163}" dt="2026-03-27T15:51:00.674" v="2053" actId="255"/>
          <ac:spMkLst>
            <pc:docMk/>
            <pc:sldMk cId="3753586075" sldId="301"/>
            <ac:spMk id="25" creationId="{F8124E39-B37C-ABEA-9CA1-E6B5C0598B69}"/>
          </ac:spMkLst>
        </pc:spChg>
        <pc:spChg chg="add mod">
          <ac:chgData name="Hassan Haddouch" userId="38bca422-f6bf-43f4-8b2e-93319d8cf316" providerId="ADAL" clId="{A4732D40-AFDB-4A4F-8798-CB7E540E6163}" dt="2026-03-27T15:52:40.068" v="2074" actId="20577"/>
          <ac:spMkLst>
            <pc:docMk/>
            <pc:sldMk cId="3753586075" sldId="301"/>
            <ac:spMk id="26" creationId="{B8C52710-B075-2EBE-4C9D-880441A8E022}"/>
          </ac:spMkLst>
        </pc:spChg>
        <pc:spChg chg="add mod">
          <ac:chgData name="Hassan Haddouch" userId="38bca422-f6bf-43f4-8b2e-93319d8cf316" providerId="ADAL" clId="{A4732D40-AFDB-4A4F-8798-CB7E540E6163}" dt="2026-03-27T15:52:58.340" v="2099" actId="20577"/>
          <ac:spMkLst>
            <pc:docMk/>
            <pc:sldMk cId="3753586075" sldId="301"/>
            <ac:spMk id="27" creationId="{0CE18D47-7236-551C-8116-0C0258E3452E}"/>
          </ac:spMkLst>
        </pc:spChg>
      </pc:sldChg>
      <pc:sldMasterChg chg="setBg modSldLayout">
        <pc:chgData name="Hassan Haddouch" userId="38bca422-f6bf-43f4-8b2e-93319d8cf316" providerId="ADAL" clId="{A4732D40-AFDB-4A4F-8798-CB7E540E6163}" dt="2026-03-27T09:33:46.455" v="158"/>
        <pc:sldMasterMkLst>
          <pc:docMk/>
          <pc:sldMasterMk cId="1933180123" sldId="2147483660"/>
        </pc:sldMasterMkLst>
        <pc:sldLayoutChg chg="setBg">
          <pc:chgData name="Hassan Haddouch" userId="38bca422-f6bf-43f4-8b2e-93319d8cf316" providerId="ADAL" clId="{A4732D40-AFDB-4A4F-8798-CB7E540E6163}" dt="2026-03-27T09:33:46.455" v="158"/>
          <pc:sldLayoutMkLst>
            <pc:docMk/>
            <pc:sldMasterMk cId="1933180123" sldId="2147483660"/>
            <pc:sldLayoutMk cId="2816942724" sldId="2147483673"/>
          </pc:sldLayoutMkLst>
        </pc:sldLayoutChg>
        <pc:sldLayoutChg chg="setBg">
          <pc:chgData name="Hassan Haddouch" userId="38bca422-f6bf-43f4-8b2e-93319d8cf316" providerId="ADAL" clId="{A4732D40-AFDB-4A4F-8798-CB7E540E6163}" dt="2026-03-27T09:33:46.455" v="158"/>
          <pc:sldLayoutMkLst>
            <pc:docMk/>
            <pc:sldMasterMk cId="1933180123" sldId="2147483660"/>
            <pc:sldLayoutMk cId="3786619686" sldId="2147483678"/>
          </pc:sldLayoutMkLst>
        </pc:sldLayoutChg>
        <pc:sldLayoutChg chg="setBg">
          <pc:chgData name="Hassan Haddouch" userId="38bca422-f6bf-43f4-8b2e-93319d8cf316" providerId="ADAL" clId="{A4732D40-AFDB-4A4F-8798-CB7E540E6163}" dt="2026-03-27T09:33:46.455" v="158"/>
          <pc:sldLayoutMkLst>
            <pc:docMk/>
            <pc:sldMasterMk cId="1933180123" sldId="2147483660"/>
            <pc:sldLayoutMk cId="3284964897" sldId="2147483680"/>
          </pc:sldLayoutMkLst>
        </pc:sldLayoutChg>
        <pc:sldLayoutChg chg="setBg">
          <pc:chgData name="Hassan Haddouch" userId="38bca422-f6bf-43f4-8b2e-93319d8cf316" providerId="ADAL" clId="{A4732D40-AFDB-4A4F-8798-CB7E540E6163}" dt="2026-03-27T09:33:46.455" v="158"/>
          <pc:sldLayoutMkLst>
            <pc:docMk/>
            <pc:sldMasterMk cId="1933180123" sldId="2147483660"/>
            <pc:sldLayoutMk cId="4241335478" sldId="2147483684"/>
          </pc:sldLayoutMkLst>
        </pc:sldLayoutChg>
        <pc:sldLayoutChg chg="setBg">
          <pc:chgData name="Hassan Haddouch" userId="38bca422-f6bf-43f4-8b2e-93319d8cf316" providerId="ADAL" clId="{A4732D40-AFDB-4A4F-8798-CB7E540E6163}" dt="2026-03-27T09:33:46.455" v="158"/>
          <pc:sldLayoutMkLst>
            <pc:docMk/>
            <pc:sldMasterMk cId="1933180123" sldId="2147483660"/>
            <pc:sldLayoutMk cId="1768122102" sldId="2147483714"/>
          </pc:sldLayoutMkLst>
        </pc:sldLayoutChg>
        <pc:sldLayoutChg chg="setBg">
          <pc:chgData name="Hassan Haddouch" userId="38bca422-f6bf-43f4-8b2e-93319d8cf316" providerId="ADAL" clId="{A4732D40-AFDB-4A4F-8798-CB7E540E6163}" dt="2026-03-27T09:33:46.455" v="158"/>
          <pc:sldLayoutMkLst>
            <pc:docMk/>
            <pc:sldMasterMk cId="1933180123" sldId="2147483660"/>
            <pc:sldLayoutMk cId="1998729448" sldId="2147483717"/>
          </pc:sldLayoutMkLst>
        </pc:sldLayoutChg>
      </pc:sldMasterChg>
      <pc:sldMasterChg chg="setBg modSldLayout">
        <pc:chgData name="Hassan Haddouch" userId="38bca422-f6bf-43f4-8b2e-93319d8cf316" providerId="ADAL" clId="{A4732D40-AFDB-4A4F-8798-CB7E540E6163}" dt="2026-03-27T09:33:46.455" v="158"/>
        <pc:sldMasterMkLst>
          <pc:docMk/>
          <pc:sldMasterMk cId="842797122" sldId="2147483667"/>
        </pc:sldMasterMkLst>
        <pc:sldLayoutChg chg="setBg">
          <pc:chgData name="Hassan Haddouch" userId="38bca422-f6bf-43f4-8b2e-93319d8cf316" providerId="ADAL" clId="{A4732D40-AFDB-4A4F-8798-CB7E540E6163}" dt="2026-03-27T09:33:46.455" v="158"/>
          <pc:sldLayoutMkLst>
            <pc:docMk/>
            <pc:sldMasterMk cId="842797122" sldId="2147483667"/>
            <pc:sldLayoutMk cId="2852442678" sldId="2147483668"/>
          </pc:sldLayoutMkLst>
        </pc:sldLayoutChg>
        <pc:sldLayoutChg chg="setBg">
          <pc:chgData name="Hassan Haddouch" userId="38bca422-f6bf-43f4-8b2e-93319d8cf316" providerId="ADAL" clId="{A4732D40-AFDB-4A4F-8798-CB7E540E6163}" dt="2026-03-27T09:33:46.455" v="158"/>
          <pc:sldLayoutMkLst>
            <pc:docMk/>
            <pc:sldMasterMk cId="842797122" sldId="2147483667"/>
            <pc:sldLayoutMk cId="2548508408" sldId="2147483679"/>
          </pc:sldLayoutMkLst>
        </pc:sldLayoutChg>
        <pc:sldLayoutChg chg="setBg">
          <pc:chgData name="Hassan Haddouch" userId="38bca422-f6bf-43f4-8b2e-93319d8cf316" providerId="ADAL" clId="{A4732D40-AFDB-4A4F-8798-CB7E540E6163}" dt="2026-03-27T09:33:46.455" v="158"/>
          <pc:sldLayoutMkLst>
            <pc:docMk/>
            <pc:sldMasterMk cId="842797122" sldId="2147483667"/>
            <pc:sldLayoutMk cId="3284964897" sldId="2147483767"/>
          </pc:sldLayoutMkLst>
        </pc:sldLayoutChg>
      </pc:sldMasterChg>
      <pc:sldMasterChg chg="setBg modSldLayout">
        <pc:chgData name="Hassan Haddouch" userId="38bca422-f6bf-43f4-8b2e-93319d8cf316" providerId="ADAL" clId="{A4732D40-AFDB-4A4F-8798-CB7E540E6163}" dt="2026-03-27T09:33:46.455" v="158"/>
        <pc:sldMasterMkLst>
          <pc:docMk/>
          <pc:sldMasterMk cId="2209977519" sldId="2147483685"/>
        </pc:sldMasterMkLst>
        <pc:sldLayoutChg chg="setBg">
          <pc:chgData name="Hassan Haddouch" userId="38bca422-f6bf-43f4-8b2e-93319d8cf316" providerId="ADAL" clId="{A4732D40-AFDB-4A4F-8798-CB7E540E6163}" dt="2026-03-27T09:33:46.455" v="158"/>
          <pc:sldLayoutMkLst>
            <pc:docMk/>
            <pc:sldMasterMk cId="2209977519" sldId="2147483685"/>
            <pc:sldLayoutMk cId="960648375" sldId="2147483651"/>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2782244947" sldId="2147483652"/>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990158736" sldId="2147483653"/>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727027711" sldId="2147483654"/>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1212999818" sldId="2147483655"/>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1840726560" sldId="2147483656"/>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3889236939" sldId="2147483657"/>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2910927964" sldId="2147483658"/>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3612223792" sldId="2147483659"/>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2614314258" sldId="2147483661"/>
          </pc:sldLayoutMkLst>
        </pc:sldLayoutChg>
        <pc:sldLayoutChg chg="setBg">
          <pc:chgData name="Hassan Haddouch" userId="38bca422-f6bf-43f4-8b2e-93319d8cf316" providerId="ADAL" clId="{A4732D40-AFDB-4A4F-8798-CB7E540E6163}" dt="2026-03-27T09:33:46.455" v="158"/>
          <pc:sldLayoutMkLst>
            <pc:docMk/>
            <pc:sldMasterMk cId="2209977519" sldId="2147483685"/>
            <pc:sldLayoutMk cId="3168075583" sldId="2147483769"/>
          </pc:sldLayoutMkLst>
        </pc:sldLayoutChg>
      </pc:sldMasterChg>
      <pc:sldMasterChg chg="setBg modSldLayout">
        <pc:chgData name="Hassan Haddouch" userId="38bca422-f6bf-43f4-8b2e-93319d8cf316" providerId="ADAL" clId="{A4732D40-AFDB-4A4F-8798-CB7E540E6163}" dt="2026-03-27T09:33:46.455" v="158"/>
        <pc:sldMasterMkLst>
          <pc:docMk/>
          <pc:sldMasterMk cId="2171397915" sldId="2147483703"/>
        </pc:sldMasterMkLst>
        <pc:sldLayoutChg chg="setBg">
          <pc:chgData name="Hassan Haddouch" userId="38bca422-f6bf-43f4-8b2e-93319d8cf316" providerId="ADAL" clId="{A4732D40-AFDB-4A4F-8798-CB7E540E6163}" dt="2026-03-27T09:33:46.455" v="158"/>
          <pc:sldLayoutMkLst>
            <pc:docMk/>
            <pc:sldMasterMk cId="2171397915" sldId="2147483703"/>
            <pc:sldLayoutMk cId="2994234450" sldId="2147483704"/>
          </pc:sldLayoutMkLst>
        </pc:sldLayoutChg>
      </pc:sldMasterChg>
      <pc:sldMasterChg chg="setBg modSldLayout">
        <pc:chgData name="Hassan Haddouch" userId="38bca422-f6bf-43f4-8b2e-93319d8cf316" providerId="ADAL" clId="{A4732D40-AFDB-4A4F-8798-CB7E540E6163}" dt="2026-03-27T09:33:46.455" v="158"/>
        <pc:sldMasterMkLst>
          <pc:docMk/>
          <pc:sldMasterMk cId="114473612" sldId="2147483718"/>
        </pc:sldMasterMkLst>
        <pc:sldLayoutChg chg="setBg">
          <pc:chgData name="Hassan Haddouch" userId="38bca422-f6bf-43f4-8b2e-93319d8cf316" providerId="ADAL" clId="{A4732D40-AFDB-4A4F-8798-CB7E540E6163}" dt="2026-03-27T09:33:46.455" v="158"/>
          <pc:sldLayoutMkLst>
            <pc:docMk/>
            <pc:sldMasterMk cId="114473612" sldId="2147483718"/>
            <pc:sldLayoutMk cId="4161265256" sldId="2147483719"/>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51354213" sldId="2147483720"/>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3080883295" sldId="2147483721"/>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3790738976" sldId="2147483722"/>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4284028066" sldId="2147483723"/>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1888126049" sldId="2147483724"/>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1760948725" sldId="2147483725"/>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2020451743" sldId="2147483726"/>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2947753040" sldId="2147483727"/>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1404008081" sldId="2147483728"/>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1131966022" sldId="2147483729"/>
          </pc:sldLayoutMkLst>
        </pc:sldLayoutChg>
        <pc:sldLayoutChg chg="setBg">
          <pc:chgData name="Hassan Haddouch" userId="38bca422-f6bf-43f4-8b2e-93319d8cf316" providerId="ADAL" clId="{A4732D40-AFDB-4A4F-8798-CB7E540E6163}" dt="2026-03-27T09:33:46.455" v="158"/>
          <pc:sldLayoutMkLst>
            <pc:docMk/>
            <pc:sldMasterMk cId="114473612" sldId="2147483718"/>
            <pc:sldLayoutMk cId="2338867037" sldId="2147483730"/>
          </pc:sldLayoutMkLst>
        </pc:sldLayoutChg>
      </pc:sldMasterChg>
      <pc:sldMasterChg chg="setBg modSldLayout">
        <pc:chgData name="Hassan Haddouch" userId="38bca422-f6bf-43f4-8b2e-93319d8cf316" providerId="ADAL" clId="{A4732D40-AFDB-4A4F-8798-CB7E540E6163}" dt="2026-03-27T09:33:46.455" v="158"/>
        <pc:sldMasterMkLst>
          <pc:docMk/>
          <pc:sldMasterMk cId="2437477827" sldId="2147483731"/>
        </pc:sldMasterMkLst>
        <pc:sldLayoutChg chg="setBg">
          <pc:chgData name="Hassan Haddouch" userId="38bca422-f6bf-43f4-8b2e-93319d8cf316" providerId="ADAL" clId="{A4732D40-AFDB-4A4F-8798-CB7E540E6163}" dt="2026-03-27T09:33:46.455" v="158"/>
          <pc:sldLayoutMkLst>
            <pc:docMk/>
            <pc:sldMasterMk cId="2437477827" sldId="2147483731"/>
            <pc:sldLayoutMk cId="131970752" sldId="2147483732"/>
          </pc:sldLayoutMkLst>
        </pc:sldLayoutChg>
        <pc:sldLayoutChg chg="setBg">
          <pc:chgData name="Hassan Haddouch" userId="38bca422-f6bf-43f4-8b2e-93319d8cf316" providerId="ADAL" clId="{A4732D40-AFDB-4A4F-8798-CB7E540E6163}" dt="2026-03-27T09:33:46.455" v="158"/>
          <pc:sldLayoutMkLst>
            <pc:docMk/>
            <pc:sldMasterMk cId="2437477827" sldId="2147483731"/>
            <pc:sldLayoutMk cId="2693336083" sldId="2147483733"/>
          </pc:sldLayoutMkLst>
        </pc:sldLayoutChg>
      </pc:sldMasterChg>
      <pc:sldMasterChg chg="setBg modSldLayout">
        <pc:chgData name="Hassan Haddouch" userId="38bca422-f6bf-43f4-8b2e-93319d8cf316" providerId="ADAL" clId="{A4732D40-AFDB-4A4F-8798-CB7E540E6163}" dt="2026-03-27T09:33:46.455" v="158"/>
        <pc:sldMasterMkLst>
          <pc:docMk/>
          <pc:sldMasterMk cId="2751183015" sldId="2147483734"/>
        </pc:sldMasterMkLst>
        <pc:sldLayoutChg chg="setBg">
          <pc:chgData name="Hassan Haddouch" userId="38bca422-f6bf-43f4-8b2e-93319d8cf316" providerId="ADAL" clId="{A4732D40-AFDB-4A4F-8798-CB7E540E6163}" dt="2026-03-27T09:33:46.455" v="158"/>
          <pc:sldLayoutMkLst>
            <pc:docMk/>
            <pc:sldMasterMk cId="2751183015" sldId="2147483734"/>
            <pc:sldLayoutMk cId="4231520130" sldId="2147483735"/>
          </pc:sldLayoutMkLst>
        </pc:sldLayoutChg>
        <pc:sldLayoutChg chg="setBg">
          <pc:chgData name="Hassan Haddouch" userId="38bca422-f6bf-43f4-8b2e-93319d8cf316" providerId="ADAL" clId="{A4732D40-AFDB-4A4F-8798-CB7E540E6163}" dt="2026-03-27T09:33:46.455" v="158"/>
          <pc:sldLayoutMkLst>
            <pc:docMk/>
            <pc:sldMasterMk cId="2751183015" sldId="2147483734"/>
            <pc:sldLayoutMk cId="3834535817" sldId="2147483736"/>
          </pc:sldLayoutMkLst>
        </pc:sldLayoutChg>
        <pc:sldLayoutChg chg="setBg">
          <pc:chgData name="Hassan Haddouch" userId="38bca422-f6bf-43f4-8b2e-93319d8cf316" providerId="ADAL" clId="{A4732D40-AFDB-4A4F-8798-CB7E540E6163}" dt="2026-03-27T09:33:46.455" v="158"/>
          <pc:sldLayoutMkLst>
            <pc:docMk/>
            <pc:sldMasterMk cId="2751183015" sldId="2147483734"/>
            <pc:sldLayoutMk cId="1874582723" sldId="2147483737"/>
          </pc:sldLayoutMkLst>
        </pc:sldLayoutChg>
        <pc:sldLayoutChg chg="setBg">
          <pc:chgData name="Hassan Haddouch" userId="38bca422-f6bf-43f4-8b2e-93319d8cf316" providerId="ADAL" clId="{A4732D40-AFDB-4A4F-8798-CB7E540E6163}" dt="2026-03-27T09:33:46.455" v="158"/>
          <pc:sldLayoutMkLst>
            <pc:docMk/>
            <pc:sldMasterMk cId="2751183015" sldId="2147483734"/>
            <pc:sldLayoutMk cId="3013501382" sldId="2147483738"/>
          </pc:sldLayoutMkLst>
        </pc:sldLayoutChg>
        <pc:sldLayoutChg chg="setBg">
          <pc:chgData name="Hassan Haddouch" userId="38bca422-f6bf-43f4-8b2e-93319d8cf316" providerId="ADAL" clId="{A4732D40-AFDB-4A4F-8798-CB7E540E6163}" dt="2026-03-27T09:33:46.455" v="158"/>
          <pc:sldLayoutMkLst>
            <pc:docMk/>
            <pc:sldMasterMk cId="2751183015" sldId="2147483734"/>
            <pc:sldLayoutMk cId="4024496330" sldId="2147483739"/>
          </pc:sldLayoutMkLst>
        </pc:sldLayoutChg>
        <pc:sldLayoutChg chg="setBg">
          <pc:chgData name="Hassan Haddouch" userId="38bca422-f6bf-43f4-8b2e-93319d8cf316" providerId="ADAL" clId="{A4732D40-AFDB-4A4F-8798-CB7E540E6163}" dt="2026-03-27T09:33:46.455" v="158"/>
          <pc:sldLayoutMkLst>
            <pc:docMk/>
            <pc:sldMasterMk cId="2751183015" sldId="2147483734"/>
            <pc:sldLayoutMk cId="3620400645" sldId="2147483740"/>
          </pc:sldLayoutMkLst>
        </pc:sldLayoutChg>
      </pc:sldMasterChg>
      <pc:sldMasterChg chg="setBg modSldLayout">
        <pc:chgData name="Hassan Haddouch" userId="38bca422-f6bf-43f4-8b2e-93319d8cf316" providerId="ADAL" clId="{A4732D40-AFDB-4A4F-8798-CB7E540E6163}" dt="2026-03-27T09:33:46.455" v="158"/>
        <pc:sldMasterMkLst>
          <pc:docMk/>
          <pc:sldMasterMk cId="4205760339" sldId="2147483741"/>
        </pc:sldMasterMkLst>
        <pc:sldLayoutChg chg="setBg">
          <pc:chgData name="Hassan Haddouch" userId="38bca422-f6bf-43f4-8b2e-93319d8cf316" providerId="ADAL" clId="{A4732D40-AFDB-4A4F-8798-CB7E540E6163}" dt="2026-03-27T09:33:46.455" v="158"/>
          <pc:sldLayoutMkLst>
            <pc:docMk/>
            <pc:sldMasterMk cId="4205760339" sldId="2147483741"/>
            <pc:sldLayoutMk cId="257052986" sldId="2147483742"/>
          </pc:sldLayoutMkLst>
        </pc:sldLayoutChg>
      </pc:sldMasterChg>
      <pc:sldMasterChg chg="setBg modSldLayout">
        <pc:chgData name="Hassan Haddouch" userId="38bca422-f6bf-43f4-8b2e-93319d8cf316" providerId="ADAL" clId="{A4732D40-AFDB-4A4F-8798-CB7E540E6163}" dt="2026-03-27T09:33:46.455" v="158"/>
        <pc:sldMasterMkLst>
          <pc:docMk/>
          <pc:sldMasterMk cId="2859081101" sldId="2147483743"/>
        </pc:sldMasterMkLst>
        <pc:sldLayoutChg chg="setBg">
          <pc:chgData name="Hassan Haddouch" userId="38bca422-f6bf-43f4-8b2e-93319d8cf316" providerId="ADAL" clId="{A4732D40-AFDB-4A4F-8798-CB7E540E6163}" dt="2026-03-27T09:33:46.455" v="158"/>
          <pc:sldLayoutMkLst>
            <pc:docMk/>
            <pc:sldMasterMk cId="2859081101" sldId="2147483743"/>
            <pc:sldLayoutMk cId="967092642" sldId="2147483744"/>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2021899449" sldId="2147483745"/>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2057468415" sldId="2147483746"/>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4065260854" sldId="2147483747"/>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1996925326" sldId="2147483748"/>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2525186088" sldId="2147483749"/>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2525174618" sldId="2147483750"/>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1314449709" sldId="2147483751"/>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1698756136" sldId="2147483752"/>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3925544832" sldId="2147483753"/>
          </pc:sldLayoutMkLst>
        </pc:sldLayoutChg>
        <pc:sldLayoutChg chg="setBg">
          <pc:chgData name="Hassan Haddouch" userId="38bca422-f6bf-43f4-8b2e-93319d8cf316" providerId="ADAL" clId="{A4732D40-AFDB-4A4F-8798-CB7E540E6163}" dt="2026-03-27T09:33:46.455" v="158"/>
          <pc:sldLayoutMkLst>
            <pc:docMk/>
            <pc:sldMasterMk cId="2859081101" sldId="2147483743"/>
            <pc:sldLayoutMk cId="260962850" sldId="2147483754"/>
          </pc:sldLayoutMkLst>
        </pc:sldLayoutChg>
      </pc:sldMasterChg>
      <pc:sldMasterChg chg="setBg modSldLayout">
        <pc:chgData name="Hassan Haddouch" userId="38bca422-f6bf-43f4-8b2e-93319d8cf316" providerId="ADAL" clId="{A4732D40-AFDB-4A4F-8798-CB7E540E6163}" dt="2026-03-27T09:33:46.455" v="158"/>
        <pc:sldMasterMkLst>
          <pc:docMk/>
          <pc:sldMasterMk cId="1772694165" sldId="2147483755"/>
        </pc:sldMasterMkLst>
        <pc:sldLayoutChg chg="setBg">
          <pc:chgData name="Hassan Haddouch" userId="38bca422-f6bf-43f4-8b2e-93319d8cf316" providerId="ADAL" clId="{A4732D40-AFDB-4A4F-8798-CB7E540E6163}" dt="2026-03-27T09:33:46.455" v="158"/>
          <pc:sldLayoutMkLst>
            <pc:docMk/>
            <pc:sldMasterMk cId="1772694165" sldId="2147483755"/>
            <pc:sldLayoutMk cId="3392489693" sldId="2147483756"/>
          </pc:sldLayoutMkLst>
        </pc:sldLayoutChg>
        <pc:sldLayoutChg chg="setBg">
          <pc:chgData name="Hassan Haddouch" userId="38bca422-f6bf-43f4-8b2e-93319d8cf316" providerId="ADAL" clId="{A4732D40-AFDB-4A4F-8798-CB7E540E6163}" dt="2026-03-27T09:33:46.455" v="158"/>
          <pc:sldLayoutMkLst>
            <pc:docMk/>
            <pc:sldMasterMk cId="1772694165" sldId="2147483755"/>
            <pc:sldLayoutMk cId="4293185087" sldId="2147483757"/>
          </pc:sldLayoutMkLst>
        </pc:sldLayoutChg>
      </pc:sldMasterChg>
      <pc:sldMasterChg chg="setBg modSldLayout">
        <pc:chgData name="Hassan Haddouch" userId="38bca422-f6bf-43f4-8b2e-93319d8cf316" providerId="ADAL" clId="{A4732D40-AFDB-4A4F-8798-CB7E540E6163}" dt="2026-03-27T09:33:46.455" v="158"/>
        <pc:sldMasterMkLst>
          <pc:docMk/>
          <pc:sldMasterMk cId="4101923991" sldId="2147483758"/>
        </pc:sldMasterMkLst>
        <pc:sldLayoutChg chg="setBg">
          <pc:chgData name="Hassan Haddouch" userId="38bca422-f6bf-43f4-8b2e-93319d8cf316" providerId="ADAL" clId="{A4732D40-AFDB-4A4F-8798-CB7E540E6163}" dt="2026-03-27T09:33:46.455" v="158"/>
          <pc:sldLayoutMkLst>
            <pc:docMk/>
            <pc:sldMasterMk cId="4101923991" sldId="2147483758"/>
            <pc:sldLayoutMk cId="1328536212" sldId="2147483759"/>
          </pc:sldLayoutMkLst>
        </pc:sldLayoutChg>
        <pc:sldLayoutChg chg="setBg">
          <pc:chgData name="Hassan Haddouch" userId="38bca422-f6bf-43f4-8b2e-93319d8cf316" providerId="ADAL" clId="{A4732D40-AFDB-4A4F-8798-CB7E540E6163}" dt="2026-03-27T09:33:46.455" v="158"/>
          <pc:sldLayoutMkLst>
            <pc:docMk/>
            <pc:sldMasterMk cId="4101923991" sldId="2147483758"/>
            <pc:sldLayoutMk cId="3606827338" sldId="2147483760"/>
          </pc:sldLayoutMkLst>
        </pc:sldLayoutChg>
        <pc:sldLayoutChg chg="setBg">
          <pc:chgData name="Hassan Haddouch" userId="38bca422-f6bf-43f4-8b2e-93319d8cf316" providerId="ADAL" clId="{A4732D40-AFDB-4A4F-8798-CB7E540E6163}" dt="2026-03-27T09:33:46.455" v="158"/>
          <pc:sldLayoutMkLst>
            <pc:docMk/>
            <pc:sldMasterMk cId="4101923991" sldId="2147483758"/>
            <pc:sldLayoutMk cId="3883038916" sldId="2147483761"/>
          </pc:sldLayoutMkLst>
        </pc:sldLayoutChg>
        <pc:sldLayoutChg chg="setBg">
          <pc:chgData name="Hassan Haddouch" userId="38bca422-f6bf-43f4-8b2e-93319d8cf316" providerId="ADAL" clId="{A4732D40-AFDB-4A4F-8798-CB7E540E6163}" dt="2026-03-27T09:33:46.455" v="158"/>
          <pc:sldLayoutMkLst>
            <pc:docMk/>
            <pc:sldMasterMk cId="4101923991" sldId="2147483758"/>
            <pc:sldLayoutMk cId="1548467145" sldId="2147483762"/>
          </pc:sldLayoutMkLst>
        </pc:sldLayoutChg>
        <pc:sldLayoutChg chg="setBg">
          <pc:chgData name="Hassan Haddouch" userId="38bca422-f6bf-43f4-8b2e-93319d8cf316" providerId="ADAL" clId="{A4732D40-AFDB-4A4F-8798-CB7E540E6163}" dt="2026-03-27T09:33:46.455" v="158"/>
          <pc:sldLayoutMkLst>
            <pc:docMk/>
            <pc:sldMasterMk cId="4101923991" sldId="2147483758"/>
            <pc:sldLayoutMk cId="3937646051" sldId="2147483763"/>
          </pc:sldLayoutMkLst>
        </pc:sldLayoutChg>
        <pc:sldLayoutChg chg="setBg">
          <pc:chgData name="Hassan Haddouch" userId="38bca422-f6bf-43f4-8b2e-93319d8cf316" providerId="ADAL" clId="{A4732D40-AFDB-4A4F-8798-CB7E540E6163}" dt="2026-03-27T09:33:46.455" v="158"/>
          <pc:sldLayoutMkLst>
            <pc:docMk/>
            <pc:sldMasterMk cId="4101923991" sldId="2147483758"/>
            <pc:sldLayoutMk cId="3436948157" sldId="2147483764"/>
          </pc:sldLayoutMkLst>
        </pc:sldLayoutChg>
      </pc:sldMasterChg>
      <pc:sldMasterChg chg="setBg modSldLayout">
        <pc:chgData name="Hassan Haddouch" userId="38bca422-f6bf-43f4-8b2e-93319d8cf316" providerId="ADAL" clId="{A4732D40-AFDB-4A4F-8798-CB7E540E6163}" dt="2026-03-27T09:33:46.455" v="158"/>
        <pc:sldMasterMkLst>
          <pc:docMk/>
          <pc:sldMasterMk cId="602579811" sldId="2147483765"/>
        </pc:sldMasterMkLst>
        <pc:sldLayoutChg chg="setBg">
          <pc:chgData name="Hassan Haddouch" userId="38bca422-f6bf-43f4-8b2e-93319d8cf316" providerId="ADAL" clId="{A4732D40-AFDB-4A4F-8798-CB7E540E6163}" dt="2026-03-27T09:33:46.455" v="158"/>
          <pc:sldLayoutMkLst>
            <pc:docMk/>
            <pc:sldMasterMk cId="602579811" sldId="2147483765"/>
            <pc:sldLayoutMk cId="3098716974" sldId="2147483766"/>
          </pc:sldLayoutMkLst>
        </pc:sldLayoutChg>
      </pc:sldMasterChg>
      <pc:sldMasterChg chg="setBg delSldLayout modSldLayout">
        <pc:chgData name="Hassan Haddouch" userId="38bca422-f6bf-43f4-8b2e-93319d8cf316" providerId="ADAL" clId="{A4732D40-AFDB-4A4F-8798-CB7E540E6163}" dt="2026-03-27T15:59:26.053" v="2169" actId="47"/>
        <pc:sldMasterMkLst>
          <pc:docMk/>
          <pc:sldMasterMk cId="3053617172" sldId="2147483768"/>
        </pc:sldMasterMkLst>
        <pc:sldLayoutChg chg="setBg">
          <pc:chgData name="Hassan Haddouch" userId="38bca422-f6bf-43f4-8b2e-93319d8cf316" providerId="ADAL" clId="{A4732D40-AFDB-4A4F-8798-CB7E540E6163}" dt="2026-03-27T09:33:46.455" v="158"/>
          <pc:sldLayoutMkLst>
            <pc:docMk/>
            <pc:sldMasterMk cId="3053617172" sldId="2147483768"/>
            <pc:sldLayoutMk cId="500931380" sldId="2147483650"/>
          </pc:sldLayoutMkLst>
        </pc:sldLayoutChg>
        <pc:sldLayoutChg chg="del setBg">
          <pc:chgData name="Hassan Haddouch" userId="38bca422-f6bf-43f4-8b2e-93319d8cf316" providerId="ADAL" clId="{A4732D40-AFDB-4A4F-8798-CB7E540E6163}" dt="2026-03-27T15:59:26.053" v="2169" actId="47"/>
          <pc:sldLayoutMkLst>
            <pc:docMk/>
            <pc:sldMasterMk cId="3053617172" sldId="2147483768"/>
            <pc:sldLayoutMk cId="122222925" sldId="2147483681"/>
          </pc:sldLayoutMkLst>
        </pc:sldLayoutChg>
      </pc:sldMasterChg>
      <pc:sldMasterChg chg="add del setBg addSldLayout delSldLayout modSldLayout">
        <pc:chgData name="Hassan Haddouch" userId="38bca422-f6bf-43f4-8b2e-93319d8cf316" providerId="ADAL" clId="{A4732D40-AFDB-4A4F-8798-CB7E540E6163}" dt="2026-03-27T09:40:23.996" v="184" actId="47"/>
        <pc:sldMasterMkLst>
          <pc:docMk/>
          <pc:sldMasterMk cId="4149558838" sldId="2147483822"/>
        </pc:sldMasterMkLst>
        <pc:sldLayoutChg chg="add del setBg">
          <pc:chgData name="Hassan Haddouch" userId="38bca422-f6bf-43f4-8b2e-93319d8cf316" providerId="ADAL" clId="{A4732D40-AFDB-4A4F-8798-CB7E540E6163}" dt="2026-03-27T09:40:23.996" v="184" actId="47"/>
          <pc:sldLayoutMkLst>
            <pc:docMk/>
            <pc:sldMasterMk cId="4149558838" sldId="2147483822"/>
            <pc:sldLayoutMk cId="4039882959" sldId="2147483823"/>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603802878" sldId="2147483824"/>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46507846" sldId="2147483825"/>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2959196030" sldId="2147483826"/>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2472095169" sldId="2147483827"/>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1852482223" sldId="2147483828"/>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2139806153" sldId="2147483829"/>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2179298457" sldId="2147483830"/>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1359833473" sldId="2147483831"/>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1083653193" sldId="2147483832"/>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1963255034" sldId="2147483833"/>
          </pc:sldLayoutMkLst>
        </pc:sldLayoutChg>
        <pc:sldLayoutChg chg="add del setBg">
          <pc:chgData name="Hassan Haddouch" userId="38bca422-f6bf-43f4-8b2e-93319d8cf316" providerId="ADAL" clId="{A4732D40-AFDB-4A4F-8798-CB7E540E6163}" dt="2026-03-27T09:40:23.996" v="184" actId="47"/>
          <pc:sldLayoutMkLst>
            <pc:docMk/>
            <pc:sldMasterMk cId="4149558838" sldId="2147483822"/>
            <pc:sldLayoutMk cId="1131447427" sldId="2147483834"/>
          </pc:sldLayoutMkLst>
        </pc:sldLayoutChg>
      </pc:sldMasterChg>
      <pc:sldMasterChg chg="setBg modSldLayout">
        <pc:chgData name="Hassan Haddouch" userId="38bca422-f6bf-43f4-8b2e-93319d8cf316" providerId="ADAL" clId="{A4732D40-AFDB-4A4F-8798-CB7E540E6163}" dt="2026-03-27T09:33:46.455" v="158"/>
        <pc:sldMasterMkLst>
          <pc:docMk/>
          <pc:sldMasterMk cId="1961368696" sldId="2147483835"/>
        </pc:sldMasterMkLst>
        <pc:sldLayoutChg chg="setBg">
          <pc:chgData name="Hassan Haddouch" userId="38bca422-f6bf-43f4-8b2e-93319d8cf316" providerId="ADAL" clId="{A4732D40-AFDB-4A4F-8798-CB7E540E6163}" dt="2026-03-27T09:33:46.455" v="158"/>
          <pc:sldLayoutMkLst>
            <pc:docMk/>
            <pc:sldMasterMk cId="1961368696" sldId="2147483835"/>
            <pc:sldLayoutMk cId="2429012984" sldId="2147483836"/>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2326899413" sldId="2147483837"/>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1926625496" sldId="2147483838"/>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431722338" sldId="2147483839"/>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2922409483" sldId="2147483840"/>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2918430" sldId="2147483841"/>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297361064" sldId="2147483842"/>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1089750235" sldId="2147483843"/>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845726684" sldId="2147483844"/>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1724792344" sldId="2147483845"/>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242779596" sldId="2147483846"/>
          </pc:sldLayoutMkLst>
        </pc:sldLayoutChg>
        <pc:sldLayoutChg chg="setBg">
          <pc:chgData name="Hassan Haddouch" userId="38bca422-f6bf-43f4-8b2e-93319d8cf316" providerId="ADAL" clId="{A4732D40-AFDB-4A4F-8798-CB7E540E6163}" dt="2026-03-27T09:33:46.455" v="158"/>
          <pc:sldLayoutMkLst>
            <pc:docMk/>
            <pc:sldMasterMk cId="1961368696" sldId="2147483835"/>
            <pc:sldLayoutMk cId="3726329733" sldId="2147483847"/>
          </pc:sldLayoutMkLst>
        </pc:sldLayoutChg>
      </pc:sldMasterChg>
    </pc:docChg>
  </pc:docChgLst>
  <pc:docChgLst>
    <pc:chgData name="Hassan Haddouch" userId="38bca422-f6bf-43f4-8b2e-93319d8cf316" providerId="ADAL" clId="{32109165-C28E-48F6-BCB9-3C5B98C98733}"/>
    <pc:docChg chg="modSld">
      <pc:chgData name="Hassan Haddouch" userId="38bca422-f6bf-43f4-8b2e-93319d8cf316" providerId="ADAL" clId="{32109165-C28E-48F6-BCB9-3C5B98C98733}" dt="2025-10-27T14:11:42.627" v="20" actId="255"/>
      <pc:docMkLst>
        <pc:docMk/>
      </pc:docMkLst>
      <pc:sldChg chg="modSp mod">
        <pc:chgData name="Hassan Haddouch" userId="38bca422-f6bf-43f4-8b2e-93319d8cf316" providerId="ADAL" clId="{32109165-C28E-48F6-BCB9-3C5B98C98733}" dt="2025-10-27T14:11:42.627" v="20" actId="255"/>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1E0A4-160E-4AD3-8C28-4FBC3B1D463C}" type="datetimeFigureOut">
              <a:rPr lang="en-CH" smtClean="0"/>
              <a:t>03/31/2026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2D8DF9-2508-4802-BFA2-A9941BE0C827}" type="slidenum">
              <a:rPr lang="en-CH" smtClean="0"/>
              <a:t>‹#›</a:t>
            </a:fld>
            <a:endParaRPr lang="en-CH"/>
          </a:p>
        </p:txBody>
      </p:sp>
    </p:spTree>
    <p:extLst>
      <p:ext uri="{BB962C8B-B14F-4D97-AF65-F5344CB8AC3E}">
        <p14:creationId xmlns:p14="http://schemas.microsoft.com/office/powerpoint/2010/main" val="40265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w3.org/TR/dwbp/"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www.w3.org/TR/sdw-bp/"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592D8DF9-2508-4802-BFA2-A9941BE0C827}" type="slidenum">
              <a:rPr lang="en-CH" smtClean="0"/>
              <a:t>1</a:t>
            </a:fld>
            <a:endParaRPr lang="en-CH"/>
          </a:p>
        </p:txBody>
      </p:sp>
    </p:spTree>
    <p:extLst>
      <p:ext uri="{BB962C8B-B14F-4D97-AF65-F5344CB8AC3E}">
        <p14:creationId xmlns:p14="http://schemas.microsoft.com/office/powerpoint/2010/main" val="1982119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BE390-A25B-3CE5-E82A-02F61B2BD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78E33-84B4-6601-1BCE-B6FC7CC783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E064EA0-2023-A3D7-FD0A-45F4E3D8D08B}"/>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8303E82B-2F0E-B2A5-7198-8D04F54D8B1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6574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0871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77B25-0DD9-003C-3D3E-174999223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5D130-D085-C095-9C8C-6C701F547B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FED274A-D004-8451-6D17-D6F1B41CBD62}"/>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18F50C9C-0D59-FCF8-395B-97BD110440F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8328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418E4-EDE6-23B2-7DC1-E952FC20F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DD688-1DE7-D6E5-EE7B-B6A755FA6E7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0A01E25-E647-5050-DB77-808530EAC799}"/>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DD585038-A85E-D182-3DFC-8A480C906D0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0934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4C8FF-340C-902A-F8C2-49B37299E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F5798-1CAE-9D87-751D-00042CF7DCF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5F726DE-36DF-9AB9-3F25-E74883E3EED9}"/>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7DEDDEFB-022F-6BA8-CDC0-F91D0443C68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3480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3026-A1E7-28D7-5BE2-520E29AE9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1CC8-6F8A-D90B-AE06-04E3BC1F50A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64924A7-12FB-C70E-D860-46C398E651D5}"/>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8B4CE7C4-44DA-6428-2258-D055A303D7D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2653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7445C-EF5C-975B-7729-5B698B0B0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99BBE-346D-7E69-7BC5-F98A4858F4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88A89DB-F73E-DB95-2211-59447B717438}"/>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BADA16CB-4D22-FBBA-BA77-6B7C9BE3925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6969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940A1-D3E7-3191-8179-4832EAF2B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D4FF9-3EFC-6570-8BE0-3BF151CC74C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54BAD31-7C65-7681-1712-AD8DFFA82464}"/>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872B7623-C772-F30E-D12E-9C18DB3421C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3138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AF244-51BC-425E-27FD-AC3FBA213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0B743-77CA-3AA9-079A-C5136855B33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F154271-4B02-59BD-D46C-4B5703D1A5D1}"/>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61DF292D-7CBE-C56B-0C2E-E4F30D325BB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1118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5EC9F-7957-869C-1745-C0C0EEBB2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97D6D-5EA4-5F23-8668-C7F1AE691FD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932A507-13BA-7C96-C69F-AEAB720425D4}"/>
              </a:ext>
            </a:extLst>
          </p:cNvPr>
          <p:cNvSpPr>
            <a:spLocks noGrp="1"/>
          </p:cNvSpPr>
          <p:nvPr>
            <p:ph type="body" idx="1"/>
          </p:nvPr>
        </p:nvSpPr>
        <p:spPr/>
        <p:txBody>
          <a:bodyPr/>
          <a:lstStyle/>
          <a:p>
            <a:pPr marL="216000" indent="-216000">
              <a:lnSpc>
                <a:spcPct val="100000"/>
              </a:lnSpc>
            </a:pPr>
            <a:r>
              <a:rPr lang="en-GB" sz="2000" b="0" strike="noStrike" spc="-1" dirty="0">
                <a:latin typeface="Calibri"/>
              </a:rPr>
              <a:t>A little history to start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US" sz="1200" b="0" strike="noStrike" spc="-1" dirty="0">
                <a:solidFill>
                  <a:srgbClr val="000000"/>
                </a:solidFill>
                <a:latin typeface="+mn-lt"/>
                <a:ea typeface="+mn-ea"/>
              </a:rPr>
              <a:t>The WMO Global Telecommunications System (GTS), established in the 1970s was designed to enable WMO Members to share data and products with each other in support of operational weather forecasting. Over the last 40 years or so, the GTS has successfully moved indispensable, time-critical data between NMHSs day-in, day-out.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But weather and climate data is important to everyone. So WMO Congress commissioned the WMO Information System (WIS) in 2007.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US" sz="1200" b="0" strike="noStrike" spc="-1" dirty="0">
                <a:solidFill>
                  <a:srgbClr val="000000"/>
                </a:solidFill>
                <a:latin typeface="+mn-lt"/>
                <a:ea typeface="+mn-ea"/>
              </a:rPr>
              <a:t>WIS builds on and incorporates the GTS, adding a data catalogue, data discovery portal and additional mechanisms for users to subscribe to and download data shared on the GTS. It is comprised of hundreds of data providing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from across the globe (Data Collection and Production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and National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plus 15 Global Information System </a:t>
            </a:r>
            <a:r>
              <a:rPr lang="en-US" sz="1200" b="0" strike="noStrike" spc="-1" dirty="0" err="1">
                <a:solidFill>
                  <a:srgbClr val="000000"/>
                </a:solidFill>
                <a:latin typeface="+mn-lt"/>
                <a:ea typeface="+mn-ea"/>
              </a:rPr>
              <a:t>Centres</a:t>
            </a:r>
            <a:r>
              <a:rPr lang="en-US" sz="1200" b="0" strike="noStrike" spc="-1" dirty="0">
                <a:solidFill>
                  <a:srgbClr val="000000"/>
                </a:solidFill>
                <a:latin typeface="+mn-lt"/>
                <a:ea typeface="+mn-ea"/>
              </a:rPr>
              <a:t> (or GISCs) that are regional hubs for search, discovery, and access to data. </a:t>
            </a:r>
            <a:endParaRPr lang="en-US" sz="1200" b="0" strike="noStrike" spc="-1" dirty="0">
              <a:latin typeface="Calibri"/>
            </a:endParaRPr>
          </a:p>
          <a:p>
            <a:pPr marL="216000" indent="-216000">
              <a:lnSpc>
                <a:spcPct val="100000"/>
              </a:lnSpc>
            </a:pPr>
            <a:endParaRPr lang="en-US" sz="12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The original WIS is a child of its time – designed circa 2005. It’s based on service-oriented architecture principles, uses complex ISO 19115/19139-based XML for metadata, and is not well integrated into the Web. Since 2005, we’ve seen a move towards “webby” applications, with good practice characterised in the </a:t>
            </a:r>
            <a:r>
              <a:rPr lang="en-GB" sz="1200" b="0" u="sng" strike="noStrike" spc="-1" dirty="0">
                <a:solidFill>
                  <a:srgbClr val="000000"/>
                </a:solidFill>
                <a:uFillTx/>
                <a:latin typeface="+mn-lt"/>
                <a:ea typeface="+mn-ea"/>
                <a:hlinkClick r:id="rId3"/>
              </a:rPr>
              <a:t>W3C Data on the Web</a:t>
            </a:r>
            <a:r>
              <a:rPr lang="en-GB" sz="1200" b="0" strike="noStrike" spc="-1" dirty="0">
                <a:solidFill>
                  <a:srgbClr val="000000"/>
                </a:solidFill>
                <a:latin typeface="+mn-lt"/>
                <a:ea typeface="+mn-ea"/>
              </a:rPr>
              <a:t> and </a:t>
            </a:r>
            <a:r>
              <a:rPr lang="en-GB" sz="1200" b="0" u="sng" strike="noStrike" spc="-1" dirty="0">
                <a:solidFill>
                  <a:srgbClr val="000000"/>
                </a:solidFill>
                <a:uFillTx/>
                <a:latin typeface="+mn-lt"/>
                <a:ea typeface="+mn-ea"/>
                <a:hlinkClick r:id="rId4"/>
              </a:rPr>
              <a:t>W3C Spatial Data on the Web Best Practices</a:t>
            </a:r>
            <a:r>
              <a:rPr lang="en-GB" sz="1200" b="0" u="sng" strike="noStrike" spc="-1" dirty="0">
                <a:solidFill>
                  <a:srgbClr val="000000"/>
                </a:solidFill>
                <a:uFillTx/>
                <a:latin typeface="+mn-lt"/>
                <a:ea typeface="+mn-ea"/>
              </a:rPr>
              <a:t>.</a:t>
            </a:r>
            <a:r>
              <a:rPr lang="en-GB" sz="2000" b="0" strike="noStrike" spc="-1" dirty="0">
                <a:solidFill>
                  <a:srgbClr val="000000"/>
                </a:solidFill>
                <a:latin typeface="+mn-lt"/>
                <a:ea typeface="+mn-ea"/>
              </a:rPr>
              <a:t> In summary: Resource-oriented architecture, RESTful Web services, and JSON and HTML as core formats.</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This is a journey that OGC has been on for some time now, and many of the OGC API standards appear ripe for inclusion in WIS2. </a:t>
            </a:r>
            <a:endParaRPr lang="en-US" sz="2000" b="0" strike="noStrike" spc="-1" dirty="0">
              <a:latin typeface="Calibri"/>
            </a:endParaRPr>
          </a:p>
          <a:p>
            <a:pPr marL="216000" indent="-216000">
              <a:lnSpc>
                <a:spcPct val="100000"/>
              </a:lnSpc>
            </a:pPr>
            <a:endParaRPr lang="en-US" sz="2000" b="0" strike="noStrike" spc="-1" dirty="0">
              <a:latin typeface="Calibri"/>
            </a:endParaRPr>
          </a:p>
          <a:p>
            <a:pPr marL="216000" indent="-216000">
              <a:lnSpc>
                <a:spcPct val="100000"/>
              </a:lnSpc>
            </a:pPr>
            <a:r>
              <a:rPr lang="en-GB" sz="2000" b="0" strike="noStrike" spc="-1" dirty="0">
                <a:solidFill>
                  <a:srgbClr val="000000"/>
                </a:solidFill>
                <a:latin typeface="+mn-lt"/>
                <a:ea typeface="+mn-ea"/>
              </a:rPr>
              <a:t>Our aim for WIS2 is to increase data provider participation by lowering the technical barriers to entry, and from the data consumer perspective, make weather and climate data Findable, Accessible, Interoperable, and Reusable (FAIR).</a:t>
            </a:r>
            <a:endParaRPr lang="en-US" sz="2000" b="0" strike="noStrike" spc="-1" dirty="0">
              <a:latin typeface="Calibri"/>
            </a:endParaRPr>
          </a:p>
          <a:p>
            <a:endParaRPr lang="en-GB" dirty="0"/>
          </a:p>
          <a:p>
            <a:r>
              <a:rPr lang="en-GB" dirty="0"/>
              <a:t>---</a:t>
            </a:r>
          </a:p>
          <a:p>
            <a:endParaRPr lang="en-GB" dirty="0"/>
          </a:p>
          <a:p>
            <a:pPr marL="171450" indent="-171450">
              <a:buFont typeface="Arial" panose="020B0604020202020204" pitchFamily="34" charset="0"/>
              <a:buChar char="•"/>
            </a:pPr>
            <a:r>
              <a:rPr lang="en-GB" baseline="0" dirty="0"/>
              <a:t>Adoption of Internet enables people to make the best local choice for a connection – leveraging technology that is often commonly available and well understood</a:t>
            </a:r>
          </a:p>
          <a:p>
            <a:pPr marL="171450" indent="-171450">
              <a:buFont typeface="Arial" panose="020B0604020202020204" pitchFamily="34" charset="0"/>
              <a:buChar char="•"/>
            </a:pPr>
            <a:r>
              <a:rPr lang="en-GB" baseline="0" dirty="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many locations,</a:t>
            </a:r>
            <a:r>
              <a:rPr lang="en-GB" baseline="0" dirty="0"/>
              <a:t> Internet is reliable enough for safety critical applications – provided applications are built to be fault tolerant; may need to combine with [high-performance] managed networks to ensure quality of service (QoS)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dirty="0"/>
              <a:t>GISCs operate Area Meteorological Data Communications Network (AMDCN) considering reliability, security, and availability – high-performance managed networks may be necessary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Software Defined Wide-Area Networks (SD-WAN) enable Internet and managed networks to be used together to provide reliable connectivity at reasonable cost</a:t>
            </a:r>
          </a:p>
          <a:p>
            <a:endParaRPr lang="en-GB" dirty="0"/>
          </a:p>
          <a:p>
            <a:r>
              <a:rPr lang="en-GB" dirty="0"/>
              <a:t>---</a:t>
            </a:r>
          </a:p>
          <a:p>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core change for WIS 2.0 is use the Web to share data and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According to the World Wide Web Consortium (W3C) “the Web is the World’s most successful distributed information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With Web technology at its core, WIS 2.0 will use widely adopted open standards and leverage industry best practices.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Firstly, this will allow the global user community to conveniently discover, access and use authoritative weather, water and climate information.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 Secondly, it will be simpler for NMHSs to partner with others to deliver services to end-users due to sharing the same base technology.</a:t>
            </a:r>
          </a:p>
          <a:p>
            <a:endParaRPr lang="en-GB" dirty="0"/>
          </a:p>
        </p:txBody>
      </p:sp>
      <p:sp>
        <p:nvSpPr>
          <p:cNvPr id="4" name="Slide Number Placeholder 3">
            <a:extLst>
              <a:ext uri="{FF2B5EF4-FFF2-40B4-BE49-F238E27FC236}">
                <a16:creationId xmlns:a16="http://schemas.microsoft.com/office/drawing/2014/main" id="{75FA4AFF-3B3B-99B7-13E3-1C72C552771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D4AB8-3A11-4583-AC31-2BAB11A69637}"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129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dirty="0"/>
          </a:p>
        </p:txBody>
      </p:sp>
    </p:spTree>
    <p:extLst>
      <p:ext uri="{BB962C8B-B14F-4D97-AF65-F5344CB8AC3E}">
        <p14:creationId xmlns:p14="http://schemas.microsoft.com/office/powerpoint/2010/main" val="500931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C3EAE96-DCE0-88A1-D4B1-3E38DC1986D1}"/>
              </a:ext>
            </a:extLst>
          </p:cNvPr>
          <p:cNvSpPr>
            <a:spLocks noGrp="1"/>
          </p:cNvSpPr>
          <p:nvPr>
            <p:ph type="title" hasCustomPrompt="1"/>
          </p:nvPr>
        </p:nvSpPr>
        <p:spPr>
          <a:xfrm>
            <a:off x="0" y="2103441"/>
            <a:ext cx="12192000" cy="1325563"/>
          </a:xfrm>
          <a:prstGeom prst="rect">
            <a:avLst/>
          </a:prstGeom>
        </p:spPr>
        <p:txBody>
          <a:bodyPr/>
          <a:lstStyle>
            <a:lvl1pPr>
              <a:defRPr>
                <a:solidFill>
                  <a:srgbClr val="005BAA"/>
                </a:solidFill>
              </a:defRPr>
            </a:lvl1pPr>
          </a:lstStyle>
          <a:p>
            <a:r>
              <a:rPr lang="en-GB" dirty="0"/>
              <a:t>Thank you.</a:t>
            </a:r>
            <a:endParaRPr lang="en-FR" dirty="0"/>
          </a:p>
        </p:txBody>
      </p:sp>
      <p:sp>
        <p:nvSpPr>
          <p:cNvPr id="9" name="CuadroTexto 3">
            <a:extLst>
              <a:ext uri="{FF2B5EF4-FFF2-40B4-BE49-F238E27FC236}">
                <a16:creationId xmlns:a16="http://schemas.microsoft.com/office/drawing/2014/main" id="{002E4A1E-1EB0-0593-1C8D-3884AC9BB310}"/>
              </a:ext>
            </a:extLst>
          </p:cNvPr>
          <p:cNvSpPr txBox="1"/>
          <p:nvPr userDrawn="1"/>
        </p:nvSpPr>
        <p:spPr>
          <a:xfrm>
            <a:off x="3824880" y="4572083"/>
            <a:ext cx="4542243" cy="416011"/>
          </a:xfrm>
          <a:prstGeom prst="rect">
            <a:avLst/>
          </a:prstGeom>
          <a:noFill/>
        </p:spPr>
        <p:txBody>
          <a:bodyPr wrap="square" rtlCol="0">
            <a:spAutoFit/>
          </a:bodyPr>
          <a:lstStyle/>
          <a:p>
            <a:pPr marR="0" algn="ctr" rtl="0">
              <a:lnSpc>
                <a:spcPct val="150000"/>
              </a:lnSpc>
            </a:pPr>
            <a:r>
              <a:rPr lang="en-US" sz="2400" b="0" i="0" u="none" strike="noStrike" baseline="30000" dirty="0">
                <a:solidFill>
                  <a:srgbClr val="005BAA"/>
                </a:solidFill>
                <a:latin typeface="Arial" panose="020B0604020202020204" pitchFamily="34" charset="0"/>
                <a:ea typeface="Verdana" panose="020B0604030504040204" pitchFamily="34" charset="0"/>
                <a:cs typeface="Arial" panose="020B0604020202020204" pitchFamily="34" charset="0"/>
              </a:rPr>
              <a:t>wmo.int</a:t>
            </a:r>
          </a:p>
        </p:txBody>
      </p:sp>
    </p:spTree>
    <p:extLst>
      <p:ext uri="{BB962C8B-B14F-4D97-AF65-F5344CB8AC3E}">
        <p14:creationId xmlns:p14="http://schemas.microsoft.com/office/powerpoint/2010/main" val="2816942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786619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2849648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E0879-7C05-A601-B41B-D511DDF96AFE}"/>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AC3C8F8A-F4E7-5022-3F51-FC9CC5553D99}"/>
              </a:ext>
            </a:extLst>
          </p:cNvPr>
          <p:cNvSpPr>
            <a:spLocks noGrp="1"/>
          </p:cNvSpPr>
          <p:nvPr>
            <p:ph type="dt" sz="half" idx="10"/>
          </p:nvPr>
        </p:nvSpPr>
        <p:spPr/>
        <p:txBody>
          <a:bodyPr/>
          <a:lstStyle/>
          <a:p>
            <a:fld id="{C26A9B7B-9DC0-44B2-BD66-516E51898AB0}" type="datetimeFigureOut">
              <a:rPr lang="en-CH" smtClean="0"/>
              <a:t>03/31/2026</a:t>
            </a:fld>
            <a:endParaRPr lang="en-CH"/>
          </a:p>
        </p:txBody>
      </p:sp>
      <p:sp>
        <p:nvSpPr>
          <p:cNvPr id="4" name="Footer Placeholder 3">
            <a:extLst>
              <a:ext uri="{FF2B5EF4-FFF2-40B4-BE49-F238E27FC236}">
                <a16:creationId xmlns:a16="http://schemas.microsoft.com/office/drawing/2014/main" id="{47989E72-5DE8-9FF1-9B58-139AC1C59F45}"/>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0F6EB71F-518F-930C-8CC8-DEADAC2FCF78}"/>
              </a:ext>
            </a:extLst>
          </p:cNvPr>
          <p:cNvSpPr>
            <a:spLocks noGrp="1"/>
          </p:cNvSpPr>
          <p:nvPr>
            <p:ph type="sldNum" sz="quarter" idx="12"/>
          </p:nvPr>
        </p:nvSpPr>
        <p:spPr/>
        <p:txBody>
          <a:bodyPr/>
          <a:lstStyle/>
          <a:p>
            <a:fld id="{114ADCD2-4E4A-4C53-B521-1B01F400F0B8}" type="slidenum">
              <a:rPr lang="en-CH" smtClean="0"/>
              <a:t>‹#›</a:t>
            </a:fld>
            <a:endParaRPr lang="en-CH"/>
          </a:p>
        </p:txBody>
      </p:sp>
    </p:spTree>
    <p:extLst>
      <p:ext uri="{BB962C8B-B14F-4D97-AF65-F5344CB8AC3E}">
        <p14:creationId xmlns:p14="http://schemas.microsoft.com/office/powerpoint/2010/main" val="1998729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768122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42413354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5"/>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994234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12652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513542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30808832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7907389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40280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81260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09487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04517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77530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40080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19660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hank you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C3EAE96-DCE0-88A1-D4B1-3E38DC1986D1}"/>
              </a:ext>
            </a:extLst>
          </p:cNvPr>
          <p:cNvSpPr>
            <a:spLocks noGrp="1"/>
          </p:cNvSpPr>
          <p:nvPr>
            <p:ph type="title" hasCustomPrompt="1"/>
          </p:nvPr>
        </p:nvSpPr>
        <p:spPr>
          <a:xfrm>
            <a:off x="0" y="2103441"/>
            <a:ext cx="12192000" cy="1325563"/>
          </a:xfrm>
          <a:prstGeom prst="rect">
            <a:avLst/>
          </a:prstGeom>
        </p:spPr>
        <p:txBody>
          <a:bodyPr/>
          <a:lstStyle>
            <a:lvl1pPr>
              <a:defRPr>
                <a:solidFill>
                  <a:srgbClr val="005BAA"/>
                </a:solidFill>
              </a:defRPr>
            </a:lvl1pPr>
          </a:lstStyle>
          <a:p>
            <a:r>
              <a:rPr lang="en-GB" dirty="0"/>
              <a:t>Thank you.</a:t>
            </a:r>
            <a:endParaRPr lang="en-FR" dirty="0"/>
          </a:p>
        </p:txBody>
      </p:sp>
      <p:sp>
        <p:nvSpPr>
          <p:cNvPr id="9" name="CuadroTexto 3">
            <a:extLst>
              <a:ext uri="{FF2B5EF4-FFF2-40B4-BE49-F238E27FC236}">
                <a16:creationId xmlns:a16="http://schemas.microsoft.com/office/drawing/2014/main" id="{002E4A1E-1EB0-0593-1C8D-3884AC9BB310}"/>
              </a:ext>
            </a:extLst>
          </p:cNvPr>
          <p:cNvSpPr txBox="1"/>
          <p:nvPr userDrawn="1"/>
        </p:nvSpPr>
        <p:spPr>
          <a:xfrm>
            <a:off x="3824880" y="4572083"/>
            <a:ext cx="4542243" cy="416011"/>
          </a:xfrm>
          <a:prstGeom prst="rect">
            <a:avLst/>
          </a:prstGeom>
          <a:noFill/>
        </p:spPr>
        <p:txBody>
          <a:bodyPr wrap="square" rtlCol="0">
            <a:spAutoFit/>
          </a:bodyPr>
          <a:lstStyle/>
          <a:p>
            <a:pPr marR="0" algn="ctr" rtl="0">
              <a:lnSpc>
                <a:spcPct val="150000"/>
              </a:lnSpc>
            </a:pPr>
            <a:r>
              <a:rPr lang="en-US" sz="2400" b="0" i="0" u="none" strike="noStrike" baseline="30000" dirty="0">
                <a:solidFill>
                  <a:srgbClr val="005BAA"/>
                </a:solidFill>
                <a:latin typeface="Arial" panose="020B0604020202020204" pitchFamily="34" charset="0"/>
                <a:ea typeface="Verdana" panose="020B0604030504040204" pitchFamily="34" charset="0"/>
                <a:cs typeface="Arial" panose="020B0604020202020204" pitchFamily="34" charset="0"/>
              </a:rPr>
              <a:t>wmo.int</a:t>
            </a:r>
          </a:p>
        </p:txBody>
      </p:sp>
    </p:spTree>
    <p:extLst>
      <p:ext uri="{BB962C8B-B14F-4D97-AF65-F5344CB8AC3E}">
        <p14:creationId xmlns:p14="http://schemas.microsoft.com/office/powerpoint/2010/main" val="23388670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EC799-4231-2346-88CD-50EB4F7D6D01}"/>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87A7F83-D93D-B848-B8B4-C00862A7B962}"/>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84910179-53D6-2541-984B-2302772D1EB0}"/>
              </a:ext>
            </a:extLst>
          </p:cNvPr>
          <p:cNvSpPr>
            <a:spLocks noGrp="1"/>
          </p:cNvSpPr>
          <p:nvPr>
            <p:ph type="dt" sz="half" idx="10"/>
          </p:nvPr>
        </p:nvSpPr>
        <p:spPr/>
        <p:txBody>
          <a:bodyPr/>
          <a:lstStyle/>
          <a:p>
            <a:fld id="{242EED87-2C30-6C46-8CD5-5737BBF046EB}" type="datetimeFigureOut">
              <a:rPr lang="en-US" smtClean="0"/>
              <a:t>3/31/2026</a:t>
            </a:fld>
            <a:endParaRPr lang="en-US"/>
          </a:p>
        </p:txBody>
      </p:sp>
      <p:sp>
        <p:nvSpPr>
          <p:cNvPr id="5" name="Footer Placeholder 4">
            <a:extLst>
              <a:ext uri="{FF2B5EF4-FFF2-40B4-BE49-F238E27FC236}">
                <a16:creationId xmlns:a16="http://schemas.microsoft.com/office/drawing/2014/main" id="{0D6A9576-B9E5-EC45-822F-70872F479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47FFFE-58EC-AD47-BCC4-79F7901ED450}"/>
              </a:ext>
            </a:extLst>
          </p:cNvPr>
          <p:cNvSpPr>
            <a:spLocks noGrp="1"/>
          </p:cNvSpPr>
          <p:nvPr>
            <p:ph type="sldNum" sz="quarter" idx="12"/>
          </p:nvPr>
        </p:nvSpPr>
        <p:spPr/>
        <p:txBody>
          <a:bodyPr/>
          <a:lstStyle/>
          <a:p>
            <a:fld id="{0071B117-5D75-FF4D-911A-5C226444051F}" type="slidenum">
              <a:rPr lang="en-US" smtClean="0"/>
              <a:t>‹#›</a:t>
            </a:fld>
            <a:endParaRPr lang="en-US"/>
          </a:p>
        </p:txBody>
      </p:sp>
    </p:spTree>
    <p:extLst>
      <p:ext uri="{BB962C8B-B14F-4D97-AF65-F5344CB8AC3E}">
        <p14:creationId xmlns:p14="http://schemas.microsoft.com/office/powerpoint/2010/main" val="1319707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dirty="0"/>
          </a:p>
        </p:txBody>
      </p:sp>
    </p:spTree>
    <p:extLst>
      <p:ext uri="{BB962C8B-B14F-4D97-AF65-F5344CB8AC3E}">
        <p14:creationId xmlns:p14="http://schemas.microsoft.com/office/powerpoint/2010/main" val="26933360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ank you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C3EAE96-DCE0-88A1-D4B1-3E38DC1986D1}"/>
              </a:ext>
            </a:extLst>
          </p:cNvPr>
          <p:cNvSpPr>
            <a:spLocks noGrp="1"/>
          </p:cNvSpPr>
          <p:nvPr>
            <p:ph type="title" hasCustomPrompt="1"/>
          </p:nvPr>
        </p:nvSpPr>
        <p:spPr>
          <a:xfrm>
            <a:off x="0" y="2103441"/>
            <a:ext cx="12192000" cy="1325563"/>
          </a:xfrm>
          <a:prstGeom prst="rect">
            <a:avLst/>
          </a:prstGeom>
        </p:spPr>
        <p:txBody>
          <a:bodyPr/>
          <a:lstStyle>
            <a:lvl1pPr>
              <a:defRPr>
                <a:solidFill>
                  <a:srgbClr val="005BAA"/>
                </a:solidFill>
              </a:defRPr>
            </a:lvl1pPr>
          </a:lstStyle>
          <a:p>
            <a:r>
              <a:rPr lang="en-GB" dirty="0"/>
              <a:t>Thank you.</a:t>
            </a:r>
            <a:endParaRPr lang="en-FR" dirty="0"/>
          </a:p>
        </p:txBody>
      </p:sp>
      <p:sp>
        <p:nvSpPr>
          <p:cNvPr id="9" name="CuadroTexto 3">
            <a:extLst>
              <a:ext uri="{FF2B5EF4-FFF2-40B4-BE49-F238E27FC236}">
                <a16:creationId xmlns:a16="http://schemas.microsoft.com/office/drawing/2014/main" id="{002E4A1E-1EB0-0593-1C8D-3884AC9BB310}"/>
              </a:ext>
            </a:extLst>
          </p:cNvPr>
          <p:cNvSpPr txBox="1"/>
          <p:nvPr/>
        </p:nvSpPr>
        <p:spPr>
          <a:xfrm>
            <a:off x="3824880" y="4572083"/>
            <a:ext cx="4542243" cy="416011"/>
          </a:xfrm>
          <a:prstGeom prst="rect">
            <a:avLst/>
          </a:prstGeom>
          <a:noFill/>
        </p:spPr>
        <p:txBody>
          <a:bodyPr wrap="square" rtlCol="0">
            <a:spAutoFit/>
          </a:bodyPr>
          <a:lstStyle/>
          <a:p>
            <a:pPr marR="0" algn="ctr" rtl="0">
              <a:lnSpc>
                <a:spcPct val="150000"/>
              </a:lnSpc>
            </a:pPr>
            <a:r>
              <a:rPr lang="en-US" sz="2400" b="0" i="0" u="none" strike="noStrike" baseline="30000" dirty="0">
                <a:solidFill>
                  <a:srgbClr val="005BAA"/>
                </a:solidFill>
                <a:latin typeface="Arial" panose="020B0604020202020204" pitchFamily="34" charset="0"/>
                <a:ea typeface="Verdana" panose="020B0604030504040204" pitchFamily="34" charset="0"/>
                <a:cs typeface="Arial" panose="020B0604020202020204" pitchFamily="34" charset="0"/>
              </a:rPr>
              <a:t>wmo.int</a:t>
            </a:r>
          </a:p>
        </p:txBody>
      </p:sp>
    </p:spTree>
    <p:extLst>
      <p:ext uri="{BB962C8B-B14F-4D97-AF65-F5344CB8AC3E}">
        <p14:creationId xmlns:p14="http://schemas.microsoft.com/office/powerpoint/2010/main" val="42315201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8345358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8745827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E0879-7C05-A601-B41B-D511DDF96AFE}"/>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AC3C8F8A-F4E7-5022-3F51-FC9CC5553D99}"/>
              </a:ext>
            </a:extLst>
          </p:cNvPr>
          <p:cNvSpPr>
            <a:spLocks noGrp="1"/>
          </p:cNvSpPr>
          <p:nvPr>
            <p:ph type="dt" sz="half" idx="10"/>
          </p:nvPr>
        </p:nvSpPr>
        <p:spPr/>
        <p:txBody>
          <a:bodyPr/>
          <a:lstStyle/>
          <a:p>
            <a:fld id="{C26A9B7B-9DC0-44B2-BD66-516E51898AB0}" type="datetimeFigureOut">
              <a:rPr lang="en-CH" smtClean="0"/>
              <a:t>03/31/2026</a:t>
            </a:fld>
            <a:endParaRPr lang="en-CH"/>
          </a:p>
        </p:txBody>
      </p:sp>
      <p:sp>
        <p:nvSpPr>
          <p:cNvPr id="4" name="Footer Placeholder 3">
            <a:extLst>
              <a:ext uri="{FF2B5EF4-FFF2-40B4-BE49-F238E27FC236}">
                <a16:creationId xmlns:a16="http://schemas.microsoft.com/office/drawing/2014/main" id="{47989E72-5DE8-9FF1-9B58-139AC1C59F45}"/>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0F6EB71F-518F-930C-8CC8-DEADAC2FCF78}"/>
              </a:ext>
            </a:extLst>
          </p:cNvPr>
          <p:cNvSpPr>
            <a:spLocks noGrp="1"/>
          </p:cNvSpPr>
          <p:nvPr>
            <p:ph type="sldNum" sz="quarter" idx="12"/>
          </p:nvPr>
        </p:nvSpPr>
        <p:spPr/>
        <p:txBody>
          <a:bodyPr/>
          <a:lstStyle/>
          <a:p>
            <a:fld id="{114ADCD2-4E4A-4C53-B521-1B01F400F0B8}" type="slidenum">
              <a:rPr lang="en-CH" smtClean="0"/>
              <a:t>‹#›</a:t>
            </a:fld>
            <a:endParaRPr lang="en-CH"/>
          </a:p>
        </p:txBody>
      </p:sp>
    </p:spTree>
    <p:extLst>
      <p:ext uri="{BB962C8B-B14F-4D97-AF65-F5344CB8AC3E}">
        <p14:creationId xmlns:p14="http://schemas.microsoft.com/office/powerpoint/2010/main" val="30135013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40244963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36204006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5"/>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570529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9670926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0218994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0574684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40652608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9969253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5251860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5251746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31444970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16987561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9255448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609628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EC799-4231-2346-88CD-50EB4F7D6D01}"/>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87A7F83-D93D-B848-B8B4-C00862A7B962}"/>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84910179-53D6-2541-984B-2302772D1EB0}"/>
              </a:ext>
            </a:extLst>
          </p:cNvPr>
          <p:cNvSpPr>
            <a:spLocks noGrp="1"/>
          </p:cNvSpPr>
          <p:nvPr>
            <p:ph type="dt" sz="half" idx="10"/>
          </p:nvPr>
        </p:nvSpPr>
        <p:spPr/>
        <p:txBody>
          <a:bodyPr/>
          <a:lstStyle/>
          <a:p>
            <a:fld id="{242EED87-2C30-6C46-8CD5-5737BBF046EB}" type="datetimeFigureOut">
              <a:rPr lang="en-US" smtClean="0"/>
              <a:t>3/31/2026</a:t>
            </a:fld>
            <a:endParaRPr lang="en-US"/>
          </a:p>
        </p:txBody>
      </p:sp>
      <p:sp>
        <p:nvSpPr>
          <p:cNvPr id="5" name="Footer Placeholder 4">
            <a:extLst>
              <a:ext uri="{FF2B5EF4-FFF2-40B4-BE49-F238E27FC236}">
                <a16:creationId xmlns:a16="http://schemas.microsoft.com/office/drawing/2014/main" id="{0D6A9576-B9E5-EC45-822F-70872F479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47FFFE-58EC-AD47-BCC4-79F7901ED450}"/>
              </a:ext>
            </a:extLst>
          </p:cNvPr>
          <p:cNvSpPr>
            <a:spLocks noGrp="1"/>
          </p:cNvSpPr>
          <p:nvPr>
            <p:ph type="sldNum" sz="quarter" idx="12"/>
          </p:nvPr>
        </p:nvSpPr>
        <p:spPr/>
        <p:txBody>
          <a:bodyPr/>
          <a:lstStyle/>
          <a:p>
            <a:fld id="{0071B117-5D75-FF4D-911A-5C226444051F}" type="slidenum">
              <a:rPr lang="en-US" smtClean="0"/>
              <a:t>‹#›</a:t>
            </a:fld>
            <a:endParaRPr lang="en-US"/>
          </a:p>
        </p:txBody>
      </p:sp>
    </p:spTree>
    <p:extLst>
      <p:ext uri="{BB962C8B-B14F-4D97-AF65-F5344CB8AC3E}">
        <p14:creationId xmlns:p14="http://schemas.microsoft.com/office/powerpoint/2010/main" val="33924896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dirty="0"/>
          </a:p>
        </p:txBody>
      </p:sp>
    </p:spTree>
    <p:extLst>
      <p:ext uri="{BB962C8B-B14F-4D97-AF65-F5344CB8AC3E}">
        <p14:creationId xmlns:p14="http://schemas.microsoft.com/office/powerpoint/2010/main" val="42931850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hank you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C3EAE96-DCE0-88A1-D4B1-3E38DC1986D1}"/>
              </a:ext>
            </a:extLst>
          </p:cNvPr>
          <p:cNvSpPr>
            <a:spLocks noGrp="1"/>
          </p:cNvSpPr>
          <p:nvPr>
            <p:ph type="title" hasCustomPrompt="1"/>
          </p:nvPr>
        </p:nvSpPr>
        <p:spPr>
          <a:xfrm>
            <a:off x="0" y="2103441"/>
            <a:ext cx="12192000" cy="1325563"/>
          </a:xfrm>
          <a:prstGeom prst="rect">
            <a:avLst/>
          </a:prstGeom>
        </p:spPr>
        <p:txBody>
          <a:bodyPr/>
          <a:lstStyle>
            <a:lvl1pPr>
              <a:defRPr>
                <a:solidFill>
                  <a:srgbClr val="005BAA"/>
                </a:solidFill>
              </a:defRPr>
            </a:lvl1pPr>
          </a:lstStyle>
          <a:p>
            <a:r>
              <a:rPr lang="en-GB" dirty="0"/>
              <a:t>Thank you.</a:t>
            </a:r>
            <a:endParaRPr lang="en-FR" dirty="0"/>
          </a:p>
        </p:txBody>
      </p:sp>
      <p:sp>
        <p:nvSpPr>
          <p:cNvPr id="9" name="CuadroTexto 3">
            <a:extLst>
              <a:ext uri="{FF2B5EF4-FFF2-40B4-BE49-F238E27FC236}">
                <a16:creationId xmlns:a16="http://schemas.microsoft.com/office/drawing/2014/main" id="{002E4A1E-1EB0-0593-1C8D-3884AC9BB310}"/>
              </a:ext>
            </a:extLst>
          </p:cNvPr>
          <p:cNvSpPr txBox="1"/>
          <p:nvPr/>
        </p:nvSpPr>
        <p:spPr>
          <a:xfrm>
            <a:off x="3824880" y="4572083"/>
            <a:ext cx="4542243" cy="416011"/>
          </a:xfrm>
          <a:prstGeom prst="rect">
            <a:avLst/>
          </a:prstGeom>
          <a:noFill/>
        </p:spPr>
        <p:txBody>
          <a:bodyPr wrap="square" rtlCol="0">
            <a:spAutoFit/>
          </a:bodyPr>
          <a:lstStyle/>
          <a:p>
            <a:pPr marR="0" algn="ctr" rtl="0">
              <a:lnSpc>
                <a:spcPct val="150000"/>
              </a:lnSpc>
            </a:pPr>
            <a:r>
              <a:rPr lang="en-US" sz="2400" b="0" i="0" u="none" strike="noStrike" baseline="30000" dirty="0">
                <a:solidFill>
                  <a:srgbClr val="005BAA"/>
                </a:solidFill>
                <a:latin typeface="Arial" panose="020B0604020202020204" pitchFamily="34" charset="0"/>
                <a:ea typeface="Verdana" panose="020B0604030504040204" pitchFamily="34" charset="0"/>
                <a:cs typeface="Arial" panose="020B0604020202020204" pitchFamily="34" charset="0"/>
              </a:rPr>
              <a:t>wmo.int</a:t>
            </a:r>
          </a:p>
        </p:txBody>
      </p:sp>
    </p:spTree>
    <p:extLst>
      <p:ext uri="{BB962C8B-B14F-4D97-AF65-F5344CB8AC3E}">
        <p14:creationId xmlns:p14="http://schemas.microsoft.com/office/powerpoint/2010/main" val="13285362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6068273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88303891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E0879-7C05-A601-B41B-D511DDF96AFE}"/>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AC3C8F8A-F4E7-5022-3F51-FC9CC5553D99}"/>
              </a:ext>
            </a:extLst>
          </p:cNvPr>
          <p:cNvSpPr>
            <a:spLocks noGrp="1"/>
          </p:cNvSpPr>
          <p:nvPr>
            <p:ph type="dt" sz="half" idx="10"/>
          </p:nvPr>
        </p:nvSpPr>
        <p:spPr/>
        <p:txBody>
          <a:bodyPr/>
          <a:lstStyle/>
          <a:p>
            <a:fld id="{C26A9B7B-9DC0-44B2-BD66-516E51898AB0}" type="datetimeFigureOut">
              <a:rPr lang="en-CH" smtClean="0"/>
              <a:t>03/31/2026</a:t>
            </a:fld>
            <a:endParaRPr lang="en-CH"/>
          </a:p>
        </p:txBody>
      </p:sp>
      <p:sp>
        <p:nvSpPr>
          <p:cNvPr id="4" name="Footer Placeholder 3">
            <a:extLst>
              <a:ext uri="{FF2B5EF4-FFF2-40B4-BE49-F238E27FC236}">
                <a16:creationId xmlns:a16="http://schemas.microsoft.com/office/drawing/2014/main" id="{47989E72-5DE8-9FF1-9B58-139AC1C59F45}"/>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0F6EB71F-518F-930C-8CC8-DEADAC2FCF78}"/>
              </a:ext>
            </a:extLst>
          </p:cNvPr>
          <p:cNvSpPr>
            <a:spLocks noGrp="1"/>
          </p:cNvSpPr>
          <p:nvPr>
            <p:ph type="sldNum" sz="quarter" idx="12"/>
          </p:nvPr>
        </p:nvSpPr>
        <p:spPr/>
        <p:txBody>
          <a:bodyPr/>
          <a:lstStyle/>
          <a:p>
            <a:fld id="{114ADCD2-4E4A-4C53-B521-1B01F400F0B8}" type="slidenum">
              <a:rPr lang="en-CH" smtClean="0"/>
              <a:t>‹#›</a:t>
            </a:fld>
            <a:endParaRPr lang="en-CH"/>
          </a:p>
        </p:txBody>
      </p:sp>
    </p:spTree>
    <p:extLst>
      <p:ext uri="{BB962C8B-B14F-4D97-AF65-F5344CB8AC3E}">
        <p14:creationId xmlns:p14="http://schemas.microsoft.com/office/powerpoint/2010/main" val="154846714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9376460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59AF2F-52C6-9B46-B8B2-0579234AE62E}" type="slidenum">
              <a:rPr lang="en-US" smtClean="0"/>
              <a:pPr/>
              <a:t>‹#›</a:t>
            </a:fld>
            <a:endParaRPr lang="en-US"/>
          </a:p>
        </p:txBody>
      </p:sp>
    </p:spTree>
    <p:extLst>
      <p:ext uri="{BB962C8B-B14F-4D97-AF65-F5344CB8AC3E}">
        <p14:creationId xmlns:p14="http://schemas.microsoft.com/office/powerpoint/2010/main" val="343694815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09600" y="1600205"/>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0987169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254850840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328496489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C09337-932E-DF18-5552-8A10A7DDC8CC}"/>
              </a:ext>
            </a:extLst>
          </p:cNvPr>
          <p:cNvSpPr>
            <a:spLocks noGrp="1"/>
          </p:cNvSpPr>
          <p:nvPr>
            <p:ph type="title"/>
          </p:nvPr>
        </p:nvSpPr>
        <p:spPr>
          <a:xfrm>
            <a:off x="838200" y="755547"/>
            <a:ext cx="10515600" cy="1325563"/>
          </a:xfrm>
          <a:prstGeom prst="rect">
            <a:avLst/>
          </a:prstGeom>
        </p:spPr>
        <p:txBody>
          <a:bodyPr vert="horz" lIns="91440" tIns="45720" rIns="91440" bIns="45720" rtlCol="0" anchor="ctr">
            <a:normAutofit/>
          </a:bodyPr>
          <a:lstStyle>
            <a:lvl1pPr>
              <a:defRPr b="1">
                <a:solidFill>
                  <a:srgbClr val="005BAA"/>
                </a:solidFill>
              </a:defRPr>
            </a:lvl1pPr>
          </a:lstStyle>
          <a:p>
            <a:r>
              <a:rPr lang="en-GB" dirty="0"/>
              <a:t>Cover – Insert title</a:t>
            </a:r>
            <a:endParaRPr lang="en-FR" dirty="0"/>
          </a:p>
        </p:txBody>
      </p:sp>
      <p:sp>
        <p:nvSpPr>
          <p:cNvPr id="7" name="Text Placeholder 2">
            <a:extLst>
              <a:ext uri="{FF2B5EF4-FFF2-40B4-BE49-F238E27FC236}">
                <a16:creationId xmlns:a16="http://schemas.microsoft.com/office/drawing/2014/main" id="{A0165C1A-53B3-D986-E0E9-DDD54523D08E}"/>
              </a:ext>
            </a:extLst>
          </p:cNvPr>
          <p:cNvSpPr>
            <a:spLocks noGrp="1"/>
          </p:cNvSpPr>
          <p:nvPr>
            <p:ph idx="1"/>
          </p:nvPr>
        </p:nvSpPr>
        <p:spPr>
          <a:xfrm>
            <a:off x="838200" y="2216043"/>
            <a:ext cx="10515600" cy="4351338"/>
          </a:xfrm>
          <a:prstGeom prst="rect">
            <a:avLst/>
          </a:prstGeom>
        </p:spPr>
        <p:txBody>
          <a:bodyPr vert="horz" lIns="91440" tIns="45720" rIns="91440" bIns="45720" rtlCol="0">
            <a:normAutofit/>
          </a:bodyPr>
          <a:lstStyle>
            <a:lvl1pPr algn="ctr">
              <a:defRPr sz="2100"/>
            </a:lvl1pPr>
            <a:lvl2pPr algn="ctr">
              <a:defRPr sz="2100"/>
            </a:lvl2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28524426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2901298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2689941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2662549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259AF2F-52C6-9B46-B8B2-0579234AE62E}" type="slidenum">
              <a:rPr lang="en-US" smtClean="0"/>
              <a:t>‹#›</a:t>
            </a:fld>
            <a:endParaRPr lang="en-US"/>
          </a:p>
        </p:txBody>
      </p:sp>
    </p:spTree>
    <p:extLst>
      <p:ext uri="{BB962C8B-B14F-4D97-AF65-F5344CB8AC3E}">
        <p14:creationId xmlns:p14="http://schemas.microsoft.com/office/powerpoint/2010/main" val="4317223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224094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1843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73610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8975023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4572668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247923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27795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C09337-932E-DF18-5552-8A10A7DDC8CC}"/>
              </a:ext>
            </a:extLst>
          </p:cNvPr>
          <p:cNvSpPr>
            <a:spLocks noGrp="1"/>
          </p:cNvSpPr>
          <p:nvPr>
            <p:ph type="title"/>
          </p:nvPr>
        </p:nvSpPr>
        <p:spPr>
          <a:xfrm>
            <a:off x="838200" y="755547"/>
            <a:ext cx="10515600" cy="1325563"/>
          </a:xfrm>
          <a:prstGeom prst="rect">
            <a:avLst/>
          </a:prstGeom>
        </p:spPr>
        <p:txBody>
          <a:bodyPr vert="horz" lIns="91440" tIns="45720" rIns="91440" bIns="45720" rtlCol="0" anchor="ctr">
            <a:normAutofit/>
          </a:bodyPr>
          <a:lstStyle>
            <a:lvl1pPr>
              <a:defRPr b="1">
                <a:solidFill>
                  <a:srgbClr val="005BAA"/>
                </a:solidFill>
              </a:defRPr>
            </a:lvl1pPr>
          </a:lstStyle>
          <a:p>
            <a:r>
              <a:rPr lang="en-GB" dirty="0"/>
              <a:t>Cover – Insert title</a:t>
            </a:r>
            <a:endParaRPr lang="en-FR" dirty="0"/>
          </a:p>
        </p:txBody>
      </p:sp>
      <p:sp>
        <p:nvSpPr>
          <p:cNvPr id="7" name="Text Placeholder 2">
            <a:extLst>
              <a:ext uri="{FF2B5EF4-FFF2-40B4-BE49-F238E27FC236}">
                <a16:creationId xmlns:a16="http://schemas.microsoft.com/office/drawing/2014/main" id="{A0165C1A-53B3-D986-E0E9-DDD54523D08E}"/>
              </a:ext>
            </a:extLst>
          </p:cNvPr>
          <p:cNvSpPr>
            <a:spLocks noGrp="1"/>
          </p:cNvSpPr>
          <p:nvPr>
            <p:ph idx="1"/>
          </p:nvPr>
        </p:nvSpPr>
        <p:spPr>
          <a:xfrm>
            <a:off x="838200" y="2216043"/>
            <a:ext cx="10515600" cy="4351338"/>
          </a:xfrm>
          <a:prstGeom prst="rect">
            <a:avLst/>
          </a:prstGeom>
        </p:spPr>
        <p:txBody>
          <a:bodyPr vert="horz" lIns="91440" tIns="45720" rIns="91440" bIns="45720" rtlCol="0">
            <a:normAutofit/>
          </a:bodyPr>
          <a:lstStyle>
            <a:lvl1pPr algn="ctr">
              <a:defRPr sz="2100"/>
            </a:lvl1pPr>
            <a:lvl2pPr algn="ctr">
              <a:defRPr sz="2100"/>
            </a:lvl2pPr>
          </a:lstStyle>
          <a:p>
            <a:pPr lvl="0"/>
            <a:r>
              <a:rPr lang="en-GB" dirty="0"/>
              <a:t>Click to edit Master text styles</a:t>
            </a:r>
          </a:p>
          <a:p>
            <a:pPr lvl="1"/>
            <a:r>
              <a:rPr lang="en-GB" dirty="0"/>
              <a:t>Second level</a:t>
            </a:r>
          </a:p>
        </p:txBody>
      </p:sp>
    </p:spTree>
    <p:extLst>
      <p:ext uri="{BB962C8B-B14F-4D97-AF65-F5344CB8AC3E}">
        <p14:creationId xmlns:p14="http://schemas.microsoft.com/office/powerpoint/2010/main" val="3726329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5.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33.xml"/><Relationship Id="rId1" Type="http://schemas.openxmlformats.org/officeDocument/2006/relationships/slideLayout" Target="../slideLayouts/slideLayout32.xml"/><Relationship Id="rId4" Type="http://schemas.openxmlformats.org/officeDocument/2006/relationships/image" Target="../media/image1.jp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6.xml"/><Relationship Id="rId7" Type="http://schemas.openxmlformats.org/officeDocument/2006/relationships/theme" Target="../theme/theme7.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8.xml"/><Relationship Id="rId1" Type="http://schemas.openxmlformats.org/officeDocument/2006/relationships/slideLayout" Target="../slideLayouts/slideLayout4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9.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2" Type="http://schemas.openxmlformats.org/officeDocument/2006/relationships/slideLayout" Target="../slideLayouts/slideLayout53.xml"/><Relationship Id="rId1" Type="http://schemas.openxmlformats.org/officeDocument/2006/relationships/slideLayout" Target="../slideLayouts/slideLayout52.xml"/><Relationship Id="rId4" Type="http://schemas.openxmlformats.org/officeDocument/2006/relationships/image" Target="../media/image1.jpg"/></Relationships>
</file>

<file path=ppt/slideMasters/_rels/slideMaster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56.xml"/><Relationship Id="rId7" Type="http://schemas.openxmlformats.org/officeDocument/2006/relationships/theme" Target="../theme/theme11.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4" Type="http://schemas.openxmlformats.org/officeDocument/2006/relationships/slideLayout" Target="../slideLayouts/slideLayout57.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2.xml"/><Relationship Id="rId1" Type="http://schemas.openxmlformats.org/officeDocument/2006/relationships/slideLayout" Target="../slideLayouts/slideLayout60.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63.xml"/><Relationship Id="rId2" Type="http://schemas.openxmlformats.org/officeDocument/2006/relationships/slideLayout" Target="../slideLayouts/slideLayout62.xml"/><Relationship Id="rId1" Type="http://schemas.openxmlformats.org/officeDocument/2006/relationships/slideLayout" Target="../slideLayouts/slideLayout61.xml"/><Relationship Id="rId5" Type="http://schemas.openxmlformats.org/officeDocument/2006/relationships/image" Target="../media/image2.png"/><Relationship Id="rId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theme" Target="../theme/theme14.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769" r:id="rId1"/>
    <p:sldLayoutId id="2147483661"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259AF2F-52C6-9B46-B8B2-0579234AE62E}" type="slidenum">
              <a:rPr lang="en-US" smtClean="0"/>
              <a:t>‹#›</a:t>
            </a:fld>
            <a:endParaRPr lang="en-US" dirty="0"/>
          </a:p>
        </p:txBody>
      </p:sp>
      <p:pic>
        <p:nvPicPr>
          <p:cNvPr id="5" name="Picture 4" descr="A close up of a logo&#10;&#10;Description automatically generated">
            <a:extLst>
              <a:ext uri="{FF2B5EF4-FFF2-40B4-BE49-F238E27FC236}">
                <a16:creationId xmlns:a16="http://schemas.microsoft.com/office/drawing/2014/main" id="{4CE3D274-0336-1548-B843-F77B57059E7B}"/>
              </a:ext>
            </a:extLst>
          </p:cNvPr>
          <p:cNvPicPr>
            <a:picLocks noChangeAspect="1"/>
          </p:cNvPicPr>
          <p:nvPr userDrawn="1"/>
        </p:nvPicPr>
        <p:blipFill>
          <a:blip r:embed="rId3"/>
          <a:stretch>
            <a:fillRect/>
          </a:stretch>
        </p:blipFill>
        <p:spPr>
          <a:xfrm>
            <a:off x="-52449" y="0"/>
            <a:ext cx="12244449" cy="6858000"/>
          </a:xfrm>
          <a:prstGeom prst="rect">
            <a:avLst/>
          </a:prstGeom>
        </p:spPr>
      </p:pic>
    </p:spTree>
    <p:extLst>
      <p:ext uri="{BB962C8B-B14F-4D97-AF65-F5344CB8AC3E}">
        <p14:creationId xmlns:p14="http://schemas.microsoft.com/office/powerpoint/2010/main" val="3053617172"/>
      </p:ext>
    </p:extLst>
  </p:cSld>
  <p:clrMap bg1="lt1" tx1="dk1" bg2="lt2" tx2="dk2" accent1="accent1" accent2="accent2" accent3="accent3" accent4="accent4" accent5="accent5" accent6="accent6" hlink="hlink" folHlink="folHlink"/>
  <p:sldLayoutIdLst>
    <p:sldLayoutId id="2147483650"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C007C7-A317-B3BD-4F67-1F0F9741F8A9}"/>
              </a:ext>
            </a:extLst>
          </p:cNvPr>
          <p:cNvPicPr>
            <a:picLocks noChangeAspect="1"/>
          </p:cNvPicPr>
          <p:nvPr userDrawn="1"/>
        </p:nvPicPr>
        <p:blipFill>
          <a:blip r:embed="rId8"/>
          <a:srcRect/>
          <a:stretch/>
        </p:blipFill>
        <p:spPr>
          <a:xfrm>
            <a:off x="0" y="3477952"/>
            <a:ext cx="12192000" cy="3380048"/>
          </a:xfrm>
          <a:prstGeom prst="rect">
            <a:avLst/>
          </a:prstGeom>
        </p:spPr>
      </p:pic>
      <p:sp>
        <p:nvSpPr>
          <p:cNvPr id="7" name="Title Placeholder 1">
            <a:extLst>
              <a:ext uri="{FF2B5EF4-FFF2-40B4-BE49-F238E27FC236}">
                <a16:creationId xmlns:a16="http://schemas.microsoft.com/office/drawing/2014/main" id="{B8A9C213-3E26-B848-BF1A-9E6EC69BD9F8}"/>
              </a:ext>
            </a:extLst>
          </p:cNvPr>
          <p:cNvSpPr>
            <a:spLocks noGrp="1"/>
          </p:cNvSpPr>
          <p:nvPr>
            <p:ph type="title"/>
          </p:nvPr>
        </p:nvSpPr>
        <p:spPr>
          <a:xfrm>
            <a:off x="836691" y="2204203"/>
            <a:ext cx="10515600" cy="1325563"/>
          </a:xfrm>
          <a:prstGeom prst="rect">
            <a:avLst/>
          </a:prstGeom>
        </p:spPr>
        <p:txBody>
          <a:bodyPr vert="horz" lIns="91440" tIns="45720" rIns="91440" bIns="45720" rtlCol="0" anchor="ctr">
            <a:normAutofit/>
          </a:bodyPr>
          <a:lstStyle/>
          <a:p>
            <a:r>
              <a:rPr lang="en-GB"/>
              <a:t>WMO PPT Style #2</a:t>
            </a:r>
            <a:endParaRPr lang="en-FR"/>
          </a:p>
        </p:txBody>
      </p:sp>
    </p:spTree>
    <p:extLst>
      <p:ext uri="{BB962C8B-B14F-4D97-AF65-F5344CB8AC3E}">
        <p14:creationId xmlns:p14="http://schemas.microsoft.com/office/powerpoint/2010/main" val="1933180123"/>
      </p:ext>
    </p:extLst>
  </p:cSld>
  <p:clrMap bg1="lt1" tx1="dk1" bg2="lt2" tx2="dk2" accent1="accent1" accent2="accent2" accent3="accent3" accent4="accent4" accent5="accent5" accent6="accent6" hlink="hlink" folHlink="folHlink"/>
  <p:sldLayoutIdLst>
    <p:sldLayoutId id="2147483673" r:id="rId1"/>
    <p:sldLayoutId id="2147483678" r:id="rId2"/>
    <p:sldLayoutId id="2147483680" r:id="rId3"/>
    <p:sldLayoutId id="2147483717" r:id="rId4"/>
    <p:sldLayoutId id="2147483714" r:id="rId5"/>
    <p:sldLayoutId id="2147483684" r:id="rId6"/>
  </p:sldLayoutIdLst>
  <p:txStyles>
    <p:titleStyle>
      <a:lvl1pPr algn="ctr" defTabSz="914400" rtl="0" eaLnBrk="1" latinLnBrk="0" hangingPunct="1">
        <a:lnSpc>
          <a:spcPct val="90000"/>
        </a:lnSpc>
        <a:spcBef>
          <a:spcPct val="0"/>
        </a:spcBef>
        <a:buNone/>
        <a:defRPr sz="4400" b="1" kern="1200">
          <a:solidFill>
            <a:srgbClr val="005BAA"/>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259AF2F-52C6-9B46-B8B2-0579234AE62E}" type="slidenum">
              <a:rPr lang="en-US" smtClean="0"/>
              <a:t>‹#›</a:t>
            </a:fld>
            <a:endParaRPr lang="en-US"/>
          </a:p>
        </p:txBody>
      </p:sp>
      <p:pic>
        <p:nvPicPr>
          <p:cNvPr id="4" name="Picture 3">
            <a:extLst>
              <a:ext uri="{FF2B5EF4-FFF2-40B4-BE49-F238E27FC236}">
                <a16:creationId xmlns:a16="http://schemas.microsoft.com/office/drawing/2014/main" id="{23F57D95-4D65-F719-C191-5DE6FF188BEA}"/>
              </a:ext>
            </a:extLst>
          </p:cNvPr>
          <p:cNvPicPr>
            <a:picLocks noChangeAspect="1"/>
          </p:cNvPicPr>
          <p:nvPr userDrawn="1"/>
        </p:nvPicPr>
        <p:blipFill>
          <a:blip r:embed="rId3"/>
          <a:srcRect/>
          <a:stretch/>
        </p:blipFill>
        <p:spPr>
          <a:xfrm>
            <a:off x="0" y="3477952"/>
            <a:ext cx="12192000" cy="3380048"/>
          </a:xfrm>
          <a:prstGeom prst="rect">
            <a:avLst/>
          </a:prstGeom>
        </p:spPr>
      </p:pic>
    </p:spTree>
    <p:extLst>
      <p:ext uri="{BB962C8B-B14F-4D97-AF65-F5344CB8AC3E}">
        <p14:creationId xmlns:p14="http://schemas.microsoft.com/office/powerpoint/2010/main" val="2171397915"/>
      </p:ext>
    </p:extLst>
  </p:cSld>
  <p:clrMap bg1="lt1" tx1="dk1" bg2="lt2" tx2="dk2" accent1="accent1" accent2="accent2" accent3="accent3" accent4="accent4" accent5="accent5" accent6="accent6" hlink="hlink" folHlink="folHlink"/>
  <p:sldLayoutIdLst>
    <p:sldLayoutId id="2147483704"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B23E8307-968E-2D48-C300-EF65A6B4EFA8}"/>
              </a:ext>
            </a:extLst>
          </p:cNvPr>
          <p:cNvPicPr>
            <a:picLocks noChangeAspect="1"/>
          </p:cNvPicPr>
          <p:nvPr userDrawn="1"/>
        </p:nvPicPr>
        <p:blipFill>
          <a:blip r:embed="rId14"/>
          <a:srcRect/>
          <a:stretch/>
        </p:blipFill>
        <p:spPr>
          <a:xfrm>
            <a:off x="0" y="3477952"/>
            <a:ext cx="12192000" cy="3380048"/>
          </a:xfrm>
          <a:prstGeom prst="rect">
            <a:avLst/>
          </a:prstGeom>
        </p:spPr>
      </p:pic>
    </p:spTree>
    <p:extLst>
      <p:ext uri="{BB962C8B-B14F-4D97-AF65-F5344CB8AC3E}">
        <p14:creationId xmlns:p14="http://schemas.microsoft.com/office/powerpoint/2010/main" val="11447361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259AF2F-52C6-9B46-B8B2-0579234AE62E}" type="slidenum">
              <a:rPr lang="en-US" smtClean="0"/>
              <a:t>‹#›</a:t>
            </a:fld>
            <a:endParaRPr lang="en-US" dirty="0"/>
          </a:p>
        </p:txBody>
      </p:sp>
      <p:pic>
        <p:nvPicPr>
          <p:cNvPr id="5" name="Picture 4" descr="A close up of a logo&#10;&#10;Description automatically generated">
            <a:extLst>
              <a:ext uri="{FF2B5EF4-FFF2-40B4-BE49-F238E27FC236}">
                <a16:creationId xmlns:a16="http://schemas.microsoft.com/office/drawing/2014/main" id="{4CE3D274-0336-1548-B843-F77B57059E7B}"/>
              </a:ext>
            </a:extLst>
          </p:cNvPr>
          <p:cNvPicPr>
            <a:picLocks noChangeAspect="1"/>
          </p:cNvPicPr>
          <p:nvPr/>
        </p:nvPicPr>
        <p:blipFill>
          <a:blip r:embed="rId4"/>
          <a:stretch>
            <a:fillRect/>
          </a:stretch>
        </p:blipFill>
        <p:spPr>
          <a:xfrm>
            <a:off x="-52449" y="0"/>
            <a:ext cx="12244449" cy="6858000"/>
          </a:xfrm>
          <a:prstGeom prst="rect">
            <a:avLst/>
          </a:prstGeom>
        </p:spPr>
      </p:pic>
    </p:spTree>
    <p:extLst>
      <p:ext uri="{BB962C8B-B14F-4D97-AF65-F5344CB8AC3E}">
        <p14:creationId xmlns:p14="http://schemas.microsoft.com/office/powerpoint/2010/main" val="2437477827"/>
      </p:ext>
    </p:extLst>
  </p:cSld>
  <p:clrMap bg1="lt1" tx1="dk1" bg2="lt2" tx2="dk2" accent1="accent1" accent2="accent2" accent3="accent3" accent4="accent4" accent5="accent5" accent6="accent6" hlink="hlink" folHlink="folHlink"/>
  <p:sldLayoutIdLst>
    <p:sldLayoutId id="2147483732" r:id="rId1"/>
    <p:sldLayoutId id="2147483733" r:id="rId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C007C7-A317-B3BD-4F67-1F0F9741F8A9}"/>
              </a:ext>
            </a:extLst>
          </p:cNvPr>
          <p:cNvPicPr>
            <a:picLocks noChangeAspect="1"/>
          </p:cNvPicPr>
          <p:nvPr/>
        </p:nvPicPr>
        <p:blipFill>
          <a:blip r:embed="rId8"/>
          <a:srcRect/>
          <a:stretch/>
        </p:blipFill>
        <p:spPr>
          <a:xfrm>
            <a:off x="0" y="3477952"/>
            <a:ext cx="12192000" cy="3380048"/>
          </a:xfrm>
          <a:prstGeom prst="rect">
            <a:avLst/>
          </a:prstGeom>
        </p:spPr>
      </p:pic>
      <p:sp>
        <p:nvSpPr>
          <p:cNvPr id="7" name="Title Placeholder 1">
            <a:extLst>
              <a:ext uri="{FF2B5EF4-FFF2-40B4-BE49-F238E27FC236}">
                <a16:creationId xmlns:a16="http://schemas.microsoft.com/office/drawing/2014/main" id="{B8A9C213-3E26-B848-BF1A-9E6EC69BD9F8}"/>
              </a:ext>
            </a:extLst>
          </p:cNvPr>
          <p:cNvSpPr>
            <a:spLocks noGrp="1"/>
          </p:cNvSpPr>
          <p:nvPr>
            <p:ph type="title"/>
          </p:nvPr>
        </p:nvSpPr>
        <p:spPr>
          <a:xfrm>
            <a:off x="836691" y="2204203"/>
            <a:ext cx="10515600" cy="1325563"/>
          </a:xfrm>
          <a:prstGeom prst="rect">
            <a:avLst/>
          </a:prstGeom>
        </p:spPr>
        <p:txBody>
          <a:bodyPr vert="horz" lIns="91440" tIns="45720" rIns="91440" bIns="45720" rtlCol="0" anchor="ctr">
            <a:normAutofit/>
          </a:bodyPr>
          <a:lstStyle/>
          <a:p>
            <a:r>
              <a:rPr lang="en-GB"/>
              <a:t>WMO PPT Style #2</a:t>
            </a:r>
            <a:endParaRPr lang="en-FR"/>
          </a:p>
        </p:txBody>
      </p:sp>
    </p:spTree>
    <p:extLst>
      <p:ext uri="{BB962C8B-B14F-4D97-AF65-F5344CB8AC3E}">
        <p14:creationId xmlns:p14="http://schemas.microsoft.com/office/powerpoint/2010/main" val="275118301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Lst>
  <p:txStyles>
    <p:titleStyle>
      <a:lvl1pPr algn="ctr" defTabSz="914400" rtl="0" eaLnBrk="1" latinLnBrk="0" hangingPunct="1">
        <a:lnSpc>
          <a:spcPct val="90000"/>
        </a:lnSpc>
        <a:spcBef>
          <a:spcPct val="0"/>
        </a:spcBef>
        <a:buNone/>
        <a:defRPr sz="4400" b="1" kern="1200">
          <a:solidFill>
            <a:srgbClr val="005BAA"/>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259AF2F-52C6-9B46-B8B2-0579234AE62E}" type="slidenum">
              <a:rPr lang="en-US" smtClean="0"/>
              <a:t>‹#›</a:t>
            </a:fld>
            <a:endParaRPr lang="en-US"/>
          </a:p>
        </p:txBody>
      </p:sp>
      <p:pic>
        <p:nvPicPr>
          <p:cNvPr id="4" name="Picture 3">
            <a:extLst>
              <a:ext uri="{FF2B5EF4-FFF2-40B4-BE49-F238E27FC236}">
                <a16:creationId xmlns:a16="http://schemas.microsoft.com/office/drawing/2014/main" id="{23F57D95-4D65-F719-C191-5DE6FF188BEA}"/>
              </a:ext>
            </a:extLst>
          </p:cNvPr>
          <p:cNvPicPr>
            <a:picLocks noChangeAspect="1"/>
          </p:cNvPicPr>
          <p:nvPr/>
        </p:nvPicPr>
        <p:blipFill>
          <a:blip r:embed="rId3"/>
          <a:srcRect/>
          <a:stretch/>
        </p:blipFill>
        <p:spPr>
          <a:xfrm>
            <a:off x="0" y="3477952"/>
            <a:ext cx="12192000" cy="3380048"/>
          </a:xfrm>
          <a:prstGeom prst="rect">
            <a:avLst/>
          </a:prstGeom>
        </p:spPr>
      </p:pic>
    </p:spTree>
    <p:extLst>
      <p:ext uri="{BB962C8B-B14F-4D97-AF65-F5344CB8AC3E}">
        <p14:creationId xmlns:p14="http://schemas.microsoft.com/office/powerpoint/2010/main" val="4205760339"/>
      </p:ext>
    </p:extLst>
  </p:cSld>
  <p:clrMap bg1="lt1" tx1="dk1" bg2="lt2" tx2="dk2" accent1="accent1" accent2="accent2" accent3="accent3" accent4="accent4" accent5="accent5" accent6="accent6" hlink="hlink" folHlink="folHlink"/>
  <p:sldLayoutIdLst>
    <p:sldLayoutId id="2147483742"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859081101"/>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259AF2F-52C6-9B46-B8B2-0579234AE62E}" type="slidenum">
              <a:rPr lang="en-US" smtClean="0"/>
              <a:t>‹#›</a:t>
            </a:fld>
            <a:endParaRPr lang="en-US" dirty="0"/>
          </a:p>
        </p:txBody>
      </p:sp>
      <p:pic>
        <p:nvPicPr>
          <p:cNvPr id="5" name="Picture 4" descr="A close up of a logo&#10;&#10;Description automatically generated">
            <a:extLst>
              <a:ext uri="{FF2B5EF4-FFF2-40B4-BE49-F238E27FC236}">
                <a16:creationId xmlns:a16="http://schemas.microsoft.com/office/drawing/2014/main" id="{4CE3D274-0336-1548-B843-F77B57059E7B}"/>
              </a:ext>
            </a:extLst>
          </p:cNvPr>
          <p:cNvPicPr>
            <a:picLocks noChangeAspect="1"/>
          </p:cNvPicPr>
          <p:nvPr/>
        </p:nvPicPr>
        <p:blipFill>
          <a:blip r:embed="rId4"/>
          <a:stretch>
            <a:fillRect/>
          </a:stretch>
        </p:blipFill>
        <p:spPr>
          <a:xfrm>
            <a:off x="-52449" y="0"/>
            <a:ext cx="12244449" cy="6858000"/>
          </a:xfrm>
          <a:prstGeom prst="rect">
            <a:avLst/>
          </a:prstGeom>
        </p:spPr>
      </p:pic>
    </p:spTree>
    <p:extLst>
      <p:ext uri="{BB962C8B-B14F-4D97-AF65-F5344CB8AC3E}">
        <p14:creationId xmlns:p14="http://schemas.microsoft.com/office/powerpoint/2010/main" val="1772694165"/>
      </p:ext>
    </p:extLst>
  </p:cSld>
  <p:clrMap bg1="lt1" tx1="dk1" bg2="lt2" tx2="dk2" accent1="accent1" accent2="accent2" accent3="accent3" accent4="accent4" accent5="accent5" accent6="accent6" hlink="hlink" folHlink="folHlink"/>
  <p:sldLayoutIdLst>
    <p:sldLayoutId id="2147483756" r:id="rId1"/>
    <p:sldLayoutId id="2147483757" r:id="rId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C007C7-A317-B3BD-4F67-1F0F9741F8A9}"/>
              </a:ext>
            </a:extLst>
          </p:cNvPr>
          <p:cNvPicPr>
            <a:picLocks noChangeAspect="1"/>
          </p:cNvPicPr>
          <p:nvPr/>
        </p:nvPicPr>
        <p:blipFill>
          <a:blip r:embed="rId8"/>
          <a:srcRect/>
          <a:stretch/>
        </p:blipFill>
        <p:spPr>
          <a:xfrm>
            <a:off x="0" y="3477952"/>
            <a:ext cx="12192000" cy="3380048"/>
          </a:xfrm>
          <a:prstGeom prst="rect">
            <a:avLst/>
          </a:prstGeom>
        </p:spPr>
      </p:pic>
      <p:sp>
        <p:nvSpPr>
          <p:cNvPr id="7" name="Title Placeholder 1">
            <a:extLst>
              <a:ext uri="{FF2B5EF4-FFF2-40B4-BE49-F238E27FC236}">
                <a16:creationId xmlns:a16="http://schemas.microsoft.com/office/drawing/2014/main" id="{B8A9C213-3E26-B848-BF1A-9E6EC69BD9F8}"/>
              </a:ext>
            </a:extLst>
          </p:cNvPr>
          <p:cNvSpPr>
            <a:spLocks noGrp="1"/>
          </p:cNvSpPr>
          <p:nvPr>
            <p:ph type="title"/>
          </p:nvPr>
        </p:nvSpPr>
        <p:spPr>
          <a:xfrm>
            <a:off x="836691" y="2204203"/>
            <a:ext cx="10515600" cy="1325563"/>
          </a:xfrm>
          <a:prstGeom prst="rect">
            <a:avLst/>
          </a:prstGeom>
        </p:spPr>
        <p:txBody>
          <a:bodyPr vert="horz" lIns="91440" tIns="45720" rIns="91440" bIns="45720" rtlCol="0" anchor="ctr">
            <a:normAutofit/>
          </a:bodyPr>
          <a:lstStyle/>
          <a:p>
            <a:r>
              <a:rPr lang="en-GB"/>
              <a:t>WMO PPT Style #2</a:t>
            </a:r>
            <a:endParaRPr lang="en-FR"/>
          </a:p>
        </p:txBody>
      </p:sp>
    </p:spTree>
    <p:extLst>
      <p:ext uri="{BB962C8B-B14F-4D97-AF65-F5344CB8AC3E}">
        <p14:creationId xmlns:p14="http://schemas.microsoft.com/office/powerpoint/2010/main" val="4101923991"/>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Lst>
  <p:txStyles>
    <p:titleStyle>
      <a:lvl1pPr algn="ctr" defTabSz="914400" rtl="0" eaLnBrk="1" latinLnBrk="0" hangingPunct="1">
        <a:lnSpc>
          <a:spcPct val="90000"/>
        </a:lnSpc>
        <a:spcBef>
          <a:spcPct val="0"/>
        </a:spcBef>
        <a:buNone/>
        <a:defRPr sz="4400" b="1" kern="1200">
          <a:solidFill>
            <a:srgbClr val="005BAA"/>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259AF2F-52C6-9B46-B8B2-0579234AE62E}" type="slidenum">
              <a:rPr lang="en-US" smtClean="0"/>
              <a:t>‹#›</a:t>
            </a:fld>
            <a:endParaRPr lang="en-US"/>
          </a:p>
        </p:txBody>
      </p:sp>
      <p:pic>
        <p:nvPicPr>
          <p:cNvPr id="4" name="Picture 3">
            <a:extLst>
              <a:ext uri="{FF2B5EF4-FFF2-40B4-BE49-F238E27FC236}">
                <a16:creationId xmlns:a16="http://schemas.microsoft.com/office/drawing/2014/main" id="{23F57D95-4D65-F719-C191-5DE6FF188BEA}"/>
              </a:ext>
            </a:extLst>
          </p:cNvPr>
          <p:cNvPicPr>
            <a:picLocks noChangeAspect="1"/>
          </p:cNvPicPr>
          <p:nvPr/>
        </p:nvPicPr>
        <p:blipFill>
          <a:blip r:embed="rId3"/>
          <a:srcRect/>
          <a:stretch/>
        </p:blipFill>
        <p:spPr>
          <a:xfrm>
            <a:off x="0" y="3477952"/>
            <a:ext cx="12192000" cy="3380048"/>
          </a:xfrm>
          <a:prstGeom prst="rect">
            <a:avLst/>
          </a:prstGeom>
        </p:spPr>
      </p:pic>
    </p:spTree>
    <p:extLst>
      <p:ext uri="{BB962C8B-B14F-4D97-AF65-F5344CB8AC3E}">
        <p14:creationId xmlns:p14="http://schemas.microsoft.com/office/powerpoint/2010/main" val="602579811"/>
      </p:ext>
    </p:extLst>
  </p:cSld>
  <p:clrMap bg1="lt1" tx1="dk1" bg2="lt2" tx2="dk2" accent1="accent1" accent2="accent2" accent3="accent3" accent4="accent4" accent5="accent5" accent6="accent6" hlink="hlink" folHlink="folHlink"/>
  <p:sldLayoutIdLst>
    <p:sldLayoutId id="2147483766"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C007C7-A317-B3BD-4F67-1F0F9741F8A9}"/>
              </a:ext>
            </a:extLst>
          </p:cNvPr>
          <p:cNvPicPr>
            <a:picLocks noChangeAspect="1"/>
          </p:cNvPicPr>
          <p:nvPr userDrawn="1"/>
        </p:nvPicPr>
        <p:blipFill>
          <a:blip r:embed="rId5"/>
          <a:srcRect/>
          <a:stretch/>
        </p:blipFill>
        <p:spPr>
          <a:xfrm>
            <a:off x="0" y="3477952"/>
            <a:ext cx="12192000" cy="3380048"/>
          </a:xfrm>
          <a:prstGeom prst="rect">
            <a:avLst/>
          </a:prstGeom>
        </p:spPr>
      </p:pic>
      <p:sp>
        <p:nvSpPr>
          <p:cNvPr id="7" name="Title Placeholder 1">
            <a:extLst>
              <a:ext uri="{FF2B5EF4-FFF2-40B4-BE49-F238E27FC236}">
                <a16:creationId xmlns:a16="http://schemas.microsoft.com/office/drawing/2014/main" id="{B8A9C213-3E26-B848-BF1A-9E6EC69BD9F8}"/>
              </a:ext>
            </a:extLst>
          </p:cNvPr>
          <p:cNvSpPr>
            <a:spLocks noGrp="1"/>
          </p:cNvSpPr>
          <p:nvPr>
            <p:ph type="title"/>
          </p:nvPr>
        </p:nvSpPr>
        <p:spPr>
          <a:xfrm>
            <a:off x="836691" y="2204203"/>
            <a:ext cx="10515600" cy="1325563"/>
          </a:xfrm>
          <a:prstGeom prst="rect">
            <a:avLst/>
          </a:prstGeom>
        </p:spPr>
        <p:txBody>
          <a:bodyPr vert="horz" lIns="91440" tIns="45720" rIns="91440" bIns="45720" rtlCol="0" anchor="ctr">
            <a:normAutofit/>
          </a:bodyPr>
          <a:lstStyle/>
          <a:p>
            <a:r>
              <a:rPr lang="en-GB" dirty="0"/>
              <a:t>WMO PPT Style #2</a:t>
            </a:r>
            <a:endParaRPr lang="en-FR" dirty="0"/>
          </a:p>
        </p:txBody>
      </p:sp>
    </p:spTree>
    <p:extLst>
      <p:ext uri="{BB962C8B-B14F-4D97-AF65-F5344CB8AC3E}">
        <p14:creationId xmlns:p14="http://schemas.microsoft.com/office/powerpoint/2010/main" val="842797122"/>
      </p:ext>
    </p:extLst>
  </p:cSld>
  <p:clrMap bg1="lt1" tx1="dk1" bg2="lt2" tx2="dk2" accent1="accent1" accent2="accent2" accent3="accent3" accent4="accent4" accent5="accent5" accent6="accent6" hlink="hlink" folHlink="folHlink"/>
  <p:sldLayoutIdLst>
    <p:sldLayoutId id="2147483679" r:id="rId1"/>
    <p:sldLayoutId id="2147483767" r:id="rId2"/>
    <p:sldLayoutId id="2147483668" r:id="rId3"/>
  </p:sldLayoutIdLst>
  <p:txStyles>
    <p:titleStyle>
      <a:lvl1pPr algn="ctr" defTabSz="914400" rtl="0" eaLnBrk="1" latinLnBrk="0" hangingPunct="1">
        <a:lnSpc>
          <a:spcPct val="90000"/>
        </a:lnSpc>
        <a:spcBef>
          <a:spcPct val="0"/>
        </a:spcBef>
        <a:buNone/>
        <a:defRPr sz="4400" b="1" kern="1200">
          <a:solidFill>
            <a:srgbClr val="005BAA"/>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63F212A7-7176-53BB-6E95-6DAF24C2FDA3}"/>
              </a:ext>
            </a:extLst>
          </p:cNvPr>
          <p:cNvPicPr>
            <a:picLocks noChangeAspect="1"/>
          </p:cNvPicPr>
          <p:nvPr userDrawn="1"/>
        </p:nvPicPr>
        <p:blipFill>
          <a:blip r:embed="rId14"/>
          <a:srcRect/>
          <a:stretch/>
        </p:blipFill>
        <p:spPr>
          <a:xfrm>
            <a:off x="0" y="3477952"/>
            <a:ext cx="12192000" cy="3380048"/>
          </a:xfrm>
          <a:prstGeom prst="rect">
            <a:avLst/>
          </a:prstGeom>
        </p:spPr>
      </p:pic>
    </p:spTree>
    <p:extLst>
      <p:ext uri="{BB962C8B-B14F-4D97-AF65-F5344CB8AC3E}">
        <p14:creationId xmlns:p14="http://schemas.microsoft.com/office/powerpoint/2010/main" val="1961368696"/>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forms.office.com/pages/responsepage.aspx?id=VL6m6odGxECYJ8BEvY6NPLCdjwCPHmdBkFC9Gi53cRJUOUxWSEJDOUtaSTdRWUNTUDhYTlZWQ0M1Vi4u&amp;origin=lprLink&amp;route=shorturl"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library.wmo.int/records/item/68731-manual-on-the-wmo-information-system-volume-ii-wmo-information-system-2-0" TargetMode="External"/><Relationship Id="rId2" Type="http://schemas.openxmlformats.org/officeDocument/2006/relationships/hyperlink" Target="https://community.wmo.int/en/activity-areas/wis" TargetMode="External"/><Relationship Id="rId1" Type="http://schemas.openxmlformats.org/officeDocument/2006/relationships/slideLayout" Target="../slideLayouts/slideLayout75.xml"/><Relationship Id="rId5" Type="http://schemas.openxmlformats.org/officeDocument/2006/relationships/hyperlink" Target="https://community.wmo.int/site/knowledge-hub/programmes-and-initiatives/wmo-information-system-wis/wis-publications" TargetMode="External"/><Relationship Id="rId4" Type="http://schemas.openxmlformats.org/officeDocument/2006/relationships/hyperlink" Target="https://library.wmo.int/records/item/69130-guide-to-the-wmo-information-system-volume-ii"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EF0AAF76-5C44-FA09-6FDE-5A276E6F4089}"/>
              </a:ext>
            </a:extLst>
          </p:cNvPr>
          <p:cNvSpPr txBox="1">
            <a:spLocks/>
          </p:cNvSpPr>
          <p:nvPr/>
        </p:nvSpPr>
        <p:spPr>
          <a:xfrm>
            <a:off x="3969282" y="2288829"/>
            <a:ext cx="7886700" cy="3416849"/>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1950" i="1" dirty="0">
              <a:solidFill>
                <a:schemeClr val="bg1"/>
              </a:solidFill>
              <a:cs typeface="Calibri" panose="020F0502020204030204" pitchFamily="34" charset="0"/>
            </a:endParaRPr>
          </a:p>
          <a:p>
            <a:pPr marL="0" indent="0">
              <a:buFont typeface="Arial"/>
              <a:buNone/>
            </a:pPr>
            <a:r>
              <a:rPr lang="fr-FR" b="1" dirty="0">
                <a:solidFill>
                  <a:schemeClr val="bg1"/>
                </a:solidFill>
                <a:latin typeface="Verdana" panose="020B0604030504040204" pitchFamily="34" charset="0"/>
                <a:ea typeface="Verdana" panose="020B0604030504040204" pitchFamily="34" charset="0"/>
              </a:rPr>
              <a:t>WIS – </a:t>
            </a:r>
            <a:r>
              <a:rPr lang="fr-FR" b="1" dirty="0" err="1">
                <a:solidFill>
                  <a:schemeClr val="bg1"/>
                </a:solidFill>
                <a:latin typeface="Verdana" panose="020B0604030504040204" pitchFamily="34" charset="0"/>
                <a:ea typeface="Verdana" panose="020B0604030504040204" pitchFamily="34" charset="0"/>
              </a:rPr>
              <a:t>Roles</a:t>
            </a:r>
            <a:r>
              <a:rPr lang="fr-FR" b="1" dirty="0">
                <a:solidFill>
                  <a:schemeClr val="bg1"/>
                </a:solidFill>
                <a:latin typeface="Verdana" panose="020B0604030504040204" pitchFamily="34" charset="0"/>
                <a:ea typeface="Verdana" panose="020B0604030504040204" pitchFamily="34" charset="0"/>
              </a:rPr>
              <a:t> and organisation</a:t>
            </a:r>
            <a:endParaRPr lang="en-US" b="1" i="1" dirty="0">
              <a:solidFill>
                <a:schemeClr val="bg1"/>
              </a:solidFill>
              <a:latin typeface="Verdana" panose="020B0604030504040204" pitchFamily="34" charset="0"/>
              <a:ea typeface="Verdana" panose="020B0604030504040204" pitchFamily="34" charset="0"/>
              <a:cs typeface="Calibri" panose="020F0502020204030204" pitchFamily="34" charset="0"/>
            </a:endParaRPr>
          </a:p>
          <a:p>
            <a:pPr marL="0" indent="0">
              <a:buFont typeface="Arial"/>
              <a:buNone/>
            </a:pPr>
            <a:endParaRPr lang="en-US" sz="1950" i="1" dirty="0">
              <a:solidFill>
                <a:schemeClr val="bg1"/>
              </a:solidFill>
              <a:cs typeface="Calibri" panose="020F0502020204030204" pitchFamily="34" charset="0"/>
            </a:endParaRPr>
          </a:p>
          <a:p>
            <a:pPr marL="0" indent="0">
              <a:buFont typeface="Arial"/>
              <a:buNone/>
            </a:pPr>
            <a:r>
              <a:rPr lang="en-US" sz="1650" i="1" dirty="0">
                <a:solidFill>
                  <a:schemeClr val="bg1"/>
                </a:solidFill>
                <a:cs typeface="Calibri" panose="020F0502020204030204" pitchFamily="34" charset="0"/>
              </a:rPr>
              <a:t>Hassan Haddouch</a:t>
            </a:r>
          </a:p>
          <a:p>
            <a:pPr marL="0" indent="0">
              <a:buFont typeface="Arial"/>
              <a:buNone/>
            </a:pPr>
            <a:r>
              <a:rPr lang="en-US" sz="1650" i="1" dirty="0">
                <a:solidFill>
                  <a:schemeClr val="bg1"/>
                </a:solidFill>
                <a:cs typeface="Calibri" panose="020F0502020204030204" pitchFamily="34" charset="0"/>
              </a:rPr>
              <a:t>WIS 2.0 Manager</a:t>
            </a:r>
          </a:p>
          <a:p>
            <a:pPr marL="0" indent="0">
              <a:buFont typeface="Arial"/>
              <a:buNone/>
            </a:pPr>
            <a:endParaRPr lang="fr-FR" dirty="0">
              <a:solidFill>
                <a:schemeClr val="bg1"/>
              </a:solidFill>
            </a:endParaRPr>
          </a:p>
        </p:txBody>
      </p:sp>
    </p:spTree>
    <p:extLst>
      <p:ext uri="{BB962C8B-B14F-4D97-AF65-F5344CB8AC3E}">
        <p14:creationId xmlns:p14="http://schemas.microsoft.com/office/powerpoint/2010/main" val="1148083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A537A-9882-25CD-4A33-B92CCD60E3B9}"/>
            </a:ext>
          </a:extLst>
        </p:cNvPr>
        <p:cNvGrpSpPr/>
        <p:nvPr/>
      </p:nvGrpSpPr>
      <p:grpSpPr>
        <a:xfrm>
          <a:off x="0" y="0"/>
          <a:ext cx="0" cy="0"/>
          <a:chOff x="0" y="0"/>
          <a:chExt cx="0" cy="0"/>
        </a:xfrm>
      </p:grpSpPr>
      <p:pic>
        <p:nvPicPr>
          <p:cNvPr id="15" name="Picture 2">
            <a:extLst>
              <a:ext uri="{FF2B5EF4-FFF2-40B4-BE49-F238E27FC236}">
                <a16:creationId xmlns:a16="http://schemas.microsoft.com/office/drawing/2014/main" id="{3CBB5F97-0045-E9FD-D96B-A12BF7F7BAD5}"/>
              </a:ext>
            </a:extLst>
          </p:cNvPr>
          <p:cNvPicPr/>
          <p:nvPr/>
        </p:nvPicPr>
        <p:blipFill>
          <a:blip r:embed="rId3"/>
          <a:stretch/>
        </p:blipFill>
        <p:spPr>
          <a:xfrm rot="1553965">
            <a:off x="5785184" y="1625772"/>
            <a:ext cx="1935630" cy="1245240"/>
          </a:xfrm>
          <a:prstGeom prst="rect">
            <a:avLst/>
          </a:prstGeom>
          <a:ln>
            <a:noFill/>
          </a:ln>
        </p:spPr>
      </p:pic>
      <p:sp>
        <p:nvSpPr>
          <p:cNvPr id="16" name="CustomShape 1">
            <a:extLst>
              <a:ext uri="{FF2B5EF4-FFF2-40B4-BE49-F238E27FC236}">
                <a16:creationId xmlns:a16="http://schemas.microsoft.com/office/drawing/2014/main" id="{D445FA22-87B9-51B0-531A-45AA62B21CCE}"/>
              </a:ext>
            </a:extLst>
          </p:cNvPr>
          <p:cNvSpPr/>
          <p:nvPr/>
        </p:nvSpPr>
        <p:spPr>
          <a:xfrm>
            <a:off x="1130083" y="955319"/>
            <a:ext cx="4995540" cy="1668870"/>
          </a:xfrm>
          <a:prstGeom prst="rect">
            <a:avLst/>
          </a:prstGeom>
          <a:noFill/>
          <a:ln>
            <a:noFill/>
          </a:ln>
        </p:spPr>
        <p:style>
          <a:lnRef idx="0">
            <a:scrgbClr r="0" g="0" b="0"/>
          </a:lnRef>
          <a:fillRef idx="0">
            <a:scrgbClr r="0" g="0" b="0"/>
          </a:fillRef>
          <a:effectRef idx="0">
            <a:scrgbClr r="0" g="0" b="0"/>
          </a:effectRef>
          <a:fontRef idx="minor"/>
        </p:style>
        <p:txBody>
          <a:bodyPr lIns="51570" tIns="25650" rIns="51570" bIns="25650" anchor="ctr">
            <a:noAutofit/>
          </a:bodyPr>
          <a:lstStyle/>
          <a:p>
            <a:pPr defTabSz="685800">
              <a:lnSpc>
                <a:spcPct val="120000"/>
              </a:lnSpc>
              <a:defRPr/>
            </a:pPr>
            <a:r>
              <a:rPr lang="en-US" sz="1600" b="1" spc="-1" dirty="0">
                <a:solidFill>
                  <a:srgbClr val="000000"/>
                </a:solidFill>
                <a:latin typeface="Calibri"/>
              </a:rPr>
              <a:t>1963 </a:t>
            </a:r>
            <a:r>
              <a:rPr lang="en-US" sz="1600" spc="-1" dirty="0">
                <a:solidFill>
                  <a:srgbClr val="000000"/>
                </a:solidFill>
                <a:latin typeface="Calibri"/>
              </a:rPr>
              <a:t>World Weather Watch</a:t>
            </a:r>
            <a:endParaRPr lang="en-US" sz="1600" spc="-1" dirty="0">
              <a:solidFill>
                <a:prstClr val="black"/>
              </a:solidFill>
              <a:latin typeface="Calibri"/>
            </a:endParaRPr>
          </a:p>
          <a:p>
            <a:pPr defTabSz="685800">
              <a:lnSpc>
                <a:spcPct val="120000"/>
              </a:lnSpc>
              <a:defRPr/>
            </a:pPr>
            <a:r>
              <a:rPr lang="en-US" sz="1600" spc="-1" dirty="0">
                <a:solidFill>
                  <a:srgbClr val="000000"/>
                </a:solidFill>
                <a:latin typeface="Calibri"/>
              </a:rPr>
              <a:t>    </a:t>
            </a:r>
            <a:r>
              <a:rPr lang="en-US" sz="1600" b="1" spc="-1" dirty="0">
                <a:solidFill>
                  <a:srgbClr val="000000"/>
                </a:solidFill>
                <a:latin typeface="Calibri"/>
              </a:rPr>
              <a:t>1970s</a:t>
            </a:r>
            <a:r>
              <a:rPr lang="en-US" sz="1600" spc="-1" dirty="0">
                <a:solidFill>
                  <a:srgbClr val="000000"/>
                </a:solidFill>
                <a:latin typeface="Calibri"/>
              </a:rPr>
              <a:t> Global Telecommunication System</a:t>
            </a:r>
            <a:endParaRPr lang="en-US" sz="1600" spc="-1" dirty="0">
              <a:solidFill>
                <a:prstClr val="black"/>
              </a:solidFill>
              <a:latin typeface="Calibri"/>
            </a:endParaRPr>
          </a:p>
          <a:p>
            <a:pPr defTabSz="685800">
              <a:lnSpc>
                <a:spcPct val="120000"/>
              </a:lnSpc>
              <a:defRPr/>
            </a:pPr>
            <a:r>
              <a:rPr lang="en-US" sz="1600" spc="-1" dirty="0">
                <a:solidFill>
                  <a:srgbClr val="000000"/>
                </a:solidFill>
                <a:latin typeface="Calibri"/>
              </a:rPr>
              <a:t>        </a:t>
            </a:r>
            <a:r>
              <a:rPr lang="en-US" sz="1600" b="1" spc="-1" dirty="0">
                <a:solidFill>
                  <a:srgbClr val="000000"/>
                </a:solidFill>
                <a:latin typeface="Calibri"/>
              </a:rPr>
              <a:t>2007</a:t>
            </a:r>
            <a:r>
              <a:rPr lang="en-US" sz="1600" spc="-1" dirty="0">
                <a:solidFill>
                  <a:srgbClr val="000000"/>
                </a:solidFill>
                <a:latin typeface="Calibri"/>
              </a:rPr>
              <a:t> WMO Information System (WIS)</a:t>
            </a:r>
            <a:endParaRPr lang="en-US" sz="1600" spc="-1" dirty="0">
              <a:solidFill>
                <a:prstClr val="black"/>
              </a:solidFill>
              <a:latin typeface="Calibri"/>
            </a:endParaRPr>
          </a:p>
          <a:p>
            <a:pPr defTabSz="685800">
              <a:lnSpc>
                <a:spcPct val="120000"/>
              </a:lnSpc>
              <a:defRPr/>
            </a:pPr>
            <a:r>
              <a:rPr lang="en-US" sz="1600" b="1" spc="-1" dirty="0">
                <a:solidFill>
                  <a:srgbClr val="C00000"/>
                </a:solidFill>
                <a:latin typeface="Calibri"/>
              </a:rPr>
              <a:t>            2019</a:t>
            </a:r>
            <a:r>
              <a:rPr lang="en-US" sz="1600" spc="-1" dirty="0">
                <a:solidFill>
                  <a:srgbClr val="C00000"/>
                </a:solidFill>
                <a:latin typeface="Calibri"/>
              </a:rPr>
              <a:t> WMO Reform (Earth System Approach)</a:t>
            </a:r>
            <a:endParaRPr lang="en-US" sz="1600" spc="-1" dirty="0">
              <a:solidFill>
                <a:prstClr val="black"/>
              </a:solidFill>
              <a:latin typeface="Calibri"/>
            </a:endParaRPr>
          </a:p>
          <a:p>
            <a:pPr defTabSz="685800">
              <a:lnSpc>
                <a:spcPct val="120000"/>
              </a:lnSpc>
              <a:defRPr/>
            </a:pPr>
            <a:r>
              <a:rPr lang="en-US" sz="1600" spc="-1" dirty="0">
                <a:solidFill>
                  <a:srgbClr val="C00000"/>
                </a:solidFill>
                <a:latin typeface="Calibri"/>
              </a:rPr>
              <a:t>                </a:t>
            </a:r>
            <a:r>
              <a:rPr lang="en-US" sz="1600" b="1" spc="-1" dirty="0">
                <a:solidFill>
                  <a:srgbClr val="C00000"/>
                </a:solidFill>
                <a:latin typeface="Calibri"/>
              </a:rPr>
              <a:t>2021</a:t>
            </a:r>
            <a:r>
              <a:rPr lang="en-US" sz="1600" spc="-1" dirty="0">
                <a:solidFill>
                  <a:srgbClr val="C00000"/>
                </a:solidFill>
                <a:latin typeface="Calibri"/>
              </a:rPr>
              <a:t> WMO Unified Data Policy / GBON</a:t>
            </a:r>
            <a:endParaRPr lang="en-US" sz="1600" spc="-1" dirty="0">
              <a:solidFill>
                <a:prstClr val="black"/>
              </a:solidFill>
              <a:latin typeface="Calibri"/>
            </a:endParaRPr>
          </a:p>
        </p:txBody>
      </p:sp>
      <p:sp>
        <p:nvSpPr>
          <p:cNvPr id="17" name="CustomShape 2">
            <a:extLst>
              <a:ext uri="{FF2B5EF4-FFF2-40B4-BE49-F238E27FC236}">
                <a16:creationId xmlns:a16="http://schemas.microsoft.com/office/drawing/2014/main" id="{79EE2BB8-835A-05D2-1A33-5BF1AD27BFF1}"/>
              </a:ext>
            </a:extLst>
          </p:cNvPr>
          <p:cNvSpPr/>
          <p:nvPr/>
        </p:nvSpPr>
        <p:spPr>
          <a:xfrm>
            <a:off x="5719451" y="2833452"/>
            <a:ext cx="4688270" cy="2277225"/>
          </a:xfrm>
          <a:prstGeom prst="rect">
            <a:avLst/>
          </a:prstGeom>
          <a:ln>
            <a:noFill/>
          </a:ln>
        </p:spPr>
        <p:style>
          <a:lnRef idx="0">
            <a:scrgbClr r="0" g="0" b="0"/>
          </a:lnRef>
          <a:fillRef idx="1001">
            <a:schemeClr val="lt2"/>
          </a:fillRef>
          <a:effectRef idx="0">
            <a:scrgbClr r="0" g="0" b="0"/>
          </a:effectRef>
          <a:fontRef idx="minor"/>
        </p:style>
        <p:txBody>
          <a:bodyPr wrap="square" lIns="67500" tIns="33750" rIns="67500" bIns="33750">
            <a:spAutoFit/>
          </a:bodyPr>
          <a:lstStyle/>
          <a:p>
            <a:pPr algn="ctr" defTabSz="685800">
              <a:lnSpc>
                <a:spcPct val="120000"/>
              </a:lnSpc>
              <a:defRPr/>
            </a:pPr>
            <a:r>
              <a:rPr lang="en-US" sz="2475" b="1" spc="-1" dirty="0">
                <a:solidFill>
                  <a:srgbClr val="17375E"/>
                </a:solidFill>
                <a:latin typeface="Calibri"/>
              </a:rPr>
              <a:t>WIS 2.0</a:t>
            </a:r>
            <a:endParaRPr lang="en-US" sz="2475" spc="-1" dirty="0">
              <a:solidFill>
                <a:prstClr val="black"/>
              </a:solidFill>
              <a:latin typeface="Calibri"/>
            </a:endParaRPr>
          </a:p>
          <a:p>
            <a:pPr marL="342900" defTabSz="685800">
              <a:lnSpc>
                <a:spcPct val="120000"/>
              </a:lnSpc>
              <a:defRPr/>
            </a:pPr>
            <a:r>
              <a:rPr lang="en-US" sz="900" i="1" spc="-1" dirty="0">
                <a:solidFill>
                  <a:srgbClr val="2A2A2A"/>
                </a:solidFill>
                <a:latin typeface="Arial"/>
              </a:rPr>
              <a:t>… system of systems using Web-architecture and open standards to provide simple, timely and seamless sharing of trusted data and information …  </a:t>
            </a:r>
            <a:endParaRPr lang="en-US" sz="900" spc="-1" dirty="0">
              <a:solidFill>
                <a:prstClr val="black"/>
              </a:solidFill>
              <a:latin typeface="Calibri"/>
            </a:endParaRPr>
          </a:p>
          <a:p>
            <a:pPr marL="450090" lvl="1" indent="-192510" defTabSz="685800">
              <a:lnSpc>
                <a:spcPct val="120000"/>
              </a:lnSpc>
              <a:buClr>
                <a:srgbClr val="000000"/>
              </a:buClr>
              <a:buFont typeface="Arial"/>
              <a:buChar char="•"/>
              <a:defRPr/>
            </a:pPr>
            <a:r>
              <a:rPr lang="en-US" sz="1125" spc="-1" dirty="0">
                <a:solidFill>
                  <a:srgbClr val="000000"/>
                </a:solidFill>
                <a:latin typeface="Calibri"/>
              </a:rPr>
              <a:t>Internet and Web technologies</a:t>
            </a:r>
          </a:p>
          <a:p>
            <a:pPr marL="450090" lvl="1" indent="-192510" defTabSz="685800">
              <a:lnSpc>
                <a:spcPct val="120000"/>
              </a:lnSpc>
              <a:buClr>
                <a:srgbClr val="000000"/>
              </a:buClr>
              <a:buFont typeface="Arial"/>
              <a:buChar char="•"/>
              <a:defRPr/>
            </a:pPr>
            <a:r>
              <a:rPr lang="en-US" sz="1125" spc="-1" dirty="0">
                <a:solidFill>
                  <a:srgbClr val="000000"/>
                </a:solidFill>
                <a:latin typeface="Calibri"/>
              </a:rPr>
              <a:t>Open Standards (OGC, W3C, IETF, …), royalty free</a:t>
            </a:r>
            <a:endParaRPr lang="en-US" sz="1125" spc="-1" dirty="0">
              <a:solidFill>
                <a:prstClr val="black"/>
              </a:solidFill>
              <a:latin typeface="Calibri"/>
            </a:endParaRPr>
          </a:p>
          <a:p>
            <a:pPr marL="450090" lvl="1" indent="-192510" defTabSz="685800">
              <a:lnSpc>
                <a:spcPct val="120000"/>
              </a:lnSpc>
              <a:buClr>
                <a:srgbClr val="000000"/>
              </a:buClr>
              <a:buFont typeface="Arial"/>
              <a:buChar char="•"/>
              <a:defRPr/>
            </a:pPr>
            <a:r>
              <a:rPr lang="en-US" sz="1125" spc="-1" dirty="0">
                <a:solidFill>
                  <a:srgbClr val="000000"/>
                </a:solidFill>
                <a:latin typeface="Calibri"/>
              </a:rPr>
              <a:t>Data sharing through Web and publication/subscription (pub/sub) protocols</a:t>
            </a:r>
            <a:endParaRPr lang="en-US" sz="1125" spc="-1" dirty="0">
              <a:solidFill>
                <a:prstClr val="black"/>
              </a:solidFill>
              <a:latin typeface="Calibri"/>
            </a:endParaRPr>
          </a:p>
          <a:p>
            <a:pPr marL="450090" lvl="1" indent="-192510" defTabSz="685800">
              <a:lnSpc>
                <a:spcPct val="120000"/>
              </a:lnSpc>
              <a:buClr>
                <a:srgbClr val="000000"/>
              </a:buClr>
              <a:buFont typeface="Arial"/>
              <a:buChar char="•"/>
              <a:defRPr/>
            </a:pPr>
            <a:r>
              <a:rPr lang="en-US" sz="1125" spc="-1" dirty="0">
                <a:solidFill>
                  <a:srgbClr val="000000"/>
                </a:solidFill>
                <a:latin typeface="Calibri"/>
              </a:rPr>
              <a:t>Cloud ready (turn-key solutions)</a:t>
            </a:r>
            <a:endParaRPr lang="en-US" sz="1125" spc="-1" dirty="0">
              <a:solidFill>
                <a:prstClr val="black"/>
              </a:solidFill>
              <a:latin typeface="Calibri"/>
            </a:endParaRPr>
          </a:p>
          <a:p>
            <a:pPr marL="450090" lvl="1" indent="-192510" defTabSz="685800">
              <a:lnSpc>
                <a:spcPct val="120000"/>
              </a:lnSpc>
              <a:buClr>
                <a:srgbClr val="000000"/>
              </a:buClr>
              <a:buFont typeface="Arial"/>
              <a:buChar char="•"/>
              <a:defRPr/>
            </a:pPr>
            <a:r>
              <a:rPr lang="en-US" sz="1125" spc="-1" dirty="0">
                <a:solidFill>
                  <a:srgbClr val="000000"/>
                </a:solidFill>
                <a:latin typeface="Calibri"/>
              </a:rPr>
              <a:t>Web APIs (Application Programming Interface)</a:t>
            </a:r>
            <a:endParaRPr lang="en-US" sz="1125" spc="-1" dirty="0">
              <a:solidFill>
                <a:prstClr val="black"/>
              </a:solidFill>
              <a:latin typeface="Calibri"/>
            </a:endParaRPr>
          </a:p>
          <a:p>
            <a:pPr defTabSz="685800">
              <a:defRPr/>
            </a:pPr>
            <a:endParaRPr lang="en-US" sz="1125" spc="-1" dirty="0">
              <a:solidFill>
                <a:prstClr val="black"/>
              </a:solidFill>
              <a:latin typeface="Calibri"/>
            </a:endParaRPr>
          </a:p>
        </p:txBody>
      </p:sp>
      <p:grpSp>
        <p:nvGrpSpPr>
          <p:cNvPr id="4" name="Group 3">
            <a:extLst>
              <a:ext uri="{FF2B5EF4-FFF2-40B4-BE49-F238E27FC236}">
                <a16:creationId xmlns:a16="http://schemas.microsoft.com/office/drawing/2014/main" id="{FC34EF1F-A87D-1330-3222-89C5A154B041}"/>
              </a:ext>
            </a:extLst>
          </p:cNvPr>
          <p:cNvGrpSpPr/>
          <p:nvPr/>
        </p:nvGrpSpPr>
        <p:grpSpPr>
          <a:xfrm>
            <a:off x="2152678" y="3087104"/>
            <a:ext cx="3133210" cy="1769920"/>
            <a:chOff x="1932600" y="3495600"/>
            <a:chExt cx="2750760" cy="1478458"/>
          </a:xfrm>
        </p:grpSpPr>
        <p:pic>
          <p:nvPicPr>
            <p:cNvPr id="18" name="Picture 2" descr="Image result for ietf logo">
              <a:extLst>
                <a:ext uri="{FF2B5EF4-FFF2-40B4-BE49-F238E27FC236}">
                  <a16:creationId xmlns:a16="http://schemas.microsoft.com/office/drawing/2014/main" id="{41CFCF4D-C91E-1ADB-72AC-199173F947F9}"/>
                </a:ext>
              </a:extLst>
            </p:cNvPr>
            <p:cNvPicPr/>
            <p:nvPr/>
          </p:nvPicPr>
          <p:blipFill>
            <a:blip r:embed="rId4"/>
            <a:stretch/>
          </p:blipFill>
          <p:spPr>
            <a:xfrm>
              <a:off x="2724240" y="4475520"/>
              <a:ext cx="768960" cy="410040"/>
            </a:xfrm>
            <a:prstGeom prst="rect">
              <a:avLst/>
            </a:prstGeom>
            <a:ln>
              <a:noFill/>
            </a:ln>
          </p:spPr>
        </p:pic>
        <p:pic>
          <p:nvPicPr>
            <p:cNvPr id="19" name="Picture 6" descr="Image result for w3c logo">
              <a:extLst>
                <a:ext uri="{FF2B5EF4-FFF2-40B4-BE49-F238E27FC236}">
                  <a16:creationId xmlns:a16="http://schemas.microsoft.com/office/drawing/2014/main" id="{9B4E748F-3C6B-1B1A-0514-D45B75CC5ED9}"/>
                </a:ext>
              </a:extLst>
            </p:cNvPr>
            <p:cNvPicPr/>
            <p:nvPr/>
          </p:nvPicPr>
          <p:blipFill>
            <a:blip r:embed="rId5"/>
            <a:stretch/>
          </p:blipFill>
          <p:spPr>
            <a:xfrm>
              <a:off x="1932600" y="4185000"/>
              <a:ext cx="602280" cy="410040"/>
            </a:xfrm>
            <a:prstGeom prst="rect">
              <a:avLst/>
            </a:prstGeom>
            <a:ln>
              <a:noFill/>
            </a:ln>
          </p:spPr>
        </p:pic>
        <p:pic>
          <p:nvPicPr>
            <p:cNvPr id="20" name="Picture 2" descr="IndoorGML OGC">
              <a:extLst>
                <a:ext uri="{FF2B5EF4-FFF2-40B4-BE49-F238E27FC236}">
                  <a16:creationId xmlns:a16="http://schemas.microsoft.com/office/drawing/2014/main" id="{F753A6C2-7802-A6F8-F67B-3A235757A06E}"/>
                </a:ext>
              </a:extLst>
            </p:cNvPr>
            <p:cNvPicPr/>
            <p:nvPr/>
          </p:nvPicPr>
          <p:blipFill>
            <a:blip r:embed="rId6"/>
            <a:stretch/>
          </p:blipFill>
          <p:spPr>
            <a:xfrm>
              <a:off x="2098200" y="3548520"/>
              <a:ext cx="874440" cy="439920"/>
            </a:xfrm>
            <a:prstGeom prst="rect">
              <a:avLst/>
            </a:prstGeom>
            <a:ln>
              <a:noFill/>
            </a:ln>
          </p:spPr>
        </p:pic>
        <p:pic>
          <p:nvPicPr>
            <p:cNvPr id="21" name="Google Shape;119;gbe90d9cf2c_12_0">
              <a:extLst>
                <a:ext uri="{FF2B5EF4-FFF2-40B4-BE49-F238E27FC236}">
                  <a16:creationId xmlns:a16="http://schemas.microsoft.com/office/drawing/2014/main" id="{B5E95D4E-F729-1BB1-4615-D453F29DDDE4}"/>
                </a:ext>
              </a:extLst>
            </p:cNvPr>
            <p:cNvPicPr/>
            <p:nvPr/>
          </p:nvPicPr>
          <p:blipFill>
            <a:blip r:embed="rId7"/>
            <a:stretch/>
          </p:blipFill>
          <p:spPr>
            <a:xfrm rot="411600">
              <a:off x="3000000" y="3939120"/>
              <a:ext cx="944640" cy="389880"/>
            </a:xfrm>
            <a:prstGeom prst="rect">
              <a:avLst/>
            </a:prstGeom>
            <a:ln>
              <a:noFill/>
            </a:ln>
          </p:spPr>
        </p:pic>
        <p:pic>
          <p:nvPicPr>
            <p:cNvPr id="22" name="Picture 2" descr="4 Ways Cloud Computing Can Save Money | TechnologyAdvice">
              <a:extLst>
                <a:ext uri="{FF2B5EF4-FFF2-40B4-BE49-F238E27FC236}">
                  <a16:creationId xmlns:a16="http://schemas.microsoft.com/office/drawing/2014/main" id="{6841D54F-2864-529C-23E1-8680365FDAFA}"/>
                </a:ext>
              </a:extLst>
            </p:cNvPr>
            <p:cNvPicPr/>
            <p:nvPr/>
          </p:nvPicPr>
          <p:blipFill>
            <a:blip r:embed="rId8"/>
            <a:stretch/>
          </p:blipFill>
          <p:spPr>
            <a:xfrm>
              <a:off x="3986400" y="3495600"/>
              <a:ext cx="696960" cy="492840"/>
            </a:xfrm>
            <a:prstGeom prst="rect">
              <a:avLst/>
            </a:prstGeom>
            <a:ln>
              <a:noFill/>
            </a:ln>
          </p:spPr>
        </p:pic>
        <p:pic>
          <p:nvPicPr>
            <p:cNvPr id="23" name="Picture 4" descr="API Integration Quick Start – RunSignup Blog">
              <a:extLst>
                <a:ext uri="{FF2B5EF4-FFF2-40B4-BE49-F238E27FC236}">
                  <a16:creationId xmlns:a16="http://schemas.microsoft.com/office/drawing/2014/main" id="{BDDE98F4-69C6-D3FC-EC89-A71E412E6E79}"/>
                </a:ext>
              </a:extLst>
            </p:cNvPr>
            <p:cNvPicPr/>
            <p:nvPr/>
          </p:nvPicPr>
          <p:blipFill>
            <a:blip r:embed="rId9"/>
            <a:stretch/>
          </p:blipFill>
          <p:spPr>
            <a:xfrm>
              <a:off x="3842362" y="4343698"/>
              <a:ext cx="809640" cy="630360"/>
            </a:xfrm>
            <a:prstGeom prst="rect">
              <a:avLst/>
            </a:prstGeom>
            <a:ln>
              <a:noFill/>
            </a:ln>
          </p:spPr>
        </p:pic>
      </p:grpSp>
      <p:sp>
        <p:nvSpPr>
          <p:cNvPr id="14" name="Rectangle 13">
            <a:extLst>
              <a:ext uri="{FF2B5EF4-FFF2-40B4-BE49-F238E27FC236}">
                <a16:creationId xmlns:a16="http://schemas.microsoft.com/office/drawing/2014/main" id="{97971191-7406-58BE-88CD-D3FBD2B360B7}"/>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WMO Information System (WIS 2.0)</a:t>
            </a:r>
            <a:endParaRPr lang="en-CH" sz="2400" b="1" dirty="0">
              <a:solidFill>
                <a:prstClr val="white"/>
              </a:solidFill>
              <a:latin typeface="Calibri"/>
            </a:endParaRPr>
          </a:p>
        </p:txBody>
      </p:sp>
    </p:spTree>
    <p:extLst>
      <p:ext uri="{BB962C8B-B14F-4D97-AF65-F5344CB8AC3E}">
        <p14:creationId xmlns:p14="http://schemas.microsoft.com/office/powerpoint/2010/main" val="2378826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6" name="CustomShape 1">
            <a:extLst>
              <a:ext uri="{FF2B5EF4-FFF2-40B4-BE49-F238E27FC236}">
                <a16:creationId xmlns:a16="http://schemas.microsoft.com/office/drawing/2014/main" id="{0478AE52-C9AD-4FED-A9C8-752D50FAC5C0}"/>
              </a:ext>
            </a:extLst>
          </p:cNvPr>
          <p:cNvSpPr/>
          <p:nvPr/>
        </p:nvSpPr>
        <p:spPr>
          <a:xfrm>
            <a:off x="1130083" y="955319"/>
            <a:ext cx="4995540" cy="1668870"/>
          </a:xfrm>
          <a:prstGeom prst="rect">
            <a:avLst/>
          </a:prstGeom>
          <a:noFill/>
          <a:ln>
            <a:noFill/>
          </a:ln>
        </p:spPr>
        <p:style>
          <a:lnRef idx="0">
            <a:scrgbClr r="0" g="0" b="0"/>
          </a:lnRef>
          <a:fillRef idx="0">
            <a:scrgbClr r="0" g="0" b="0"/>
          </a:fillRef>
          <a:effectRef idx="0">
            <a:scrgbClr r="0" g="0" b="0"/>
          </a:effectRef>
          <a:fontRef idx="minor"/>
        </p:style>
        <p:txBody>
          <a:bodyPr lIns="51570" tIns="25650" rIns="51570" bIns="25650" anchor="ctr">
            <a:noAutofit/>
          </a:bodyPr>
          <a:lstStyle/>
          <a:p>
            <a:pPr defTabSz="685800">
              <a:lnSpc>
                <a:spcPct val="120000"/>
              </a:lnSpc>
              <a:defRPr/>
            </a:pPr>
            <a:endParaRPr lang="en-US" sz="1600" spc="-1" dirty="0">
              <a:solidFill>
                <a:prstClr val="black"/>
              </a:solidFill>
              <a:latin typeface="Calibri"/>
            </a:endParaRPr>
          </a:p>
        </p:txBody>
      </p:sp>
      <p:sp>
        <p:nvSpPr>
          <p:cNvPr id="2" name="Rectangle 1">
            <a:extLst>
              <a:ext uri="{FF2B5EF4-FFF2-40B4-BE49-F238E27FC236}">
                <a16:creationId xmlns:a16="http://schemas.microsoft.com/office/drawing/2014/main" id="{08859B50-B5C2-9BD6-FFF2-1E2870C6785A}"/>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Organization of WIS</a:t>
            </a:r>
            <a:endParaRPr lang="en-CH" sz="2400" b="1" dirty="0">
              <a:solidFill>
                <a:prstClr val="white"/>
              </a:solidFill>
              <a:latin typeface="Calibri"/>
            </a:endParaRPr>
          </a:p>
        </p:txBody>
      </p:sp>
      <p:sp>
        <p:nvSpPr>
          <p:cNvPr id="3" name="Content Placeholder 2">
            <a:extLst>
              <a:ext uri="{FF2B5EF4-FFF2-40B4-BE49-F238E27FC236}">
                <a16:creationId xmlns:a16="http://schemas.microsoft.com/office/drawing/2014/main" id="{F6C4C69B-6FD8-48D4-99D8-F50383171B4C}"/>
              </a:ext>
            </a:extLst>
          </p:cNvPr>
          <p:cNvSpPr txBox="1">
            <a:spLocks/>
          </p:cNvSpPr>
          <p:nvPr/>
        </p:nvSpPr>
        <p:spPr>
          <a:xfrm>
            <a:off x="835937" y="1368738"/>
            <a:ext cx="7886700" cy="1182688"/>
          </a:xfrm>
          <a:prstGeom prst="rect">
            <a:avLst/>
          </a:prstGeom>
        </p:spPr>
        <p:txBody>
          <a:bodyPr vert="horz" lIns="91440" tIns="45720" rIns="91440" bIns="45720" rtlCol="0" anchor="t">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panose="05000000000000000000" pitchFamily="2" charset="2"/>
              <a:buChar char="q"/>
            </a:pPr>
            <a:r>
              <a:rPr lang="en-US" sz="1600" dirty="0">
                <a:solidFill>
                  <a:schemeClr val="tx2">
                    <a:lumMod val="75000"/>
                  </a:schemeClr>
                </a:solidFill>
              </a:rPr>
              <a:t>The WMO Information System (WIS) enables the collection, sharing, and access of Earth system data and products globally. </a:t>
            </a:r>
          </a:p>
          <a:p>
            <a:pPr>
              <a:buFont typeface="Wingdings" panose="05000000000000000000" pitchFamily="2" charset="2"/>
              <a:buChar char="q"/>
            </a:pPr>
            <a:r>
              <a:rPr lang="en-US" sz="1600" dirty="0">
                <a:solidFill>
                  <a:schemeClr val="tx2">
                    <a:lumMod val="75000"/>
                  </a:schemeClr>
                </a:solidFill>
              </a:rPr>
              <a:t>WIS is structured around</a:t>
            </a:r>
            <a:r>
              <a:rPr lang="fr-FR" sz="1600" dirty="0">
                <a:solidFill>
                  <a:schemeClr val="tx2">
                    <a:lumMod val="75000"/>
                  </a:schemeClr>
                </a:solidFill>
              </a:rPr>
              <a:t> </a:t>
            </a:r>
            <a:r>
              <a:rPr lang="fr-FR" sz="1600" dirty="0" err="1">
                <a:solidFill>
                  <a:schemeClr val="tx2">
                    <a:lumMod val="75000"/>
                  </a:schemeClr>
                </a:solidFill>
              </a:rPr>
              <a:t>three</a:t>
            </a:r>
            <a:r>
              <a:rPr lang="fr-FR" sz="1600" dirty="0">
                <a:solidFill>
                  <a:schemeClr val="tx2">
                    <a:lumMod val="75000"/>
                  </a:schemeClr>
                </a:solidFill>
              </a:rPr>
              <a:t> main types of centres:</a:t>
            </a:r>
          </a:p>
          <a:p>
            <a:pPr marL="0" indent="0">
              <a:buFont typeface="Arial"/>
              <a:buNone/>
            </a:pPr>
            <a:endParaRPr lang="en-US" sz="1600" dirty="0">
              <a:solidFill>
                <a:schemeClr val="tx2">
                  <a:lumMod val="75000"/>
                </a:schemeClr>
              </a:solidFill>
            </a:endParaRPr>
          </a:p>
        </p:txBody>
      </p:sp>
      <p:sp>
        <p:nvSpPr>
          <p:cNvPr id="5" name="Content Placeholder 2">
            <a:extLst>
              <a:ext uri="{FF2B5EF4-FFF2-40B4-BE49-F238E27FC236}">
                <a16:creationId xmlns:a16="http://schemas.microsoft.com/office/drawing/2014/main" id="{82B72EAF-2D01-AB25-E9BE-C37C87E4C8FD}"/>
              </a:ext>
            </a:extLst>
          </p:cNvPr>
          <p:cNvSpPr txBox="1">
            <a:spLocks/>
          </p:cNvSpPr>
          <p:nvPr/>
        </p:nvSpPr>
        <p:spPr>
          <a:xfrm>
            <a:off x="1001939" y="3115608"/>
            <a:ext cx="4973441" cy="2215128"/>
          </a:xfrm>
          <a:prstGeom prst="rect">
            <a:avLst/>
          </a:prstGeom>
        </p:spPr>
        <p:txBody>
          <a:bodyPr anchor="t">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166688" algn="l">
              <a:buFont typeface="+mj-lt"/>
              <a:buAutoNum type="arabicPeriod"/>
            </a:pPr>
            <a:r>
              <a:rPr lang="fr-FR" sz="1600" dirty="0">
                <a:solidFill>
                  <a:schemeClr val="tx2">
                    <a:lumMod val="75000"/>
                  </a:schemeClr>
                </a:solidFill>
              </a:rPr>
              <a:t> Global Information System Centre (GISC)</a:t>
            </a:r>
          </a:p>
          <a:p>
            <a:pPr marL="176213" indent="0" algn="l">
              <a:buFont typeface="+mj-lt"/>
              <a:buAutoNum type="arabicPeriod"/>
              <a:tabLst>
                <a:tab pos="360363" algn="l"/>
              </a:tabLst>
            </a:pPr>
            <a:r>
              <a:rPr lang="fr-FR" sz="1600" dirty="0">
                <a:solidFill>
                  <a:schemeClr val="tx2">
                    <a:lumMod val="75000"/>
                  </a:schemeClr>
                </a:solidFill>
              </a:rPr>
              <a:t>  Data Collection or Production Centre (DCPC)</a:t>
            </a:r>
          </a:p>
          <a:p>
            <a:pPr marL="176213" indent="0" algn="l">
              <a:buFont typeface="+mj-lt"/>
              <a:buAutoNum type="arabicPeriod"/>
            </a:pPr>
            <a:r>
              <a:rPr lang="fr-FR" sz="1600" dirty="0">
                <a:solidFill>
                  <a:schemeClr val="tx2">
                    <a:lumMod val="75000"/>
                  </a:schemeClr>
                </a:solidFill>
              </a:rPr>
              <a:t> National Centres (NC)</a:t>
            </a:r>
          </a:p>
          <a:p>
            <a:pPr marL="0" indent="0">
              <a:buNone/>
            </a:pPr>
            <a:endParaRPr lang="fr-FR" sz="1600" dirty="0">
              <a:solidFill>
                <a:schemeClr val="tx2">
                  <a:lumMod val="75000"/>
                </a:schemeClr>
              </a:solidFill>
            </a:endParaRPr>
          </a:p>
        </p:txBody>
      </p:sp>
      <p:pic>
        <p:nvPicPr>
          <p:cNvPr id="6" name="Picture 5">
            <a:extLst>
              <a:ext uri="{FF2B5EF4-FFF2-40B4-BE49-F238E27FC236}">
                <a16:creationId xmlns:a16="http://schemas.microsoft.com/office/drawing/2014/main" id="{4C74262D-2AB4-D893-B377-885801FA3ECA}"/>
              </a:ext>
            </a:extLst>
          </p:cNvPr>
          <p:cNvPicPr>
            <a:picLocks noChangeAspect="1"/>
          </p:cNvPicPr>
          <p:nvPr/>
        </p:nvPicPr>
        <p:blipFill>
          <a:blip r:embed="rId3"/>
          <a:stretch>
            <a:fillRect/>
          </a:stretch>
        </p:blipFill>
        <p:spPr>
          <a:xfrm>
            <a:off x="6862620" y="2624189"/>
            <a:ext cx="4804776" cy="3197967"/>
          </a:xfrm>
          <a:prstGeom prst="rect">
            <a:avLst/>
          </a:prstGeom>
        </p:spPr>
      </p:pic>
    </p:spTree>
    <p:extLst>
      <p:ext uri="{BB962C8B-B14F-4D97-AF65-F5344CB8AC3E}">
        <p14:creationId xmlns:p14="http://schemas.microsoft.com/office/powerpoint/2010/main" val="1256010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EB882-7DCB-7D75-D04D-A52D3254734C}"/>
            </a:ext>
          </a:extLst>
        </p:cNvPr>
        <p:cNvGrpSpPr/>
        <p:nvPr/>
      </p:nvGrpSpPr>
      <p:grpSpPr>
        <a:xfrm>
          <a:off x="0" y="0"/>
          <a:ext cx="0" cy="0"/>
          <a:chOff x="0" y="0"/>
          <a:chExt cx="0" cy="0"/>
        </a:xfrm>
      </p:grpSpPr>
      <p:sp>
        <p:nvSpPr>
          <p:cNvPr id="16" name="CustomShape 1">
            <a:extLst>
              <a:ext uri="{FF2B5EF4-FFF2-40B4-BE49-F238E27FC236}">
                <a16:creationId xmlns:a16="http://schemas.microsoft.com/office/drawing/2014/main" id="{967B7645-F990-2351-6C58-BA6470A1F381}"/>
              </a:ext>
            </a:extLst>
          </p:cNvPr>
          <p:cNvSpPr/>
          <p:nvPr/>
        </p:nvSpPr>
        <p:spPr>
          <a:xfrm>
            <a:off x="1130083" y="955319"/>
            <a:ext cx="4995540" cy="1668870"/>
          </a:xfrm>
          <a:prstGeom prst="rect">
            <a:avLst/>
          </a:prstGeom>
          <a:noFill/>
          <a:ln>
            <a:noFill/>
          </a:ln>
        </p:spPr>
        <p:style>
          <a:lnRef idx="0">
            <a:scrgbClr r="0" g="0" b="0"/>
          </a:lnRef>
          <a:fillRef idx="0">
            <a:scrgbClr r="0" g="0" b="0"/>
          </a:fillRef>
          <a:effectRef idx="0">
            <a:scrgbClr r="0" g="0" b="0"/>
          </a:effectRef>
          <a:fontRef idx="minor"/>
        </p:style>
        <p:txBody>
          <a:bodyPr lIns="51570" tIns="25650" rIns="51570" bIns="25650" anchor="ctr">
            <a:noAutofit/>
          </a:bodyPr>
          <a:lstStyle/>
          <a:p>
            <a:pPr defTabSz="685800">
              <a:lnSpc>
                <a:spcPct val="120000"/>
              </a:lnSpc>
              <a:defRPr/>
            </a:pPr>
            <a:endParaRPr lang="en-US" sz="1600" spc="-1" dirty="0">
              <a:solidFill>
                <a:prstClr val="black"/>
              </a:solidFill>
              <a:latin typeface="Calibri"/>
            </a:endParaRPr>
          </a:p>
        </p:txBody>
      </p:sp>
      <p:sp>
        <p:nvSpPr>
          <p:cNvPr id="2" name="Rectangle 1">
            <a:extLst>
              <a:ext uri="{FF2B5EF4-FFF2-40B4-BE49-F238E27FC236}">
                <a16:creationId xmlns:a16="http://schemas.microsoft.com/office/drawing/2014/main" id="{E5F2C6A0-EA8B-1DC9-83A0-46CA3773511F}"/>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National Centre (NC)</a:t>
            </a:r>
            <a:endParaRPr lang="en-CH" sz="2400" b="1" dirty="0">
              <a:solidFill>
                <a:prstClr val="white"/>
              </a:solidFill>
              <a:latin typeface="Calibri"/>
            </a:endParaRPr>
          </a:p>
        </p:txBody>
      </p:sp>
      <p:sp>
        <p:nvSpPr>
          <p:cNvPr id="3" name="Content Placeholder 2">
            <a:extLst>
              <a:ext uri="{FF2B5EF4-FFF2-40B4-BE49-F238E27FC236}">
                <a16:creationId xmlns:a16="http://schemas.microsoft.com/office/drawing/2014/main" id="{D0B29CDE-B9E3-9D2C-DBF2-0B437C563042}"/>
              </a:ext>
            </a:extLst>
          </p:cNvPr>
          <p:cNvSpPr>
            <a:spLocks noGrp="1"/>
          </p:cNvSpPr>
          <p:nvPr>
            <p:ph idx="1"/>
          </p:nvPr>
        </p:nvSpPr>
        <p:spPr>
          <a:xfrm>
            <a:off x="606206" y="813880"/>
            <a:ext cx="10251055" cy="4525963"/>
          </a:xfrm>
        </p:spPr>
        <p:txBody>
          <a:bodyPr>
            <a:normAutofit/>
          </a:bodyPr>
          <a:lstStyle/>
          <a:p>
            <a:pPr marL="0" indent="0">
              <a:buNone/>
            </a:pPr>
            <a:r>
              <a:rPr lang="en-US" sz="1600" dirty="0">
                <a:solidFill>
                  <a:srgbClr val="005BAA"/>
                </a:solidFill>
              </a:rPr>
              <a:t>National </a:t>
            </a:r>
            <a:r>
              <a:rPr lang="en-US" sz="1600" dirty="0" err="1">
                <a:solidFill>
                  <a:srgbClr val="005BAA"/>
                </a:solidFill>
              </a:rPr>
              <a:t>Centres</a:t>
            </a:r>
            <a:r>
              <a:rPr lang="en-US" sz="1600" dirty="0">
                <a:solidFill>
                  <a:srgbClr val="005BAA"/>
                </a:solidFill>
              </a:rPr>
              <a:t> are responsible for publishing data and discovery metadata using a component referred to as a WIS node</a:t>
            </a:r>
          </a:p>
          <a:p>
            <a:endParaRPr lang="en-US" sz="1600" dirty="0">
              <a:solidFill>
                <a:srgbClr val="005BAA"/>
              </a:solidFill>
            </a:endParaRPr>
          </a:p>
          <a:p>
            <a:pPr marL="0" indent="0">
              <a:buNone/>
            </a:pPr>
            <a:r>
              <a:rPr sz="1600" b="1" dirty="0">
                <a:solidFill>
                  <a:schemeClr val="tx2">
                    <a:lumMod val="75000"/>
                  </a:schemeClr>
                </a:solidFill>
              </a:rPr>
              <a:t>Role</a:t>
            </a:r>
            <a:r>
              <a:rPr sz="1600" dirty="0">
                <a:solidFill>
                  <a:srgbClr val="005BAA"/>
                </a:solidFill>
              </a:rPr>
              <a:t>:</a:t>
            </a:r>
          </a:p>
          <a:p>
            <a:pPr>
              <a:buFont typeface="Wingdings" panose="05000000000000000000" pitchFamily="2" charset="2"/>
              <a:buChar char="§"/>
            </a:pPr>
            <a:r>
              <a:rPr lang="en-US" sz="1600" dirty="0">
                <a:solidFill>
                  <a:srgbClr val="005BAA"/>
                </a:solidFill>
              </a:rPr>
              <a:t>NC shall collect, store, and manage data as defined in Resolution 1 (Cg-Ext(2021))</a:t>
            </a:r>
          </a:p>
          <a:p>
            <a:pPr>
              <a:buFont typeface="Wingdings" panose="05000000000000000000" pitchFamily="2" charset="2"/>
              <a:buChar char="§"/>
            </a:pPr>
            <a:r>
              <a:rPr lang="en-US" sz="1600" dirty="0">
                <a:solidFill>
                  <a:srgbClr val="005BAA"/>
                </a:solidFill>
              </a:rPr>
              <a:t>NC shall support the production and management of datasets</a:t>
            </a:r>
          </a:p>
          <a:p>
            <a:pPr>
              <a:buFont typeface="Wingdings" panose="05000000000000000000" pitchFamily="2" charset="2"/>
              <a:buChar char="§"/>
            </a:pPr>
            <a:r>
              <a:rPr lang="en-US" sz="1600" dirty="0">
                <a:solidFill>
                  <a:srgbClr val="005BAA"/>
                </a:solidFill>
              </a:rPr>
              <a:t>NC shall create discovery metadata about the data it manages and ensure that these discovery metadata remain up to date</a:t>
            </a:r>
          </a:p>
          <a:p>
            <a:pPr>
              <a:buFont typeface="Wingdings" panose="05000000000000000000" pitchFamily="2" charset="2"/>
              <a:buChar char="§"/>
            </a:pPr>
            <a:r>
              <a:rPr lang="en-US" sz="1600" dirty="0">
                <a:solidFill>
                  <a:srgbClr val="005BAA"/>
                </a:solidFill>
              </a:rPr>
              <a:t>Metadata shall be provided following WCMP2 standard</a:t>
            </a:r>
          </a:p>
          <a:p>
            <a:endParaRPr sz="1600" dirty="0">
              <a:solidFill>
                <a:srgbClr val="005BAA"/>
              </a:solidFill>
            </a:endParaRPr>
          </a:p>
          <a:p>
            <a:pPr marL="0" indent="0">
              <a:buNone/>
            </a:pPr>
            <a:r>
              <a:rPr sz="1600" b="1" dirty="0">
                <a:solidFill>
                  <a:schemeClr val="tx2">
                    <a:lumMod val="75000"/>
                  </a:schemeClr>
                </a:solidFill>
              </a:rPr>
              <a:t>Examples of NCs:</a:t>
            </a:r>
          </a:p>
          <a:p>
            <a:r>
              <a:rPr sz="1600" dirty="0">
                <a:solidFill>
                  <a:srgbClr val="005BAA"/>
                </a:solidFill>
              </a:rPr>
              <a:t>National Meteorological and Hydrological Services (NMHSs) of WMO Members</a:t>
            </a:r>
          </a:p>
          <a:p>
            <a:pPr marL="0" indent="0">
              <a:buNone/>
            </a:pPr>
            <a:r>
              <a:rPr sz="1600" dirty="0">
                <a:solidFill>
                  <a:srgbClr val="005BAA"/>
                </a:solidFill>
              </a:rPr>
              <a:t>  (e.g., NWS (USA), Met Office (UK), DWD (Germany), IMD (India), BOM (Australia))</a:t>
            </a:r>
          </a:p>
        </p:txBody>
      </p:sp>
      <p:sp>
        <p:nvSpPr>
          <p:cNvPr id="4" name="TextBox 3">
            <a:extLst>
              <a:ext uri="{FF2B5EF4-FFF2-40B4-BE49-F238E27FC236}">
                <a16:creationId xmlns:a16="http://schemas.microsoft.com/office/drawing/2014/main" id="{37E5E33F-75FF-5EE8-632F-25880724B138}"/>
              </a:ext>
            </a:extLst>
          </p:cNvPr>
          <p:cNvSpPr txBox="1"/>
          <p:nvPr/>
        </p:nvSpPr>
        <p:spPr>
          <a:xfrm>
            <a:off x="994072" y="5339843"/>
            <a:ext cx="10591722" cy="369332"/>
          </a:xfrm>
          <a:prstGeom prst="rect">
            <a:avLst/>
          </a:prstGeom>
          <a:noFill/>
        </p:spPr>
        <p:txBody>
          <a:bodyPr wrap="square" rtlCol="0">
            <a:spAutoFit/>
          </a:bodyPr>
          <a:lstStyle/>
          <a:p>
            <a:r>
              <a:rPr lang="en-US" dirty="0">
                <a:solidFill>
                  <a:srgbClr val="C00000"/>
                </a:solidFill>
              </a:rPr>
              <a:t>The list of NCs is provided in Volume I of the Manual on the WMO Information System.</a:t>
            </a:r>
            <a:endParaRPr lang="en-CH" dirty="0">
              <a:solidFill>
                <a:srgbClr val="C00000"/>
              </a:solidFill>
            </a:endParaRPr>
          </a:p>
        </p:txBody>
      </p:sp>
    </p:spTree>
    <p:extLst>
      <p:ext uri="{BB962C8B-B14F-4D97-AF65-F5344CB8AC3E}">
        <p14:creationId xmlns:p14="http://schemas.microsoft.com/office/powerpoint/2010/main" val="792518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C8D55-5986-96BE-30E5-A91F66D1FBE2}"/>
            </a:ext>
          </a:extLst>
        </p:cNvPr>
        <p:cNvGrpSpPr/>
        <p:nvPr/>
      </p:nvGrpSpPr>
      <p:grpSpPr>
        <a:xfrm>
          <a:off x="0" y="0"/>
          <a:ext cx="0" cy="0"/>
          <a:chOff x="0" y="0"/>
          <a:chExt cx="0" cy="0"/>
        </a:xfrm>
      </p:grpSpPr>
      <p:sp>
        <p:nvSpPr>
          <p:cNvPr id="16" name="CustomShape 1">
            <a:extLst>
              <a:ext uri="{FF2B5EF4-FFF2-40B4-BE49-F238E27FC236}">
                <a16:creationId xmlns:a16="http://schemas.microsoft.com/office/drawing/2014/main" id="{5C2D763D-75BD-CF2B-31FE-966F86FC8B45}"/>
              </a:ext>
            </a:extLst>
          </p:cNvPr>
          <p:cNvSpPr/>
          <p:nvPr/>
        </p:nvSpPr>
        <p:spPr>
          <a:xfrm>
            <a:off x="1130083" y="955319"/>
            <a:ext cx="4995540" cy="1668870"/>
          </a:xfrm>
          <a:prstGeom prst="rect">
            <a:avLst/>
          </a:prstGeom>
          <a:noFill/>
          <a:ln>
            <a:noFill/>
          </a:ln>
        </p:spPr>
        <p:style>
          <a:lnRef idx="0">
            <a:scrgbClr r="0" g="0" b="0"/>
          </a:lnRef>
          <a:fillRef idx="0">
            <a:scrgbClr r="0" g="0" b="0"/>
          </a:fillRef>
          <a:effectRef idx="0">
            <a:scrgbClr r="0" g="0" b="0"/>
          </a:effectRef>
          <a:fontRef idx="minor"/>
        </p:style>
        <p:txBody>
          <a:bodyPr lIns="51570" tIns="25650" rIns="51570" bIns="25650" anchor="ctr">
            <a:noAutofit/>
          </a:bodyPr>
          <a:lstStyle/>
          <a:p>
            <a:pPr defTabSz="685800">
              <a:lnSpc>
                <a:spcPct val="120000"/>
              </a:lnSpc>
              <a:defRPr/>
            </a:pPr>
            <a:endParaRPr lang="en-US" sz="1600" spc="-1" dirty="0">
              <a:solidFill>
                <a:prstClr val="black"/>
              </a:solidFill>
              <a:latin typeface="Calibri"/>
            </a:endParaRPr>
          </a:p>
        </p:txBody>
      </p:sp>
      <p:sp>
        <p:nvSpPr>
          <p:cNvPr id="2" name="Rectangle 1">
            <a:extLst>
              <a:ext uri="{FF2B5EF4-FFF2-40B4-BE49-F238E27FC236}">
                <a16:creationId xmlns:a16="http://schemas.microsoft.com/office/drawing/2014/main" id="{8E8A6012-2857-9355-5744-4D07AE3E88D1}"/>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National Centre (NC): Designation process</a:t>
            </a:r>
            <a:endParaRPr lang="en-CH" sz="2400" b="1" dirty="0">
              <a:solidFill>
                <a:prstClr val="white"/>
              </a:solidFill>
              <a:latin typeface="Calibri"/>
            </a:endParaRPr>
          </a:p>
        </p:txBody>
      </p:sp>
      <p:sp>
        <p:nvSpPr>
          <p:cNvPr id="3" name="Content Placeholder 2">
            <a:extLst>
              <a:ext uri="{FF2B5EF4-FFF2-40B4-BE49-F238E27FC236}">
                <a16:creationId xmlns:a16="http://schemas.microsoft.com/office/drawing/2014/main" id="{99330267-3D68-B75E-1595-F2ABA626B59C}"/>
              </a:ext>
            </a:extLst>
          </p:cNvPr>
          <p:cNvSpPr>
            <a:spLocks noGrp="1"/>
          </p:cNvSpPr>
          <p:nvPr>
            <p:ph idx="1"/>
          </p:nvPr>
        </p:nvSpPr>
        <p:spPr>
          <a:xfrm>
            <a:off x="1393984" y="1166019"/>
            <a:ext cx="9463277" cy="2491582"/>
          </a:xfrm>
        </p:spPr>
        <p:txBody>
          <a:bodyPr>
            <a:normAutofit/>
          </a:bodyPr>
          <a:lstStyle/>
          <a:p>
            <a:pPr>
              <a:buFont typeface="Wingdings" panose="05000000000000000000" pitchFamily="2" charset="2"/>
              <a:buChar char="§"/>
            </a:pPr>
            <a:r>
              <a:rPr lang="en-GB" sz="1600" dirty="0">
                <a:solidFill>
                  <a:srgbClr val="005BAA"/>
                </a:solidFill>
              </a:rPr>
              <a:t>Member’s Permanent Representative notify WMO of NC name and location</a:t>
            </a:r>
          </a:p>
          <a:p>
            <a:pPr>
              <a:buFont typeface="Wingdings" panose="05000000000000000000" pitchFamily="2" charset="2"/>
              <a:buChar char="§"/>
            </a:pPr>
            <a:r>
              <a:rPr lang="en-GB" sz="1600" dirty="0">
                <a:solidFill>
                  <a:srgbClr val="005BAA"/>
                </a:solidFill>
              </a:rPr>
              <a:t>INFCOM (with Regional Associations &amp; Secretariat) ensures each NC is supported by a GISC</a:t>
            </a:r>
          </a:p>
          <a:p>
            <a:pPr>
              <a:buFont typeface="Wingdings" panose="05000000000000000000" pitchFamily="2" charset="2"/>
              <a:buChar char="§"/>
            </a:pPr>
            <a:r>
              <a:rPr lang="en-GB" sz="1600" dirty="0">
                <a:solidFill>
                  <a:srgbClr val="005BAA"/>
                </a:solidFill>
              </a:rPr>
              <a:t>Designated NCs are listed in WIS Manual (Appendix C)</a:t>
            </a:r>
          </a:p>
          <a:p>
            <a:pPr>
              <a:buFont typeface="Wingdings" panose="05000000000000000000" pitchFamily="2" charset="2"/>
              <a:buChar char="§"/>
            </a:pPr>
            <a:r>
              <a:rPr lang="en-GB" sz="1600" dirty="0">
                <a:solidFill>
                  <a:srgbClr val="005BAA"/>
                </a:solidFill>
              </a:rPr>
              <a:t>Each entry includes the associated GISC</a:t>
            </a:r>
            <a:endParaRPr lang="en-US" sz="1600" dirty="0">
              <a:solidFill>
                <a:srgbClr val="005BAA"/>
              </a:solidFill>
            </a:endParaRPr>
          </a:p>
          <a:p>
            <a:endParaRPr sz="1600" dirty="0">
              <a:solidFill>
                <a:srgbClr val="005BAA"/>
              </a:solidFill>
            </a:endParaRPr>
          </a:p>
        </p:txBody>
      </p:sp>
    </p:spTree>
    <p:extLst>
      <p:ext uri="{BB962C8B-B14F-4D97-AF65-F5344CB8AC3E}">
        <p14:creationId xmlns:p14="http://schemas.microsoft.com/office/powerpoint/2010/main" val="2851504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811C2-AA77-574B-1A7D-3A6BB2A6C45A}"/>
            </a:ext>
          </a:extLst>
        </p:cNvPr>
        <p:cNvGrpSpPr/>
        <p:nvPr/>
      </p:nvGrpSpPr>
      <p:grpSpPr>
        <a:xfrm>
          <a:off x="0" y="0"/>
          <a:ext cx="0" cy="0"/>
          <a:chOff x="0" y="0"/>
          <a:chExt cx="0" cy="0"/>
        </a:xfrm>
      </p:grpSpPr>
      <p:sp>
        <p:nvSpPr>
          <p:cNvPr id="16" name="CustomShape 1">
            <a:extLst>
              <a:ext uri="{FF2B5EF4-FFF2-40B4-BE49-F238E27FC236}">
                <a16:creationId xmlns:a16="http://schemas.microsoft.com/office/drawing/2014/main" id="{5207A170-2008-B778-07E0-061D99F5C868}"/>
              </a:ext>
            </a:extLst>
          </p:cNvPr>
          <p:cNvSpPr/>
          <p:nvPr/>
        </p:nvSpPr>
        <p:spPr>
          <a:xfrm>
            <a:off x="1130083" y="955319"/>
            <a:ext cx="4995540" cy="1668870"/>
          </a:xfrm>
          <a:prstGeom prst="rect">
            <a:avLst/>
          </a:prstGeom>
          <a:noFill/>
          <a:ln>
            <a:noFill/>
          </a:ln>
        </p:spPr>
        <p:style>
          <a:lnRef idx="0">
            <a:scrgbClr r="0" g="0" b="0"/>
          </a:lnRef>
          <a:fillRef idx="0">
            <a:scrgbClr r="0" g="0" b="0"/>
          </a:fillRef>
          <a:effectRef idx="0">
            <a:scrgbClr r="0" g="0" b="0"/>
          </a:effectRef>
          <a:fontRef idx="minor"/>
        </p:style>
        <p:txBody>
          <a:bodyPr lIns="51570" tIns="25650" rIns="51570" bIns="25650" anchor="ctr">
            <a:noAutofit/>
          </a:bodyPr>
          <a:lstStyle/>
          <a:p>
            <a:pPr defTabSz="685800">
              <a:lnSpc>
                <a:spcPct val="120000"/>
              </a:lnSpc>
              <a:defRPr/>
            </a:pPr>
            <a:endParaRPr lang="en-US" sz="1600" spc="-1" dirty="0">
              <a:solidFill>
                <a:prstClr val="black"/>
              </a:solidFill>
              <a:latin typeface="Calibri"/>
            </a:endParaRPr>
          </a:p>
        </p:txBody>
      </p:sp>
      <p:sp>
        <p:nvSpPr>
          <p:cNvPr id="2" name="Rectangle 1">
            <a:extLst>
              <a:ext uri="{FF2B5EF4-FFF2-40B4-BE49-F238E27FC236}">
                <a16:creationId xmlns:a16="http://schemas.microsoft.com/office/drawing/2014/main" id="{671B2DB9-587B-2B71-8CFD-A71977990448}"/>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Data Collection or Production Centre (DCPC)</a:t>
            </a:r>
            <a:endParaRPr lang="en-CH" sz="2400" b="1" dirty="0">
              <a:solidFill>
                <a:prstClr val="white"/>
              </a:solidFill>
              <a:latin typeface="Calibri"/>
            </a:endParaRPr>
          </a:p>
        </p:txBody>
      </p:sp>
      <p:sp>
        <p:nvSpPr>
          <p:cNvPr id="3" name="Content Placeholder 2">
            <a:extLst>
              <a:ext uri="{FF2B5EF4-FFF2-40B4-BE49-F238E27FC236}">
                <a16:creationId xmlns:a16="http://schemas.microsoft.com/office/drawing/2014/main" id="{33F4D4D0-FF94-8C7B-8364-CDADB4E9223C}"/>
              </a:ext>
            </a:extLst>
          </p:cNvPr>
          <p:cNvSpPr>
            <a:spLocks noGrp="1"/>
          </p:cNvSpPr>
          <p:nvPr>
            <p:ph idx="1"/>
          </p:nvPr>
        </p:nvSpPr>
        <p:spPr>
          <a:xfrm>
            <a:off x="383263" y="980221"/>
            <a:ext cx="10972800" cy="4525963"/>
          </a:xfrm>
        </p:spPr>
        <p:txBody>
          <a:bodyPr>
            <a:normAutofit fontScale="40000" lnSpcReduction="20000"/>
          </a:bodyPr>
          <a:lstStyle/>
          <a:p>
            <a:pPr marL="534988" indent="-266700">
              <a:buFont typeface="Wingdings" panose="05000000000000000000" pitchFamily="2" charset="2"/>
              <a:buChar char="§"/>
            </a:pPr>
            <a:r>
              <a:rPr lang="en-US" sz="3400" dirty="0">
                <a:solidFill>
                  <a:schemeClr val="tx2">
                    <a:lumMod val="75000"/>
                  </a:schemeClr>
                </a:solidFill>
              </a:rPr>
              <a:t>A Data Collection or Production Centre (DCPC) is a WIS </a:t>
            </a:r>
            <a:r>
              <a:rPr lang="en-US" sz="3400" dirty="0" err="1">
                <a:solidFill>
                  <a:schemeClr val="tx2">
                    <a:lumMod val="75000"/>
                  </a:schemeClr>
                </a:solidFill>
              </a:rPr>
              <a:t>centre</a:t>
            </a:r>
            <a:r>
              <a:rPr lang="en-US" sz="3400" dirty="0">
                <a:solidFill>
                  <a:schemeClr val="tx2">
                    <a:lumMod val="75000"/>
                  </a:schemeClr>
                </a:solidFill>
              </a:rPr>
              <a:t> that is responsible for the collection, generation, and dissemination of regional or specialized meteorological, hydrological, or related environmental data and products.</a:t>
            </a:r>
          </a:p>
          <a:p>
            <a:pPr marL="534988" indent="-266700">
              <a:buFont typeface="Wingdings" panose="05000000000000000000" pitchFamily="2" charset="2"/>
              <a:buChar char="§"/>
            </a:pPr>
            <a:r>
              <a:rPr lang="en-US" sz="3400" dirty="0">
                <a:solidFill>
                  <a:schemeClr val="tx2">
                    <a:lumMod val="75000"/>
                  </a:schemeClr>
                </a:solidFill>
              </a:rPr>
              <a:t>A DCPC may be operated by a national meteorological or hydrological service (NMHS), or by an international organization or </a:t>
            </a:r>
            <a:r>
              <a:rPr lang="en-US" sz="3400" dirty="0" err="1">
                <a:solidFill>
                  <a:schemeClr val="tx2">
                    <a:lumMod val="75000"/>
                  </a:schemeClr>
                </a:solidFill>
              </a:rPr>
              <a:t>programme</a:t>
            </a:r>
            <a:r>
              <a:rPr lang="en-US" sz="3400" dirty="0">
                <a:solidFill>
                  <a:schemeClr val="tx2">
                    <a:lumMod val="75000"/>
                  </a:schemeClr>
                </a:solidFill>
              </a:rPr>
              <a:t> that performs data collection or production functions in support of WMO </a:t>
            </a:r>
            <a:r>
              <a:rPr lang="en-US" sz="3400" dirty="0" err="1">
                <a:solidFill>
                  <a:schemeClr val="tx2">
                    <a:lumMod val="75000"/>
                  </a:schemeClr>
                </a:solidFill>
              </a:rPr>
              <a:t>programmes</a:t>
            </a:r>
            <a:r>
              <a:rPr lang="en-US" sz="3400" dirty="0">
                <a:solidFill>
                  <a:schemeClr val="tx2">
                    <a:lumMod val="75000"/>
                  </a:schemeClr>
                </a:solidFill>
              </a:rPr>
              <a:t> and activities.</a:t>
            </a:r>
          </a:p>
          <a:p>
            <a:pPr marL="0" indent="0">
              <a:buNone/>
            </a:pPr>
            <a:endParaRPr lang="en-US" sz="3400" dirty="0">
              <a:solidFill>
                <a:srgbClr val="005BAA"/>
              </a:solidFill>
            </a:endParaRPr>
          </a:p>
          <a:p>
            <a:pPr marL="0" indent="0">
              <a:buNone/>
            </a:pPr>
            <a:r>
              <a:rPr sz="4200" b="1" dirty="0">
                <a:solidFill>
                  <a:schemeClr val="tx2">
                    <a:lumMod val="75000"/>
                  </a:schemeClr>
                </a:solidFill>
              </a:rPr>
              <a:t>Role</a:t>
            </a:r>
            <a:r>
              <a:rPr sz="3400" dirty="0">
                <a:solidFill>
                  <a:srgbClr val="005BAA"/>
                </a:solidFill>
              </a:rPr>
              <a:t>:</a:t>
            </a:r>
          </a:p>
          <a:p>
            <a:pPr marL="534988">
              <a:buFont typeface="Wingdings" panose="05000000000000000000" pitchFamily="2" charset="2"/>
              <a:buChar char="§"/>
            </a:pPr>
            <a:r>
              <a:rPr lang="en-US" sz="3400" dirty="0">
                <a:solidFill>
                  <a:srgbClr val="005BAA"/>
                </a:solidFill>
              </a:rPr>
              <a:t>As appropriate to its role, a DCPC shall collect, store, and manage data as defined in Resolution 1 (Cg-Ext(2021)).</a:t>
            </a:r>
          </a:p>
          <a:p>
            <a:pPr marL="534988">
              <a:buFont typeface="Wingdings" panose="05000000000000000000" pitchFamily="2" charset="2"/>
              <a:buChar char="§"/>
            </a:pPr>
            <a:r>
              <a:rPr lang="en-US" sz="3400" dirty="0">
                <a:solidFill>
                  <a:srgbClr val="005BAA"/>
                </a:solidFill>
              </a:rPr>
              <a:t>A DCPC shall support the production and management of regional or specialized datasets.</a:t>
            </a:r>
          </a:p>
          <a:p>
            <a:pPr marL="534988">
              <a:buFont typeface="Wingdings" panose="05000000000000000000" pitchFamily="2" charset="2"/>
              <a:buChar char="§"/>
            </a:pPr>
            <a:r>
              <a:rPr lang="en-US" sz="3400" dirty="0">
                <a:solidFill>
                  <a:srgbClr val="005BAA"/>
                </a:solidFill>
              </a:rPr>
              <a:t>A DCPC shall create discovery metadata about the data it manages and ensure that these discovery metadata remain up to date.</a:t>
            </a:r>
          </a:p>
          <a:p>
            <a:pPr marL="534988">
              <a:buFont typeface="Wingdings" panose="05000000000000000000" pitchFamily="2" charset="2"/>
              <a:buChar char="§"/>
            </a:pPr>
            <a:r>
              <a:rPr lang="en-US" sz="3600" dirty="0">
                <a:solidFill>
                  <a:srgbClr val="005BAA"/>
                </a:solidFill>
              </a:rPr>
              <a:t>Metadata shall be provided following WCMP2 standard</a:t>
            </a:r>
          </a:p>
          <a:p>
            <a:endParaRPr lang="en-US" sz="3400" dirty="0">
              <a:solidFill>
                <a:srgbClr val="005BAA"/>
              </a:solidFill>
            </a:endParaRPr>
          </a:p>
          <a:p>
            <a:pPr marL="0" indent="0">
              <a:buNone/>
            </a:pPr>
            <a:endParaRPr sz="3400" dirty="0">
              <a:solidFill>
                <a:srgbClr val="005BAA"/>
              </a:solidFill>
            </a:endParaRPr>
          </a:p>
          <a:p>
            <a:pPr marL="0" indent="0">
              <a:buNone/>
            </a:pPr>
            <a:r>
              <a:rPr sz="4200" b="1" dirty="0">
                <a:solidFill>
                  <a:schemeClr val="tx2">
                    <a:lumMod val="75000"/>
                  </a:schemeClr>
                </a:solidFill>
              </a:rPr>
              <a:t>Examples of DCPCs:</a:t>
            </a:r>
          </a:p>
          <a:p>
            <a:r>
              <a:rPr sz="3400" dirty="0">
                <a:solidFill>
                  <a:srgbClr val="005BAA"/>
                </a:solidFill>
              </a:rPr>
              <a:t>ECMWF (European Centre for Medium-Range Weather Forecasts)</a:t>
            </a:r>
          </a:p>
          <a:p>
            <a:r>
              <a:rPr sz="3400" dirty="0">
                <a:solidFill>
                  <a:srgbClr val="005BAA"/>
                </a:solidFill>
              </a:rPr>
              <a:t>EUMETSAT (European Organization for the Exploitation of Meteorological Satellites)</a:t>
            </a:r>
            <a:endParaRPr lang="en-GB" sz="3400" dirty="0">
              <a:solidFill>
                <a:srgbClr val="005BAA"/>
              </a:solidFill>
            </a:endParaRPr>
          </a:p>
          <a:p>
            <a:r>
              <a:rPr lang="en-GB" sz="3400" dirty="0">
                <a:solidFill>
                  <a:srgbClr val="005BAA"/>
                </a:solidFill>
              </a:rPr>
              <a:t>IFREMER</a:t>
            </a:r>
          </a:p>
          <a:p>
            <a:r>
              <a:rPr lang="en-GB" sz="3400" dirty="0">
                <a:solidFill>
                  <a:srgbClr val="005BAA"/>
                </a:solidFill>
              </a:rPr>
              <a:t>EUMETNET</a:t>
            </a:r>
          </a:p>
          <a:p>
            <a:r>
              <a:rPr lang="en-GB" sz="3400" dirty="0">
                <a:solidFill>
                  <a:srgbClr val="005BAA"/>
                </a:solidFill>
              </a:rPr>
              <a:t>…. </a:t>
            </a:r>
            <a:endParaRPr sz="3400" dirty="0">
              <a:solidFill>
                <a:srgbClr val="005BAA"/>
              </a:solidFill>
            </a:endParaRPr>
          </a:p>
          <a:p>
            <a:endParaRPr dirty="0"/>
          </a:p>
        </p:txBody>
      </p:sp>
    </p:spTree>
    <p:extLst>
      <p:ext uri="{BB962C8B-B14F-4D97-AF65-F5344CB8AC3E}">
        <p14:creationId xmlns:p14="http://schemas.microsoft.com/office/powerpoint/2010/main" val="2917496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F35EC59-9C76-6F54-F3F3-00624B3E1CA6}"/>
            </a:ext>
          </a:extLst>
        </p:cNvPr>
        <p:cNvGrpSpPr/>
        <p:nvPr/>
      </p:nvGrpSpPr>
      <p:grpSpPr>
        <a:xfrm>
          <a:off x="0" y="0"/>
          <a:ext cx="0" cy="0"/>
          <a:chOff x="0" y="0"/>
          <a:chExt cx="0" cy="0"/>
        </a:xfrm>
      </p:grpSpPr>
      <p:sp>
        <p:nvSpPr>
          <p:cNvPr id="16" name="CustomShape 1">
            <a:extLst>
              <a:ext uri="{FF2B5EF4-FFF2-40B4-BE49-F238E27FC236}">
                <a16:creationId xmlns:a16="http://schemas.microsoft.com/office/drawing/2014/main" id="{AE7BD519-4C43-3C67-0CE7-0906CDCA148A}"/>
              </a:ext>
            </a:extLst>
          </p:cNvPr>
          <p:cNvSpPr/>
          <p:nvPr/>
        </p:nvSpPr>
        <p:spPr>
          <a:xfrm>
            <a:off x="1130083" y="955319"/>
            <a:ext cx="4995540" cy="1668870"/>
          </a:xfrm>
          <a:prstGeom prst="rect">
            <a:avLst/>
          </a:prstGeom>
          <a:noFill/>
          <a:ln>
            <a:noFill/>
          </a:ln>
        </p:spPr>
        <p:style>
          <a:lnRef idx="0">
            <a:scrgbClr r="0" g="0" b="0"/>
          </a:lnRef>
          <a:fillRef idx="0">
            <a:scrgbClr r="0" g="0" b="0"/>
          </a:fillRef>
          <a:effectRef idx="0">
            <a:scrgbClr r="0" g="0" b="0"/>
          </a:effectRef>
          <a:fontRef idx="minor"/>
        </p:style>
        <p:txBody>
          <a:bodyPr lIns="51570" tIns="25650" rIns="51570" bIns="25650" anchor="ctr">
            <a:noAutofit/>
          </a:bodyPr>
          <a:lstStyle/>
          <a:p>
            <a:pPr defTabSz="685800">
              <a:lnSpc>
                <a:spcPct val="120000"/>
              </a:lnSpc>
              <a:defRPr/>
            </a:pPr>
            <a:endParaRPr lang="en-US" sz="1600" spc="-1" dirty="0">
              <a:solidFill>
                <a:prstClr val="black"/>
              </a:solidFill>
              <a:latin typeface="Calibri"/>
            </a:endParaRPr>
          </a:p>
        </p:txBody>
      </p:sp>
      <p:sp>
        <p:nvSpPr>
          <p:cNvPr id="2" name="Rectangle 1">
            <a:extLst>
              <a:ext uri="{FF2B5EF4-FFF2-40B4-BE49-F238E27FC236}">
                <a16:creationId xmlns:a16="http://schemas.microsoft.com/office/drawing/2014/main" id="{3CDA8929-BA9F-356E-C416-32798B18D74D}"/>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Data Collection or Production Centre (DCPC): Designation process</a:t>
            </a:r>
            <a:endParaRPr lang="en-CH" sz="2400" b="1" dirty="0">
              <a:solidFill>
                <a:prstClr val="white"/>
              </a:solidFill>
              <a:latin typeface="Calibri"/>
            </a:endParaRPr>
          </a:p>
        </p:txBody>
      </p:sp>
      <p:sp>
        <p:nvSpPr>
          <p:cNvPr id="3" name="Content Placeholder 2">
            <a:extLst>
              <a:ext uri="{FF2B5EF4-FFF2-40B4-BE49-F238E27FC236}">
                <a16:creationId xmlns:a16="http://schemas.microsoft.com/office/drawing/2014/main" id="{10A6E89D-9894-29B5-B927-72D04195CCEE}"/>
              </a:ext>
            </a:extLst>
          </p:cNvPr>
          <p:cNvSpPr>
            <a:spLocks noGrp="1"/>
          </p:cNvSpPr>
          <p:nvPr>
            <p:ph idx="1"/>
          </p:nvPr>
        </p:nvSpPr>
        <p:spPr>
          <a:xfrm>
            <a:off x="116378" y="650463"/>
            <a:ext cx="11986505" cy="5345893"/>
          </a:xfrm>
        </p:spPr>
        <p:txBody>
          <a:bodyPr>
            <a:noAutofit/>
          </a:bodyPr>
          <a:lstStyle/>
          <a:p>
            <a:pPr marL="180975" indent="0">
              <a:buNone/>
            </a:pPr>
            <a:r>
              <a:rPr lang="en-GB" sz="1300" b="1" dirty="0">
                <a:solidFill>
                  <a:srgbClr val="005BAA"/>
                </a:solidFill>
              </a:rPr>
              <a:t>Key Steps:</a:t>
            </a:r>
          </a:p>
          <a:p>
            <a:pPr marL="782638" indent="-514350">
              <a:buFont typeface="+mj-lt"/>
              <a:buAutoNum type="arabicPeriod"/>
            </a:pPr>
            <a:r>
              <a:rPr lang="en-GB" sz="1300" b="1" dirty="0">
                <a:solidFill>
                  <a:srgbClr val="005BAA"/>
                </a:solidFill>
              </a:rPr>
              <a:t>Service Offer by a potential DCPC</a:t>
            </a:r>
          </a:p>
          <a:p>
            <a:pPr marL="782638" indent="-514350">
              <a:buFont typeface="+mj-lt"/>
              <a:buAutoNum type="arabicPeriod"/>
            </a:pPr>
            <a:r>
              <a:rPr lang="en-GB" sz="1300" b="1" dirty="0">
                <a:solidFill>
                  <a:srgbClr val="005BAA"/>
                </a:solidFill>
              </a:rPr>
              <a:t>Demonstration of Capabilities</a:t>
            </a:r>
          </a:p>
          <a:p>
            <a:pPr marL="782638" indent="-514350">
              <a:buFont typeface="+mj-lt"/>
              <a:buAutoNum type="arabicPeriod"/>
            </a:pPr>
            <a:r>
              <a:rPr lang="en-GB" sz="1300" b="1" dirty="0">
                <a:solidFill>
                  <a:srgbClr val="005BAA"/>
                </a:solidFill>
              </a:rPr>
              <a:t>Official Designation</a:t>
            </a:r>
            <a:endParaRPr lang="en-US" sz="1300" b="1" dirty="0">
              <a:solidFill>
                <a:srgbClr val="005BAA"/>
              </a:solidFill>
            </a:endParaRPr>
          </a:p>
          <a:p>
            <a:pPr>
              <a:buFont typeface="Wingdings" panose="05000000000000000000" pitchFamily="2" charset="2"/>
              <a:buChar char="q"/>
            </a:pPr>
            <a:r>
              <a:rPr lang="en-GB" sz="1300" b="1" dirty="0">
                <a:solidFill>
                  <a:srgbClr val="005BAA"/>
                </a:solidFill>
              </a:rPr>
              <a:t>Service Offer &amp; Review</a:t>
            </a:r>
          </a:p>
          <a:p>
            <a:pPr marL="533400" indent="-261938">
              <a:buFont typeface="Arial" panose="020B0604020202020204" pitchFamily="34" charset="0"/>
              <a:buChar char="•"/>
            </a:pPr>
            <a:r>
              <a:rPr lang="en-GB" sz="1300" b="1" dirty="0">
                <a:solidFill>
                  <a:srgbClr val="005BAA"/>
                </a:solidFill>
              </a:rPr>
              <a:t>An official letter from the Permanent Representative or the Director of the organisation should be sent to the WMO Secretary-General.</a:t>
            </a:r>
          </a:p>
          <a:p>
            <a:pPr marL="533400" indent="-261938">
              <a:buFont typeface="Arial" panose="020B0604020202020204" pitchFamily="34" charset="0"/>
              <a:buChar char="•"/>
            </a:pPr>
            <a:r>
              <a:rPr lang="en-GB" sz="1300" b="1" dirty="0">
                <a:solidFill>
                  <a:srgbClr val="005BAA"/>
                </a:solidFill>
              </a:rPr>
              <a:t>The letter should formally request DCPC designation, outline the Centre’s capacity to deliver the proposed services, and provide contact details of the DCPC focal point.</a:t>
            </a:r>
          </a:p>
          <a:p>
            <a:pPr marL="0" indent="180975">
              <a:buFont typeface="Wingdings" panose="05000000000000000000" pitchFamily="2" charset="2"/>
              <a:buChar char="q"/>
            </a:pPr>
            <a:r>
              <a:rPr lang="en-GB" sz="1300" b="1" dirty="0">
                <a:solidFill>
                  <a:srgbClr val="005BAA"/>
                </a:solidFill>
              </a:rPr>
              <a:t> Initiation and Review:</a:t>
            </a:r>
          </a:p>
          <a:p>
            <a:pPr>
              <a:buFont typeface="Arial" panose="020B0604020202020204" pitchFamily="34" charset="0"/>
              <a:buChar char="•"/>
            </a:pPr>
            <a:r>
              <a:rPr lang="en-GB" sz="1300" b="1" dirty="0">
                <a:solidFill>
                  <a:srgbClr val="005BAA"/>
                </a:solidFill>
              </a:rPr>
              <a:t>Upon receipt, WMO initiates the designation process, including a review by the INFCOM Management Group or the President of INFCOM</a:t>
            </a:r>
          </a:p>
          <a:p>
            <a:pPr>
              <a:buFont typeface="Arial" panose="020B0604020202020204" pitchFamily="34" charset="0"/>
              <a:buChar char="•"/>
            </a:pPr>
            <a:r>
              <a:rPr lang="en-GB" sz="1300" b="1" dirty="0">
                <a:solidFill>
                  <a:srgbClr val="005BAA"/>
                </a:solidFill>
              </a:rPr>
              <a:t>WMO Secretariat notify the DCPC focal point to start install a WIS2 Node</a:t>
            </a:r>
          </a:p>
          <a:p>
            <a:pPr>
              <a:buFont typeface="Arial" panose="020B0604020202020204" pitchFamily="34" charset="0"/>
              <a:buChar char="•"/>
            </a:pPr>
            <a:r>
              <a:rPr lang="en-GB" sz="1300" b="1" dirty="0">
                <a:solidFill>
                  <a:srgbClr val="005BAA"/>
                </a:solidFill>
              </a:rPr>
              <a:t>WMO Secretariat coordinate with the GISC the WIS2 Node assessment:</a:t>
            </a:r>
          </a:p>
          <a:p>
            <a:pPr marL="1349375" indent="-571500">
              <a:buFont typeface="Courier New" panose="02070309020205020404" pitchFamily="49" charset="0"/>
              <a:buChar char="o"/>
            </a:pPr>
            <a:r>
              <a:rPr lang="en-GB" sz="1300" b="1" dirty="0">
                <a:solidFill>
                  <a:srgbClr val="005BAA"/>
                </a:solidFill>
              </a:rPr>
              <a:t>Ability to deliver WIS services (incl. real-time data sharing)</a:t>
            </a:r>
          </a:p>
          <a:p>
            <a:pPr marL="1349375" indent="-571500">
              <a:buFont typeface="Courier New" panose="02070309020205020404" pitchFamily="49" charset="0"/>
              <a:buChar char="o"/>
            </a:pPr>
            <a:r>
              <a:rPr lang="en-GB" sz="1300" b="1" dirty="0">
                <a:solidFill>
                  <a:srgbClr val="005BAA"/>
                </a:solidFill>
              </a:rPr>
              <a:t>Provide up-to-date data and metadata </a:t>
            </a:r>
          </a:p>
          <a:p>
            <a:pPr marL="1349375" indent="-571500">
              <a:buFont typeface="Courier New" panose="02070309020205020404" pitchFamily="49" charset="0"/>
              <a:buChar char="o"/>
            </a:pPr>
            <a:r>
              <a:rPr lang="en-GB" sz="1300" b="1" dirty="0">
                <a:solidFill>
                  <a:srgbClr val="005BAA"/>
                </a:solidFill>
              </a:rPr>
              <a:t>Comply with WIS standards, policies, and access rules</a:t>
            </a:r>
          </a:p>
          <a:p>
            <a:pPr>
              <a:buFont typeface="Arial" panose="020B0604020202020204" pitchFamily="34" charset="0"/>
              <a:buChar char="•"/>
            </a:pPr>
            <a:r>
              <a:rPr lang="en-GB" sz="1300" b="1" dirty="0">
                <a:solidFill>
                  <a:srgbClr val="005BAA"/>
                </a:solidFill>
              </a:rPr>
              <a:t>Data transmission on WIS2 can be initiated  by registering the WIS2 Node using the </a:t>
            </a:r>
            <a:r>
              <a:rPr lang="en-GB" sz="1300" b="1" dirty="0">
                <a:hlinkClick r:id="rId3" tooltip="(opens in a new window)"/>
              </a:rPr>
              <a:t>WIS2 Registration form</a:t>
            </a:r>
            <a:r>
              <a:rPr lang="en-GB" sz="1300" b="1" dirty="0"/>
              <a:t>.</a:t>
            </a:r>
            <a:endParaRPr lang="en-GB" sz="1300" b="1" dirty="0">
              <a:solidFill>
                <a:srgbClr val="005BAA"/>
              </a:solidFill>
            </a:endParaRPr>
          </a:p>
          <a:p>
            <a:pPr>
              <a:buFont typeface="Arial" panose="020B0604020202020204" pitchFamily="34" charset="0"/>
              <a:buChar char="•"/>
            </a:pPr>
            <a:r>
              <a:rPr lang="en-GB" sz="1300" b="1" dirty="0">
                <a:solidFill>
                  <a:srgbClr val="005BAA"/>
                </a:solidFill>
              </a:rPr>
              <a:t>The DCPC will be considered pre-operational until formal approval is granted by INFCOM</a:t>
            </a:r>
          </a:p>
          <a:p>
            <a:pPr marL="0" indent="180975">
              <a:buFont typeface="Wingdings" panose="05000000000000000000" pitchFamily="2" charset="2"/>
              <a:buChar char="q"/>
            </a:pPr>
            <a:r>
              <a:rPr lang="en-GB" sz="1300" b="1" dirty="0">
                <a:solidFill>
                  <a:srgbClr val="005BAA"/>
                </a:solidFill>
              </a:rPr>
              <a:t> Approval </a:t>
            </a:r>
          </a:p>
          <a:p>
            <a:pPr>
              <a:buFont typeface="Arial" panose="020B0604020202020204" pitchFamily="34" charset="0"/>
              <a:buChar char="•"/>
            </a:pPr>
            <a:r>
              <a:rPr lang="en-GB" sz="1300" b="1" dirty="0">
                <a:solidFill>
                  <a:srgbClr val="005BAA"/>
                </a:solidFill>
              </a:rPr>
              <a:t>The DCPC is formally approved by INFCOM.</a:t>
            </a:r>
          </a:p>
          <a:p>
            <a:pPr>
              <a:buFont typeface="Arial" panose="020B0604020202020204" pitchFamily="34" charset="0"/>
              <a:buChar char="•"/>
            </a:pPr>
            <a:r>
              <a:rPr lang="en-GB" sz="1300" b="1" dirty="0">
                <a:solidFill>
                  <a:srgbClr val="005BAA"/>
                </a:solidFill>
              </a:rPr>
              <a:t>INFCOM recommends approval to Executive Council / Congress</a:t>
            </a:r>
          </a:p>
          <a:p>
            <a:pPr>
              <a:buFont typeface="Arial" panose="020B0604020202020204" pitchFamily="34" charset="0"/>
              <a:buChar char="•"/>
            </a:pPr>
            <a:r>
              <a:rPr lang="en-GB" sz="1300" b="1" dirty="0">
                <a:solidFill>
                  <a:srgbClr val="005BAA"/>
                </a:solidFill>
              </a:rPr>
              <a:t>Registration Approved DCPCs listed in WIS Manual (Appendix C)</a:t>
            </a:r>
          </a:p>
          <a:p>
            <a:pPr>
              <a:buFont typeface="Arial" panose="020B0604020202020204" pitchFamily="34" charset="0"/>
              <a:buChar char="•"/>
            </a:pPr>
            <a:r>
              <a:rPr lang="en-GB" sz="1300" b="1" dirty="0">
                <a:solidFill>
                  <a:srgbClr val="005BAA"/>
                </a:solidFill>
              </a:rPr>
              <a:t>Each entry includes the associated GISC</a:t>
            </a:r>
          </a:p>
        </p:txBody>
      </p:sp>
    </p:spTree>
    <p:extLst>
      <p:ext uri="{BB962C8B-B14F-4D97-AF65-F5344CB8AC3E}">
        <p14:creationId xmlns:p14="http://schemas.microsoft.com/office/powerpoint/2010/main" val="4172232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48C7-F45E-861C-ABEB-62A8CFD74B03}"/>
            </a:ext>
          </a:extLst>
        </p:cNvPr>
        <p:cNvGrpSpPr/>
        <p:nvPr/>
      </p:nvGrpSpPr>
      <p:grpSpPr>
        <a:xfrm>
          <a:off x="0" y="0"/>
          <a:ext cx="0" cy="0"/>
          <a:chOff x="0" y="0"/>
          <a:chExt cx="0" cy="0"/>
        </a:xfrm>
      </p:grpSpPr>
      <p:sp>
        <p:nvSpPr>
          <p:cNvPr id="16" name="CustomShape 1">
            <a:extLst>
              <a:ext uri="{FF2B5EF4-FFF2-40B4-BE49-F238E27FC236}">
                <a16:creationId xmlns:a16="http://schemas.microsoft.com/office/drawing/2014/main" id="{BDEF3514-752B-BE09-19F0-CFDC981BE8C7}"/>
              </a:ext>
            </a:extLst>
          </p:cNvPr>
          <p:cNvSpPr/>
          <p:nvPr/>
        </p:nvSpPr>
        <p:spPr>
          <a:xfrm>
            <a:off x="1130083" y="955319"/>
            <a:ext cx="4995540" cy="1668870"/>
          </a:xfrm>
          <a:prstGeom prst="rect">
            <a:avLst/>
          </a:prstGeom>
          <a:noFill/>
          <a:ln>
            <a:noFill/>
          </a:ln>
        </p:spPr>
        <p:style>
          <a:lnRef idx="0">
            <a:scrgbClr r="0" g="0" b="0"/>
          </a:lnRef>
          <a:fillRef idx="0">
            <a:scrgbClr r="0" g="0" b="0"/>
          </a:fillRef>
          <a:effectRef idx="0">
            <a:scrgbClr r="0" g="0" b="0"/>
          </a:effectRef>
          <a:fontRef idx="minor"/>
        </p:style>
        <p:txBody>
          <a:bodyPr lIns="51570" tIns="25650" rIns="51570" bIns="25650" anchor="ctr">
            <a:noAutofit/>
          </a:bodyPr>
          <a:lstStyle/>
          <a:p>
            <a:pPr defTabSz="685800">
              <a:lnSpc>
                <a:spcPct val="120000"/>
              </a:lnSpc>
              <a:defRPr/>
            </a:pPr>
            <a:endParaRPr lang="en-US" sz="1600" spc="-1" dirty="0">
              <a:solidFill>
                <a:prstClr val="black"/>
              </a:solidFill>
              <a:latin typeface="Calibri"/>
            </a:endParaRPr>
          </a:p>
        </p:txBody>
      </p:sp>
      <p:sp>
        <p:nvSpPr>
          <p:cNvPr id="2" name="Rectangle 1">
            <a:extLst>
              <a:ext uri="{FF2B5EF4-FFF2-40B4-BE49-F238E27FC236}">
                <a16:creationId xmlns:a16="http://schemas.microsoft.com/office/drawing/2014/main" id="{E598B457-81FC-E70C-FE77-FAE6C226BEBC}"/>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Global Information System Centre (GISC)</a:t>
            </a:r>
            <a:endParaRPr lang="en-CH" sz="2400" b="1" dirty="0">
              <a:solidFill>
                <a:prstClr val="white"/>
              </a:solidFill>
              <a:latin typeface="Calibri"/>
            </a:endParaRPr>
          </a:p>
        </p:txBody>
      </p:sp>
      <p:sp>
        <p:nvSpPr>
          <p:cNvPr id="4" name="Content Placeholder 2">
            <a:extLst>
              <a:ext uri="{FF2B5EF4-FFF2-40B4-BE49-F238E27FC236}">
                <a16:creationId xmlns:a16="http://schemas.microsoft.com/office/drawing/2014/main" id="{67C590A7-6588-6891-88BA-166C39E90187}"/>
              </a:ext>
            </a:extLst>
          </p:cNvPr>
          <p:cNvSpPr txBox="1">
            <a:spLocks/>
          </p:cNvSpPr>
          <p:nvPr/>
        </p:nvSpPr>
        <p:spPr>
          <a:xfrm>
            <a:off x="1524000" y="944563"/>
            <a:ext cx="8229600" cy="2971800"/>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2000" b="1" dirty="0">
                <a:solidFill>
                  <a:schemeClr val="tx2">
                    <a:lumMod val="50000"/>
                  </a:schemeClr>
                </a:solidFill>
              </a:rPr>
              <a:t>Role</a:t>
            </a:r>
            <a:r>
              <a:rPr lang="en-GB" sz="1800" dirty="0">
                <a:solidFill>
                  <a:srgbClr val="005BAA"/>
                </a:solidFill>
              </a:rPr>
              <a:t>:</a:t>
            </a:r>
          </a:p>
          <a:p>
            <a:pPr>
              <a:buFont typeface="Wingdings" panose="05000000000000000000" pitchFamily="2" charset="2"/>
              <a:buChar char="§"/>
            </a:pPr>
            <a:r>
              <a:rPr lang="en-GB" sz="1800" dirty="0">
                <a:solidFill>
                  <a:srgbClr val="005BAA"/>
                </a:solidFill>
              </a:rPr>
              <a:t>GISCs are responsible for supporting WIS centres in their area of responsibility (</a:t>
            </a:r>
            <a:r>
              <a:rPr lang="en-GB" sz="1800" dirty="0" err="1">
                <a:solidFill>
                  <a:srgbClr val="005BAA"/>
                </a:solidFill>
              </a:rPr>
              <a:t>AoR</a:t>
            </a:r>
            <a:r>
              <a:rPr lang="en-GB" sz="1800" dirty="0">
                <a:solidFill>
                  <a:srgbClr val="005BAA"/>
                </a:solidFill>
              </a:rPr>
              <a:t>) and ensuring the effective operation of WIS</a:t>
            </a:r>
          </a:p>
          <a:p>
            <a:pPr>
              <a:buFont typeface="Wingdings" panose="05000000000000000000" pitchFamily="2" charset="2"/>
              <a:buChar char="§"/>
            </a:pPr>
            <a:r>
              <a:rPr lang="en-GB" sz="1800" dirty="0">
                <a:solidFill>
                  <a:srgbClr val="005BAA"/>
                </a:solidFill>
              </a:rPr>
              <a:t>GISCs coordinate data sharing within the area of responsibility of the Global Information System Centre</a:t>
            </a:r>
          </a:p>
          <a:p>
            <a:pPr>
              <a:buFont typeface="Wingdings" panose="05000000000000000000" pitchFamily="2" charset="2"/>
              <a:buChar char="§"/>
            </a:pPr>
            <a:r>
              <a:rPr lang="en-GB" sz="1800" dirty="0">
                <a:solidFill>
                  <a:srgbClr val="005BAA"/>
                </a:solidFill>
              </a:rPr>
              <a:t>GISCs shall support NCs and DCPCs in their area of responsibility  to effectively participate in WIS</a:t>
            </a:r>
          </a:p>
          <a:p>
            <a:pPr>
              <a:buFont typeface="Wingdings" panose="05000000000000000000" pitchFamily="2" charset="2"/>
              <a:buChar char="§"/>
            </a:pPr>
            <a:r>
              <a:rPr lang="en-GB" sz="1800" dirty="0">
                <a:solidFill>
                  <a:srgbClr val="005BAA"/>
                </a:solidFill>
              </a:rPr>
              <a:t>GISCs contribute to the Capacity building within the area of responsibility of the Global Information System Centre</a:t>
            </a:r>
          </a:p>
          <a:p>
            <a:pPr>
              <a:buFont typeface="Wingdings" panose="05000000000000000000" pitchFamily="2" charset="2"/>
              <a:buChar char="§"/>
            </a:pPr>
            <a:r>
              <a:rPr lang="en-GB" sz="1800" dirty="0">
                <a:solidFill>
                  <a:srgbClr val="005BAA"/>
                </a:solidFill>
              </a:rPr>
              <a:t>GISC contributes to the monitoring of WIS in their </a:t>
            </a:r>
            <a:r>
              <a:rPr lang="en-GB" sz="1800" dirty="0" err="1">
                <a:solidFill>
                  <a:srgbClr val="005BAA"/>
                </a:solidFill>
              </a:rPr>
              <a:t>AoR</a:t>
            </a:r>
            <a:endParaRPr lang="en-GB" sz="1800" dirty="0">
              <a:solidFill>
                <a:srgbClr val="005BAA"/>
              </a:solidFill>
            </a:endParaRPr>
          </a:p>
          <a:p>
            <a:pPr>
              <a:buFont typeface="Wingdings" panose="05000000000000000000" pitchFamily="2" charset="2"/>
              <a:buChar char="§"/>
            </a:pPr>
            <a:r>
              <a:rPr lang="en-GB" sz="1800" dirty="0">
                <a:solidFill>
                  <a:srgbClr val="005BAA"/>
                </a:solidFill>
              </a:rPr>
              <a:t>Note: GISCs are not required to operate a Global Service component</a:t>
            </a:r>
          </a:p>
          <a:p>
            <a:pPr>
              <a:buFont typeface="Wingdings" panose="05000000000000000000" pitchFamily="2" charset="2"/>
              <a:buChar char="§"/>
            </a:pPr>
            <a:r>
              <a:rPr lang="en-GB" sz="1800" dirty="0">
                <a:solidFill>
                  <a:srgbClr val="005BAA"/>
                </a:solidFill>
              </a:rPr>
              <a:t>List of GISCs:</a:t>
            </a:r>
          </a:p>
          <a:p>
            <a:endParaRPr lang="en-GB" sz="1800" dirty="0"/>
          </a:p>
          <a:p>
            <a:endParaRPr lang="en-GB" sz="1800" dirty="0"/>
          </a:p>
        </p:txBody>
      </p:sp>
      <p:graphicFrame>
        <p:nvGraphicFramePr>
          <p:cNvPr id="7" name="Table 6">
            <a:extLst>
              <a:ext uri="{FF2B5EF4-FFF2-40B4-BE49-F238E27FC236}">
                <a16:creationId xmlns:a16="http://schemas.microsoft.com/office/drawing/2014/main" id="{08F3C45D-CBA8-E3DE-5743-1F68EA64E976}"/>
              </a:ext>
            </a:extLst>
          </p:cNvPr>
          <p:cNvGraphicFramePr>
            <a:graphicFrameLocks noGrp="1"/>
          </p:cNvGraphicFramePr>
          <p:nvPr>
            <p:extLst>
              <p:ext uri="{D42A27DB-BD31-4B8C-83A1-F6EECF244321}">
                <p14:modId xmlns:p14="http://schemas.microsoft.com/office/powerpoint/2010/main" val="721389103"/>
              </p:ext>
            </p:extLst>
          </p:nvPr>
        </p:nvGraphicFramePr>
        <p:xfrm>
          <a:off x="2710873" y="4063714"/>
          <a:ext cx="6770254" cy="2286000"/>
        </p:xfrm>
        <a:graphic>
          <a:graphicData uri="http://schemas.openxmlformats.org/drawingml/2006/table">
            <a:tbl>
              <a:tblPr firstRow="1" bandRow="1">
                <a:tableStyleId>{5C22544A-7EE6-4342-B048-85BDC9FD1C3A}</a:tableStyleId>
              </a:tblPr>
              <a:tblGrid>
                <a:gridCol w="3366654">
                  <a:extLst>
                    <a:ext uri="{9D8B030D-6E8A-4147-A177-3AD203B41FA5}">
                      <a16:colId xmlns:a16="http://schemas.microsoft.com/office/drawing/2014/main" val="333655746"/>
                    </a:ext>
                  </a:extLst>
                </a:gridCol>
                <a:gridCol w="3403600">
                  <a:extLst>
                    <a:ext uri="{9D8B030D-6E8A-4147-A177-3AD203B41FA5}">
                      <a16:colId xmlns:a16="http://schemas.microsoft.com/office/drawing/2014/main" val="2703602053"/>
                    </a:ext>
                  </a:extLst>
                </a:gridCol>
              </a:tblGrid>
              <a:tr h="324730">
                <a:tc>
                  <a:txBody>
                    <a:bodyPr/>
                    <a:lstStyle/>
                    <a:p>
                      <a:pPr marL="17463" indent="-17463">
                        <a:buFontTx/>
                        <a:buChar char="-"/>
                      </a:pPr>
                      <a:r>
                        <a:rPr lang="fr-FR" b="0" dirty="0"/>
                        <a:t> GISC Beijing  (China)</a:t>
                      </a:r>
                    </a:p>
                    <a:p>
                      <a:pPr marL="17463" indent="-17463">
                        <a:buFontTx/>
                        <a:buChar char="-"/>
                      </a:pPr>
                      <a:r>
                        <a:rPr lang="fr-FR" b="0" dirty="0"/>
                        <a:t> GISC Brasilia (Brazil)</a:t>
                      </a:r>
                    </a:p>
                    <a:p>
                      <a:pPr marL="17463" indent="-17463">
                        <a:buFontTx/>
                        <a:buChar char="-"/>
                      </a:pPr>
                      <a:r>
                        <a:rPr lang="fr-FR" b="0" dirty="0"/>
                        <a:t> GISC Casablanca (Morocco)</a:t>
                      </a:r>
                    </a:p>
                    <a:p>
                      <a:pPr marL="17463" marR="0" lvl="0" indent="-17463" algn="l" defTabSz="457200" rtl="0" eaLnBrk="1" fontAlgn="auto" latinLnBrk="0" hangingPunct="1">
                        <a:lnSpc>
                          <a:spcPct val="100000"/>
                        </a:lnSpc>
                        <a:spcBef>
                          <a:spcPts val="0"/>
                        </a:spcBef>
                        <a:spcAft>
                          <a:spcPts val="0"/>
                        </a:spcAft>
                        <a:buClrTx/>
                        <a:buSzTx/>
                        <a:buFontTx/>
                        <a:buChar char="-"/>
                        <a:tabLst/>
                        <a:defRPr/>
                      </a:pPr>
                      <a:r>
                        <a:rPr lang="fr-FR" b="0" dirty="0"/>
                        <a:t> </a:t>
                      </a:r>
                      <a:r>
                        <a:rPr lang="fr-FR" sz="1800" b="0" kern="1200" dirty="0">
                          <a:solidFill>
                            <a:schemeClr val="lt1"/>
                          </a:solidFill>
                          <a:latin typeface="+mn-lt"/>
                          <a:ea typeface="+mn-ea"/>
                          <a:cs typeface="+mn-cs"/>
                        </a:rPr>
                        <a:t>GISC Exeter (UK)</a:t>
                      </a:r>
                    </a:p>
                    <a:p>
                      <a:pPr marL="17463" marR="0" lvl="0" indent="-17463" algn="l" defTabSz="457200" rtl="0" eaLnBrk="1" fontAlgn="auto" latinLnBrk="0" hangingPunct="1">
                        <a:lnSpc>
                          <a:spcPct val="100000"/>
                        </a:lnSpc>
                        <a:spcBef>
                          <a:spcPts val="0"/>
                        </a:spcBef>
                        <a:spcAft>
                          <a:spcPts val="0"/>
                        </a:spcAft>
                        <a:buClrTx/>
                        <a:buSzTx/>
                        <a:buFontTx/>
                        <a:buChar char="-"/>
                        <a:tabLst/>
                        <a:defRPr/>
                      </a:pPr>
                      <a:r>
                        <a:rPr lang="fr-FR" sz="1800" b="0" kern="1200" dirty="0">
                          <a:solidFill>
                            <a:schemeClr val="lt1"/>
                          </a:solidFill>
                          <a:latin typeface="+mn-lt"/>
                          <a:ea typeface="+mn-ea"/>
                          <a:cs typeface="+mn-cs"/>
                        </a:rPr>
                        <a:t> GISC </a:t>
                      </a:r>
                      <a:r>
                        <a:rPr lang="fr-FR" sz="1800" b="0" kern="1200" dirty="0" err="1">
                          <a:solidFill>
                            <a:schemeClr val="lt1"/>
                          </a:solidFill>
                          <a:latin typeface="+mn-lt"/>
                          <a:ea typeface="+mn-ea"/>
                          <a:cs typeface="+mn-cs"/>
                        </a:rPr>
                        <a:t>Jeddah</a:t>
                      </a:r>
                      <a:r>
                        <a:rPr lang="fr-FR" sz="1800" b="0" kern="1200" dirty="0">
                          <a:solidFill>
                            <a:schemeClr val="lt1"/>
                          </a:solidFill>
                          <a:latin typeface="+mn-lt"/>
                          <a:ea typeface="+mn-ea"/>
                          <a:cs typeface="+mn-cs"/>
                        </a:rPr>
                        <a:t> (</a:t>
                      </a:r>
                      <a:r>
                        <a:rPr lang="fr-FR" sz="1800" b="0" kern="1200" dirty="0" err="1">
                          <a:solidFill>
                            <a:schemeClr val="lt1"/>
                          </a:solidFill>
                          <a:latin typeface="+mn-lt"/>
                          <a:ea typeface="+mn-ea"/>
                          <a:cs typeface="+mn-cs"/>
                        </a:rPr>
                        <a:t>Saudi</a:t>
                      </a:r>
                      <a:r>
                        <a:rPr lang="fr-FR" sz="1800" b="0" kern="1200" dirty="0">
                          <a:solidFill>
                            <a:schemeClr val="lt1"/>
                          </a:solidFill>
                          <a:latin typeface="+mn-lt"/>
                          <a:ea typeface="+mn-ea"/>
                          <a:cs typeface="+mn-cs"/>
                        </a:rPr>
                        <a:t> Arabia)</a:t>
                      </a:r>
                    </a:p>
                    <a:p>
                      <a:pPr marL="17463" indent="-17463">
                        <a:buFontTx/>
                        <a:buChar char="-"/>
                      </a:pPr>
                      <a:r>
                        <a:rPr lang="fr-FR" b="0" dirty="0"/>
                        <a:t> GISC Melbourne (</a:t>
                      </a:r>
                      <a:r>
                        <a:rPr lang="fr-FR" b="0" dirty="0" err="1"/>
                        <a:t>Australia</a:t>
                      </a:r>
                      <a:r>
                        <a:rPr lang="fr-FR" b="0" dirty="0"/>
                        <a:t>)</a:t>
                      </a:r>
                    </a:p>
                    <a:p>
                      <a:pPr marL="0" indent="0">
                        <a:buFontTx/>
                        <a:buNone/>
                      </a:pPr>
                      <a:r>
                        <a:rPr lang="fr-FR" sz="1800" b="0" kern="1200" dirty="0">
                          <a:solidFill>
                            <a:schemeClr val="lt1"/>
                          </a:solidFill>
                          <a:latin typeface="+mn-lt"/>
                          <a:ea typeface="+mn-ea"/>
                          <a:cs typeface="+mn-cs"/>
                        </a:rPr>
                        <a:t>- GISC Moscow (</a:t>
                      </a:r>
                      <a:r>
                        <a:rPr lang="fr-FR" sz="1800" b="0" kern="1200" dirty="0" err="1">
                          <a:solidFill>
                            <a:schemeClr val="lt1"/>
                          </a:solidFill>
                          <a:latin typeface="+mn-lt"/>
                          <a:ea typeface="+mn-ea"/>
                          <a:cs typeface="+mn-cs"/>
                        </a:rPr>
                        <a:t>Russia</a:t>
                      </a:r>
                      <a:r>
                        <a:rPr lang="fr-FR" sz="1800" b="0" kern="1200" dirty="0">
                          <a:solidFill>
                            <a:schemeClr val="lt1"/>
                          </a:solidFill>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fr-FR" sz="1800" b="0" kern="1200" dirty="0">
                          <a:solidFill>
                            <a:schemeClr val="lt1"/>
                          </a:solidFill>
                          <a:latin typeface="+mn-lt"/>
                          <a:ea typeface="+mn-ea"/>
                          <a:cs typeface="+mn-cs"/>
                        </a:rPr>
                        <a:t>-GISC New Delhi (</a:t>
                      </a:r>
                      <a:r>
                        <a:rPr lang="fr-FR" sz="1800" b="0" kern="1200" dirty="0" err="1">
                          <a:solidFill>
                            <a:schemeClr val="lt1"/>
                          </a:solidFill>
                          <a:latin typeface="+mn-lt"/>
                          <a:ea typeface="+mn-ea"/>
                          <a:cs typeface="+mn-cs"/>
                        </a:rPr>
                        <a:t>India</a:t>
                      </a:r>
                      <a:r>
                        <a:rPr lang="fr-FR" sz="1800" b="0" kern="1200" dirty="0">
                          <a:solidFill>
                            <a:schemeClr val="lt1"/>
                          </a:solidFill>
                          <a:latin typeface="+mn-lt"/>
                          <a:ea typeface="+mn-ea"/>
                          <a:cs typeface="+mn-cs"/>
                        </a:rPr>
                        <a:t>)</a:t>
                      </a:r>
                      <a:endParaRPr lang="en-CH" sz="1800" b="0" kern="1200" dirty="0">
                        <a:solidFill>
                          <a:schemeClr val="lt1"/>
                        </a:solidFill>
                        <a:latin typeface="+mn-lt"/>
                        <a:ea typeface="+mn-ea"/>
                        <a:cs typeface="+mn-cs"/>
                      </a:endParaRPr>
                    </a:p>
                  </a:txBody>
                  <a:tcPr>
                    <a:solidFill>
                      <a:schemeClr val="tx2">
                        <a:lumMod val="7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b="0" kern="1200" dirty="0">
                          <a:solidFill>
                            <a:schemeClr val="lt1"/>
                          </a:solidFill>
                          <a:latin typeface="+mn-lt"/>
                          <a:ea typeface="+mn-ea"/>
                          <a:cs typeface="+mn-cs"/>
                        </a:rPr>
                        <a:t>- GISC Offenbach (Germany)</a:t>
                      </a:r>
                    </a:p>
                    <a:p>
                      <a:pPr marL="0" indent="0">
                        <a:buFontTx/>
                        <a:buNone/>
                      </a:pPr>
                      <a:r>
                        <a:rPr lang="fr-FR" sz="1800" b="0" kern="1200" dirty="0">
                          <a:solidFill>
                            <a:schemeClr val="lt1"/>
                          </a:solidFill>
                          <a:latin typeface="+mn-lt"/>
                          <a:ea typeface="+mn-ea"/>
                          <a:cs typeface="+mn-cs"/>
                        </a:rPr>
                        <a:t>- GISC Pretoria (South </a:t>
                      </a:r>
                      <a:r>
                        <a:rPr lang="fr-FR" sz="1800" b="0" kern="1200" dirty="0" err="1">
                          <a:solidFill>
                            <a:schemeClr val="lt1"/>
                          </a:solidFill>
                          <a:latin typeface="+mn-lt"/>
                          <a:ea typeface="+mn-ea"/>
                          <a:cs typeface="+mn-cs"/>
                        </a:rPr>
                        <a:t>Africa</a:t>
                      </a:r>
                      <a:r>
                        <a:rPr lang="fr-FR" sz="1800" b="0" kern="1200" dirty="0">
                          <a:solidFill>
                            <a:schemeClr val="lt1"/>
                          </a:solidFill>
                          <a:latin typeface="+mn-lt"/>
                          <a:ea typeface="+mn-ea"/>
                          <a:cs typeface="+mn-cs"/>
                        </a:rPr>
                        <a:t>)</a:t>
                      </a:r>
                    </a:p>
                    <a:p>
                      <a:pPr marL="0" indent="0">
                        <a:buFontTx/>
                        <a:buNone/>
                      </a:pPr>
                      <a:r>
                        <a:rPr lang="fr-FR" sz="1800" b="0" kern="1200" dirty="0">
                          <a:solidFill>
                            <a:schemeClr val="lt1"/>
                          </a:solidFill>
                          <a:latin typeface="+mn-lt"/>
                          <a:ea typeface="+mn-ea"/>
                          <a:cs typeface="+mn-cs"/>
                        </a:rPr>
                        <a:t>- GISC Seoul (Kouria)</a:t>
                      </a:r>
                      <a:endParaRPr lang="fr-FR" b="0" dirty="0"/>
                    </a:p>
                    <a:p>
                      <a:pPr marL="17463" indent="-17463">
                        <a:buFontTx/>
                        <a:buChar char="-"/>
                      </a:pPr>
                      <a:r>
                        <a:rPr lang="fr-FR" b="0" dirty="0"/>
                        <a:t> GISC Tehran (Iran) </a:t>
                      </a:r>
                    </a:p>
                    <a:p>
                      <a:pPr marL="17463" indent="-17463">
                        <a:buFontTx/>
                        <a:buChar char="-"/>
                      </a:pPr>
                      <a:r>
                        <a:rPr lang="fr-FR" b="0" dirty="0"/>
                        <a:t> GISC Toulouse (France)</a:t>
                      </a:r>
                    </a:p>
                    <a:p>
                      <a:pPr marL="17463" indent="-17463">
                        <a:buFontTx/>
                        <a:buChar char="-"/>
                      </a:pPr>
                      <a:r>
                        <a:rPr lang="fr-FR" b="0" dirty="0"/>
                        <a:t> GISC Washington (USA)</a:t>
                      </a:r>
                      <a:endParaRPr lang="fr-FR" sz="1800" b="0" kern="1200" dirty="0">
                        <a:solidFill>
                          <a:schemeClr val="lt1"/>
                        </a:solidFill>
                        <a:latin typeface="+mn-lt"/>
                        <a:ea typeface="+mn-ea"/>
                        <a:cs typeface="+mn-cs"/>
                      </a:endParaRPr>
                    </a:p>
                    <a:p>
                      <a:pPr marL="0" indent="0">
                        <a:buFontTx/>
                        <a:buNone/>
                      </a:pPr>
                      <a:r>
                        <a:rPr lang="fr-FR" sz="1800" b="0" kern="1200" dirty="0">
                          <a:solidFill>
                            <a:schemeClr val="lt1"/>
                          </a:solidFill>
                          <a:latin typeface="+mn-lt"/>
                          <a:ea typeface="+mn-ea"/>
                          <a:cs typeface="+mn-cs"/>
                        </a:rPr>
                        <a:t>- GISC Tokyo (Japan)</a:t>
                      </a:r>
                    </a:p>
                    <a:p>
                      <a:endParaRPr lang="en-CH" b="0" dirty="0"/>
                    </a:p>
                  </a:txBody>
                  <a:tcPr>
                    <a:solidFill>
                      <a:schemeClr val="tx2">
                        <a:lumMod val="75000"/>
                      </a:schemeClr>
                    </a:solidFill>
                  </a:tcPr>
                </a:tc>
                <a:extLst>
                  <a:ext uri="{0D108BD9-81ED-4DB2-BD59-A6C34878D82A}">
                    <a16:rowId xmlns:a16="http://schemas.microsoft.com/office/drawing/2014/main" val="113587583"/>
                  </a:ext>
                </a:extLst>
              </a:tr>
            </a:tbl>
          </a:graphicData>
        </a:graphic>
      </p:graphicFrame>
    </p:spTree>
    <p:extLst>
      <p:ext uri="{BB962C8B-B14F-4D97-AF65-F5344CB8AC3E}">
        <p14:creationId xmlns:p14="http://schemas.microsoft.com/office/powerpoint/2010/main" val="3821718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27B6E-AE3F-D8DF-B289-AAC8AE7F48BD}"/>
            </a:ext>
          </a:extLst>
        </p:cNvPr>
        <p:cNvGrpSpPr/>
        <p:nvPr/>
      </p:nvGrpSpPr>
      <p:grpSpPr>
        <a:xfrm>
          <a:off x="0" y="0"/>
          <a:ext cx="0" cy="0"/>
          <a:chOff x="0" y="0"/>
          <a:chExt cx="0" cy="0"/>
        </a:xfrm>
      </p:grpSpPr>
      <p:sp>
        <p:nvSpPr>
          <p:cNvPr id="16" name="CustomShape 1">
            <a:extLst>
              <a:ext uri="{FF2B5EF4-FFF2-40B4-BE49-F238E27FC236}">
                <a16:creationId xmlns:a16="http://schemas.microsoft.com/office/drawing/2014/main" id="{EE832E8E-DA44-F272-8ED2-BCD5A8159A5D}"/>
              </a:ext>
            </a:extLst>
          </p:cNvPr>
          <p:cNvSpPr/>
          <p:nvPr/>
        </p:nvSpPr>
        <p:spPr>
          <a:xfrm>
            <a:off x="1130083" y="955319"/>
            <a:ext cx="4995540" cy="1668870"/>
          </a:xfrm>
          <a:prstGeom prst="rect">
            <a:avLst/>
          </a:prstGeom>
          <a:noFill/>
          <a:ln>
            <a:noFill/>
          </a:ln>
        </p:spPr>
        <p:style>
          <a:lnRef idx="0">
            <a:scrgbClr r="0" g="0" b="0"/>
          </a:lnRef>
          <a:fillRef idx="0">
            <a:scrgbClr r="0" g="0" b="0"/>
          </a:fillRef>
          <a:effectRef idx="0">
            <a:scrgbClr r="0" g="0" b="0"/>
          </a:effectRef>
          <a:fontRef idx="minor"/>
        </p:style>
        <p:txBody>
          <a:bodyPr lIns="51570" tIns="25650" rIns="51570" bIns="25650" anchor="ctr">
            <a:noAutofit/>
          </a:bodyPr>
          <a:lstStyle/>
          <a:p>
            <a:pPr defTabSz="685800">
              <a:lnSpc>
                <a:spcPct val="120000"/>
              </a:lnSpc>
              <a:defRPr/>
            </a:pPr>
            <a:endParaRPr lang="en-US" sz="1600" spc="-1" dirty="0">
              <a:solidFill>
                <a:prstClr val="black"/>
              </a:solidFill>
              <a:latin typeface="Calibri"/>
            </a:endParaRPr>
          </a:p>
        </p:txBody>
      </p:sp>
      <p:sp>
        <p:nvSpPr>
          <p:cNvPr id="2" name="Rectangle 1">
            <a:extLst>
              <a:ext uri="{FF2B5EF4-FFF2-40B4-BE49-F238E27FC236}">
                <a16:creationId xmlns:a16="http://schemas.microsoft.com/office/drawing/2014/main" id="{1B751B06-BA71-BD49-F4CD-6AA127457FE8}"/>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Global Information System Centre (GISC): Designation process</a:t>
            </a:r>
            <a:endParaRPr lang="en-CH" sz="2400" b="1" dirty="0">
              <a:solidFill>
                <a:prstClr val="white"/>
              </a:solidFill>
              <a:latin typeface="Calibri"/>
            </a:endParaRPr>
          </a:p>
        </p:txBody>
      </p:sp>
      <p:sp>
        <p:nvSpPr>
          <p:cNvPr id="4" name="Content Placeholder 2">
            <a:extLst>
              <a:ext uri="{FF2B5EF4-FFF2-40B4-BE49-F238E27FC236}">
                <a16:creationId xmlns:a16="http://schemas.microsoft.com/office/drawing/2014/main" id="{7680D6E3-B6F3-F47D-1966-4C12D961F6D3}"/>
              </a:ext>
            </a:extLst>
          </p:cNvPr>
          <p:cNvSpPr txBox="1">
            <a:spLocks/>
          </p:cNvSpPr>
          <p:nvPr/>
        </p:nvSpPr>
        <p:spPr>
          <a:xfrm>
            <a:off x="389299" y="788265"/>
            <a:ext cx="11057326" cy="148176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1600" dirty="0">
                <a:solidFill>
                  <a:srgbClr val="005BAA"/>
                </a:solidFill>
              </a:rPr>
              <a:t>A WMO Member may apply for a centre to be designated as one of the GISCs . The service offer by the Member shall include:</a:t>
            </a:r>
          </a:p>
          <a:p>
            <a:pPr marL="0" indent="0">
              <a:buFont typeface="Arial"/>
              <a:buNone/>
            </a:pPr>
            <a:r>
              <a:rPr lang="en-GB" sz="1600" dirty="0">
                <a:solidFill>
                  <a:srgbClr val="005BAA"/>
                </a:solidFill>
              </a:rPr>
              <a:t>(a) A statement of compliance with the required WIS functions;</a:t>
            </a:r>
          </a:p>
          <a:p>
            <a:pPr marL="0" indent="0">
              <a:buFont typeface="Arial"/>
              <a:buNone/>
            </a:pPr>
            <a:r>
              <a:rPr lang="en-GB" sz="1600" dirty="0">
                <a:solidFill>
                  <a:srgbClr val="005BAA"/>
                </a:solidFill>
              </a:rPr>
              <a:t>(b) A proposal regarding the </a:t>
            </a:r>
            <a:r>
              <a:rPr lang="en-GB" sz="1600" dirty="0" err="1">
                <a:solidFill>
                  <a:srgbClr val="005BAA"/>
                </a:solidFill>
              </a:rPr>
              <a:t>AoR</a:t>
            </a:r>
            <a:r>
              <a:rPr lang="en-GB" sz="1600" dirty="0">
                <a:solidFill>
                  <a:srgbClr val="005BAA"/>
                </a:solidFill>
              </a:rPr>
              <a:t> for WIS services;</a:t>
            </a:r>
          </a:p>
          <a:p>
            <a:pPr marL="0" indent="0">
              <a:buFont typeface="Arial"/>
              <a:buNone/>
            </a:pPr>
            <a:r>
              <a:rPr lang="en-GB" sz="1600" dirty="0">
                <a:solidFill>
                  <a:srgbClr val="005BAA"/>
                </a:solidFill>
              </a:rPr>
              <a:t>(c) A formal commitment by the Permanent Representative of the Member that such services shall be provided on a routine basis and sustained over time </a:t>
            </a:r>
            <a:endParaRPr lang="en-GB" sz="1600" dirty="0"/>
          </a:p>
          <a:p>
            <a:endParaRPr lang="en-GB" sz="1600" dirty="0"/>
          </a:p>
        </p:txBody>
      </p:sp>
      <p:sp>
        <p:nvSpPr>
          <p:cNvPr id="5" name="TextBox 4">
            <a:extLst>
              <a:ext uri="{FF2B5EF4-FFF2-40B4-BE49-F238E27FC236}">
                <a16:creationId xmlns:a16="http://schemas.microsoft.com/office/drawing/2014/main" id="{37FB4664-F8AA-9336-88DC-C9E9A6A2739D}"/>
              </a:ext>
            </a:extLst>
          </p:cNvPr>
          <p:cNvSpPr txBox="1"/>
          <p:nvPr/>
        </p:nvSpPr>
        <p:spPr>
          <a:xfrm>
            <a:off x="389299" y="2230023"/>
            <a:ext cx="11331646" cy="3447098"/>
          </a:xfrm>
          <a:prstGeom prst="rect">
            <a:avLst/>
          </a:prstGeom>
          <a:noFill/>
        </p:spPr>
        <p:txBody>
          <a:bodyPr wrap="square">
            <a:spAutoFit/>
          </a:bodyPr>
          <a:lstStyle/>
          <a:p>
            <a:r>
              <a:rPr lang="en-GB" sz="1400" b="1" dirty="0">
                <a:solidFill>
                  <a:schemeClr val="tx2">
                    <a:lumMod val="50000"/>
                  </a:schemeClr>
                </a:solidFill>
              </a:rPr>
              <a:t>Demonstration of Global Information System Centre capabilities:</a:t>
            </a:r>
          </a:p>
          <a:p>
            <a:r>
              <a:rPr lang="en-GB" sz="1600" dirty="0">
                <a:solidFill>
                  <a:srgbClr val="005BAA"/>
                </a:solidFill>
              </a:rPr>
              <a:t>Compliance shall be demonstrated with respect to the following:</a:t>
            </a:r>
          </a:p>
          <a:p>
            <a:pPr marL="180975"/>
            <a:r>
              <a:rPr lang="en-GB" sz="1600" dirty="0">
                <a:solidFill>
                  <a:srgbClr val="005BAA"/>
                </a:solidFill>
              </a:rPr>
              <a:t>(a) Coordination of data sharing within its </a:t>
            </a:r>
            <a:r>
              <a:rPr lang="en-GB" sz="1600" dirty="0" err="1">
                <a:solidFill>
                  <a:srgbClr val="005BAA"/>
                </a:solidFill>
              </a:rPr>
              <a:t>AoR</a:t>
            </a:r>
            <a:r>
              <a:rPr lang="en-GB" sz="1600" dirty="0">
                <a:solidFill>
                  <a:srgbClr val="005BAA"/>
                </a:solidFill>
              </a:rPr>
              <a:t>;</a:t>
            </a:r>
          </a:p>
          <a:p>
            <a:pPr marL="180975"/>
            <a:r>
              <a:rPr lang="en-GB" sz="1600" dirty="0">
                <a:solidFill>
                  <a:srgbClr val="005BAA"/>
                </a:solidFill>
              </a:rPr>
              <a:t>(b) Provision of training, support and other capacity building activities to WIS centres  within its </a:t>
            </a:r>
            <a:r>
              <a:rPr lang="en-GB" sz="1600" dirty="0" err="1">
                <a:solidFill>
                  <a:srgbClr val="005BAA"/>
                </a:solidFill>
              </a:rPr>
              <a:t>AoR</a:t>
            </a:r>
            <a:r>
              <a:rPr lang="en-GB" sz="1600" dirty="0">
                <a:solidFill>
                  <a:srgbClr val="005BAA"/>
                </a:solidFill>
              </a:rPr>
              <a:t>;</a:t>
            </a:r>
          </a:p>
          <a:p>
            <a:pPr marL="180975"/>
            <a:r>
              <a:rPr lang="en-GB" sz="1600" dirty="0">
                <a:solidFill>
                  <a:srgbClr val="005BAA"/>
                </a:solidFill>
              </a:rPr>
              <a:t>(c) Supporting continual improvement in the quality of the discovery metadata published by WIS centres within its </a:t>
            </a:r>
            <a:r>
              <a:rPr lang="en-GB" sz="1600" dirty="0" err="1">
                <a:solidFill>
                  <a:srgbClr val="005BAA"/>
                </a:solidFill>
              </a:rPr>
              <a:t>AoR</a:t>
            </a:r>
            <a:r>
              <a:rPr lang="en-GB" sz="1600" dirty="0">
                <a:solidFill>
                  <a:srgbClr val="005BAA"/>
                </a:solidFill>
              </a:rPr>
              <a:t>;</a:t>
            </a:r>
          </a:p>
          <a:p>
            <a:pPr marL="180975"/>
            <a:r>
              <a:rPr lang="en-GB" sz="1600" dirty="0">
                <a:solidFill>
                  <a:srgbClr val="005BAA"/>
                </a:solidFill>
              </a:rPr>
              <a:t>(d) Provision of any Global Services included in the service offer;</a:t>
            </a:r>
          </a:p>
          <a:p>
            <a:pPr marL="180975"/>
            <a:r>
              <a:rPr lang="en-GB" sz="1600" dirty="0">
                <a:solidFill>
                  <a:srgbClr val="005BAA"/>
                </a:solidFill>
              </a:rPr>
              <a:t>(e) Monitoring system performance and data availability in its </a:t>
            </a:r>
            <a:r>
              <a:rPr lang="en-GB" sz="1600" dirty="0" err="1">
                <a:solidFill>
                  <a:srgbClr val="005BAA"/>
                </a:solidFill>
              </a:rPr>
              <a:t>AoR</a:t>
            </a:r>
            <a:r>
              <a:rPr lang="en-GB" sz="1600" dirty="0">
                <a:solidFill>
                  <a:srgbClr val="005BAA"/>
                </a:solidFill>
              </a:rPr>
              <a:t>;</a:t>
            </a:r>
          </a:p>
          <a:p>
            <a:pPr marL="180975"/>
            <a:r>
              <a:rPr lang="en-GB" sz="1600" dirty="0">
                <a:solidFill>
                  <a:srgbClr val="005BAA"/>
                </a:solidFill>
              </a:rPr>
              <a:t>(f) Coordinating the global operational performance of WIS;</a:t>
            </a:r>
          </a:p>
          <a:p>
            <a:pPr marL="180975"/>
            <a:r>
              <a:rPr lang="en-GB" sz="1600" dirty="0">
                <a:solidFill>
                  <a:srgbClr val="005BAA"/>
                </a:solidFill>
              </a:rPr>
              <a:t>(g) Incident management </a:t>
            </a:r>
          </a:p>
          <a:p>
            <a:endParaRPr lang="en-GB" sz="1400" dirty="0">
              <a:solidFill>
                <a:srgbClr val="005BAA"/>
              </a:solidFill>
            </a:endParaRPr>
          </a:p>
          <a:p>
            <a:r>
              <a:rPr lang="en-GB" sz="1400" b="1" dirty="0">
                <a:solidFill>
                  <a:schemeClr val="tx2">
                    <a:lumMod val="50000"/>
                  </a:schemeClr>
                </a:solidFill>
              </a:rPr>
              <a:t>Approval</a:t>
            </a:r>
          </a:p>
          <a:p>
            <a:r>
              <a:rPr lang="en-GB" sz="1600" dirty="0">
                <a:solidFill>
                  <a:srgbClr val="005BAA"/>
                </a:solidFill>
              </a:rPr>
              <a:t>Upon demonstration of the capabilities of the candidate GISC, INFCOM shall submit its recommendation on the designation of the centre as a GISC to Congress or the Executive Council </a:t>
            </a:r>
          </a:p>
          <a:p>
            <a:r>
              <a:rPr lang="en-GB" sz="1600" dirty="0">
                <a:solidFill>
                  <a:srgbClr val="005BAA"/>
                </a:solidFill>
              </a:rPr>
              <a:t>The list of GISCs approved by Congress or the Executive Council is included in Appendix C of this Manual</a:t>
            </a:r>
            <a:endParaRPr lang="LID4096" sz="1600" dirty="0">
              <a:solidFill>
                <a:srgbClr val="005BAA"/>
              </a:solidFill>
            </a:endParaRPr>
          </a:p>
        </p:txBody>
      </p:sp>
    </p:spTree>
    <p:extLst>
      <p:ext uri="{BB962C8B-B14F-4D97-AF65-F5344CB8AC3E}">
        <p14:creationId xmlns:p14="http://schemas.microsoft.com/office/powerpoint/2010/main" val="1204274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2C81E-BD9D-B560-F689-0790C5511EC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79A5E0-13F4-D8D4-E06A-7AD7788D53B2}"/>
              </a:ext>
            </a:extLst>
          </p:cNvPr>
          <p:cNvSpPr/>
          <p:nvPr/>
        </p:nvSpPr>
        <p:spPr>
          <a:xfrm>
            <a:off x="-9531" y="18682"/>
            <a:ext cx="12201531" cy="550664"/>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Standing Committee on Information Management and Technology (SC-IMT)</a:t>
            </a:r>
            <a:endParaRPr lang="en-CH" sz="2400" b="1" dirty="0">
              <a:solidFill>
                <a:prstClr val="white"/>
              </a:solidFill>
              <a:latin typeface="Calibri"/>
            </a:endParaRPr>
          </a:p>
        </p:txBody>
      </p:sp>
      <p:sp>
        <p:nvSpPr>
          <p:cNvPr id="3" name="Rounded Rectangle 2">
            <a:extLst>
              <a:ext uri="{FF2B5EF4-FFF2-40B4-BE49-F238E27FC236}">
                <a16:creationId xmlns:a16="http://schemas.microsoft.com/office/drawing/2014/main" id="{A221B6C0-EE7F-7BE9-FBA2-3CB4D51D3462}"/>
              </a:ext>
            </a:extLst>
          </p:cNvPr>
          <p:cNvSpPr/>
          <p:nvPr/>
        </p:nvSpPr>
        <p:spPr>
          <a:xfrm>
            <a:off x="3503691" y="648801"/>
            <a:ext cx="5191462" cy="731520"/>
          </a:xfrm>
          <a:prstGeom prst="roundRect">
            <a:avLst/>
          </a:prstGeom>
          <a:solidFill>
            <a:schemeClr val="tx2"/>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b="1" dirty="0"/>
              <a:t>SC-IMT</a:t>
            </a:r>
          </a:p>
          <a:p>
            <a:pPr algn="ctr"/>
            <a:r>
              <a:rPr sz="1400" dirty="0"/>
              <a:t>Chair: Rémy GIRAUD</a:t>
            </a:r>
          </a:p>
          <a:p>
            <a:pPr algn="ctr"/>
            <a:r>
              <a:rPr sz="1400" dirty="0"/>
              <a:t>Vice-Chairs: Jeremy TANDY, Lei XUE</a:t>
            </a:r>
          </a:p>
        </p:txBody>
      </p:sp>
      <p:sp>
        <p:nvSpPr>
          <p:cNvPr id="4" name="Rounded Rectangle 3">
            <a:extLst>
              <a:ext uri="{FF2B5EF4-FFF2-40B4-BE49-F238E27FC236}">
                <a16:creationId xmlns:a16="http://schemas.microsoft.com/office/drawing/2014/main" id="{FAC679AC-46CB-39E4-751C-D06A0E640B36}"/>
              </a:ext>
            </a:extLst>
          </p:cNvPr>
          <p:cNvSpPr/>
          <p:nvPr/>
        </p:nvSpPr>
        <p:spPr>
          <a:xfrm>
            <a:off x="277528" y="2343180"/>
            <a:ext cx="1896380" cy="731520"/>
          </a:xfrm>
          <a:prstGeom prst="roundRect">
            <a:avLst/>
          </a:prstGeom>
          <a:solidFill>
            <a:schemeClr val="accent5">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200" b="1" dirty="0"/>
              <a:t>ET-W2IT</a:t>
            </a:r>
            <a:endParaRPr lang="en-GB" sz="1200" b="1" dirty="0"/>
          </a:p>
          <a:p>
            <a:pPr algn="ctr"/>
            <a:r>
              <a:rPr lang="en-GB" sz="1200" b="1" dirty="0"/>
              <a:t>Chair:  Jeremy TANDY </a:t>
            </a:r>
            <a:endParaRPr sz="1200" b="1" dirty="0"/>
          </a:p>
        </p:txBody>
      </p:sp>
      <p:sp>
        <p:nvSpPr>
          <p:cNvPr id="5" name="Rounded Rectangle 4">
            <a:extLst>
              <a:ext uri="{FF2B5EF4-FFF2-40B4-BE49-F238E27FC236}">
                <a16:creationId xmlns:a16="http://schemas.microsoft.com/office/drawing/2014/main" id="{2AC21182-9EFE-CF0A-CE30-B181099464C2}"/>
              </a:ext>
            </a:extLst>
          </p:cNvPr>
          <p:cNvSpPr/>
          <p:nvPr/>
        </p:nvSpPr>
        <p:spPr>
          <a:xfrm>
            <a:off x="2492043" y="2348159"/>
            <a:ext cx="1531506" cy="731520"/>
          </a:xfrm>
          <a:prstGeom prst="roundRect">
            <a:avLst/>
          </a:prstGeom>
          <a:solidFill>
            <a:schemeClr val="accent5">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200" b="1" dirty="0"/>
              <a:t>ET-WISOP</a:t>
            </a:r>
            <a:endParaRPr lang="en-GB" sz="1200" b="1" dirty="0"/>
          </a:p>
          <a:p>
            <a:r>
              <a:rPr lang="en-GB" sz="1200" b="1" dirty="0"/>
              <a:t>Co-Chair: Xue Lei</a:t>
            </a:r>
          </a:p>
          <a:p>
            <a:pPr algn="ctr"/>
            <a:r>
              <a:rPr lang="en-GB" sz="1200" b="1" dirty="0"/>
              <a:t>Co-Chair: </a:t>
            </a:r>
            <a:r>
              <a:rPr lang="en-GB" sz="1200" b="1" dirty="0" err="1"/>
              <a:t>Büßelberg</a:t>
            </a:r>
            <a:r>
              <a:rPr lang="en-GB" sz="1200" b="1" dirty="0"/>
              <a:t> Thorsten</a:t>
            </a:r>
            <a:endParaRPr sz="1200" b="1" dirty="0"/>
          </a:p>
        </p:txBody>
      </p:sp>
      <p:sp>
        <p:nvSpPr>
          <p:cNvPr id="6" name="Rounded Rectangle 5">
            <a:extLst>
              <a:ext uri="{FF2B5EF4-FFF2-40B4-BE49-F238E27FC236}">
                <a16:creationId xmlns:a16="http://schemas.microsoft.com/office/drawing/2014/main" id="{E80A91A2-BAD0-15B8-E096-45360138E242}"/>
              </a:ext>
            </a:extLst>
          </p:cNvPr>
          <p:cNvSpPr/>
          <p:nvPr/>
        </p:nvSpPr>
        <p:spPr>
          <a:xfrm>
            <a:off x="4275714" y="2348159"/>
            <a:ext cx="1360627" cy="726541"/>
          </a:xfrm>
          <a:prstGeom prst="roundRect">
            <a:avLst/>
          </a:prstGeom>
          <a:solidFill>
            <a:schemeClr val="accent5">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GB" sz="1200" b="1" dirty="0"/>
              <a:t>ET-IM</a:t>
            </a:r>
          </a:p>
          <a:p>
            <a:pPr algn="ctr"/>
            <a:r>
              <a:rPr lang="en-GB" sz="1200" b="1" dirty="0"/>
              <a:t>Chair:  Dr Ge Peng</a:t>
            </a:r>
          </a:p>
        </p:txBody>
      </p:sp>
      <p:sp>
        <p:nvSpPr>
          <p:cNvPr id="7" name="Rounded Rectangle 6">
            <a:extLst>
              <a:ext uri="{FF2B5EF4-FFF2-40B4-BE49-F238E27FC236}">
                <a16:creationId xmlns:a16="http://schemas.microsoft.com/office/drawing/2014/main" id="{AD55DCC9-B087-FFF3-36B2-529BBE5C92A8}"/>
              </a:ext>
            </a:extLst>
          </p:cNvPr>
          <p:cNvSpPr/>
          <p:nvPr/>
        </p:nvSpPr>
        <p:spPr>
          <a:xfrm>
            <a:off x="6046464" y="2343180"/>
            <a:ext cx="1360627" cy="736499"/>
          </a:xfrm>
          <a:prstGeom prst="roundRect">
            <a:avLst/>
          </a:prstGeom>
          <a:solidFill>
            <a:schemeClr val="accent5">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200" b="1" dirty="0"/>
              <a:t>ET-Metadata</a:t>
            </a:r>
            <a:endParaRPr lang="en-GB" sz="1200" b="1" dirty="0"/>
          </a:p>
          <a:p>
            <a:pPr algn="ctr"/>
            <a:r>
              <a:rPr lang="en-GB" sz="1200" b="1" dirty="0"/>
              <a:t>Chair: Tom </a:t>
            </a:r>
            <a:r>
              <a:rPr lang="en-GB" sz="1200" b="1" dirty="0" err="1"/>
              <a:t>Kralidis</a:t>
            </a:r>
            <a:endParaRPr sz="1200" b="1" dirty="0"/>
          </a:p>
        </p:txBody>
      </p:sp>
      <p:sp>
        <p:nvSpPr>
          <p:cNvPr id="8" name="Rounded Rectangle 7">
            <a:extLst>
              <a:ext uri="{FF2B5EF4-FFF2-40B4-BE49-F238E27FC236}">
                <a16:creationId xmlns:a16="http://schemas.microsoft.com/office/drawing/2014/main" id="{1C6667E0-AF9D-4C3E-C01E-78B86147C199}"/>
              </a:ext>
            </a:extLst>
          </p:cNvPr>
          <p:cNvSpPr/>
          <p:nvPr/>
        </p:nvSpPr>
        <p:spPr>
          <a:xfrm>
            <a:off x="7754773" y="2343180"/>
            <a:ext cx="1360627" cy="703907"/>
          </a:xfrm>
          <a:prstGeom prst="roundRect">
            <a:avLst/>
          </a:prstGeom>
          <a:solidFill>
            <a:schemeClr val="accent5">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200" b="1" dirty="0"/>
              <a:t>ET-Data</a:t>
            </a:r>
            <a:endParaRPr lang="en-GB" sz="1200" b="1" dirty="0"/>
          </a:p>
          <a:p>
            <a:pPr algn="ctr"/>
            <a:r>
              <a:rPr lang="en-GB" sz="1200" b="1" dirty="0"/>
              <a:t>Chair: Marijana CREPULJA</a:t>
            </a:r>
            <a:endParaRPr sz="1200" b="1" dirty="0"/>
          </a:p>
        </p:txBody>
      </p:sp>
      <p:sp>
        <p:nvSpPr>
          <p:cNvPr id="9" name="Rounded Rectangle 8">
            <a:extLst>
              <a:ext uri="{FF2B5EF4-FFF2-40B4-BE49-F238E27FC236}">
                <a16:creationId xmlns:a16="http://schemas.microsoft.com/office/drawing/2014/main" id="{280E70C8-1ACE-AAD0-A4BB-BB69F7D4A635}"/>
              </a:ext>
            </a:extLst>
          </p:cNvPr>
          <p:cNvSpPr/>
          <p:nvPr/>
        </p:nvSpPr>
        <p:spPr>
          <a:xfrm>
            <a:off x="9384332" y="2343180"/>
            <a:ext cx="1318314" cy="703907"/>
          </a:xfrm>
          <a:prstGeom prst="roundRect">
            <a:avLst/>
          </a:prstGeom>
          <a:solidFill>
            <a:schemeClr val="accent5">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200" b="1" dirty="0"/>
              <a:t>ET-</a:t>
            </a:r>
            <a:r>
              <a:rPr sz="1200" b="1" dirty="0" err="1"/>
              <a:t>CyberSecurity</a:t>
            </a:r>
            <a:endParaRPr lang="en-GB" sz="1200" b="1" dirty="0"/>
          </a:p>
          <a:p>
            <a:pPr algn="ctr"/>
            <a:r>
              <a:rPr lang="en-GB" sz="1200" b="1" dirty="0"/>
              <a:t>Chair: Ilona Glaser</a:t>
            </a:r>
            <a:endParaRPr sz="1200" b="1" dirty="0"/>
          </a:p>
        </p:txBody>
      </p:sp>
      <p:sp>
        <p:nvSpPr>
          <p:cNvPr id="10" name="Rounded Rectangle 9">
            <a:extLst>
              <a:ext uri="{FF2B5EF4-FFF2-40B4-BE49-F238E27FC236}">
                <a16:creationId xmlns:a16="http://schemas.microsoft.com/office/drawing/2014/main" id="{08B75EC6-B2B7-027D-BE58-3E73DA5C03A6}"/>
              </a:ext>
            </a:extLst>
          </p:cNvPr>
          <p:cNvSpPr/>
          <p:nvPr/>
        </p:nvSpPr>
        <p:spPr>
          <a:xfrm>
            <a:off x="10856422" y="2343180"/>
            <a:ext cx="1257562" cy="703907"/>
          </a:xfrm>
          <a:prstGeom prst="roundRect">
            <a:avLst/>
          </a:prstGeom>
          <a:solidFill>
            <a:schemeClr val="accent5">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200" b="1" dirty="0"/>
              <a:t>ET-W2DP</a:t>
            </a:r>
            <a:endParaRPr lang="en-GB" sz="1200" b="1" dirty="0"/>
          </a:p>
          <a:p>
            <a:r>
              <a:rPr lang="en-GB" sz="1200" b="1" dirty="0"/>
              <a:t>Co-Chair: Kari Sheets</a:t>
            </a:r>
          </a:p>
          <a:p>
            <a:r>
              <a:rPr lang="en-GB" sz="1200" b="1" dirty="0"/>
              <a:t>Co-Chair: Rémy </a:t>
            </a:r>
            <a:endParaRPr sz="1200" b="1" dirty="0"/>
          </a:p>
        </p:txBody>
      </p:sp>
      <p:sp>
        <p:nvSpPr>
          <p:cNvPr id="21" name="Rectangle: Rounded Corners 20">
            <a:extLst>
              <a:ext uri="{FF2B5EF4-FFF2-40B4-BE49-F238E27FC236}">
                <a16:creationId xmlns:a16="http://schemas.microsoft.com/office/drawing/2014/main" id="{7397EC36-4F7C-A611-F2B4-085A5FB507FA}"/>
              </a:ext>
            </a:extLst>
          </p:cNvPr>
          <p:cNvSpPr/>
          <p:nvPr/>
        </p:nvSpPr>
        <p:spPr>
          <a:xfrm>
            <a:off x="3603280" y="1428735"/>
            <a:ext cx="4961298" cy="675793"/>
          </a:xfrm>
          <a:prstGeom prst="roundRect">
            <a:avLst/>
          </a:prstGeom>
          <a:solidFill>
            <a:schemeClr val="bg1"/>
          </a:solidFill>
          <a:ln>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100" b="1" dirty="0">
                <a:solidFill>
                  <a:schemeClr val="tx1"/>
                </a:solidFill>
              </a:rPr>
              <a:t>SC-IMT focuses on developing standards and technical systems to support Objective 2.2 of the WMO Strategic Plan: improving access to, exchange of, and management of Earth system data and products through WIS</a:t>
            </a:r>
            <a:endParaRPr lang="LID4096" sz="1100" b="1" dirty="0">
              <a:solidFill>
                <a:schemeClr val="tx1"/>
              </a:solidFill>
            </a:endParaRPr>
          </a:p>
        </p:txBody>
      </p:sp>
      <p:sp>
        <p:nvSpPr>
          <p:cNvPr id="16" name="Rectangle: Rounded Corners 15">
            <a:extLst>
              <a:ext uri="{FF2B5EF4-FFF2-40B4-BE49-F238E27FC236}">
                <a16:creationId xmlns:a16="http://schemas.microsoft.com/office/drawing/2014/main" id="{0600C355-A156-3407-AD2A-1C415BF00B29}"/>
              </a:ext>
            </a:extLst>
          </p:cNvPr>
          <p:cNvSpPr/>
          <p:nvPr/>
        </p:nvSpPr>
        <p:spPr>
          <a:xfrm>
            <a:off x="58776" y="3128043"/>
            <a:ext cx="2310964" cy="3711275"/>
          </a:xfrm>
          <a:prstGeom prst="roundRect">
            <a:avLst/>
          </a:prstGeom>
          <a:solidFill>
            <a:schemeClr val="bg1"/>
          </a:solidFill>
          <a:ln>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000" b="1" dirty="0">
                <a:solidFill>
                  <a:schemeClr val="tx1"/>
                </a:solidFill>
              </a:rPr>
              <a:t>(1) Continue to develop and refine the overall system architecture for WIS 2.0, broadening the scope of application to support all Earth-system domains</a:t>
            </a:r>
          </a:p>
          <a:p>
            <a:r>
              <a:rPr lang="en-GB" sz="1000" b="1" dirty="0">
                <a:solidFill>
                  <a:schemeClr val="tx1"/>
                </a:solidFill>
              </a:rPr>
              <a:t>(2) Develop proposals for additional types of WIS 2.0 Services in response to Members' requirements</a:t>
            </a:r>
          </a:p>
          <a:p>
            <a:r>
              <a:rPr lang="en-GB" sz="1000" b="1" dirty="0">
                <a:solidFill>
                  <a:schemeClr val="tx1"/>
                </a:solidFill>
              </a:rPr>
              <a:t>(3) Refine the plan for the transition from GTS/WIS1 to WIS 2.0; coordinate implementation, and monitor progress</a:t>
            </a:r>
          </a:p>
          <a:p>
            <a:r>
              <a:rPr lang="en-GB" sz="1000" b="1" dirty="0">
                <a:solidFill>
                  <a:schemeClr val="tx1"/>
                </a:solidFill>
              </a:rPr>
              <a:t>(4) Develop and execute test plans for WIS 2.0 Global Services</a:t>
            </a:r>
          </a:p>
          <a:p>
            <a:r>
              <a:rPr lang="en-GB" sz="1000" b="1" dirty="0">
                <a:solidFill>
                  <a:schemeClr val="tx1"/>
                </a:solidFill>
              </a:rPr>
              <a:t>(5) Engage with HMEI to determine opportunities for their members contribute to support efficient and effective exchange of data and information among WMO Members</a:t>
            </a:r>
          </a:p>
          <a:p>
            <a:r>
              <a:rPr lang="en-GB" sz="1000" b="1" dirty="0">
                <a:solidFill>
                  <a:schemeClr val="tx1"/>
                </a:solidFill>
              </a:rPr>
              <a:t>(6) Identify gaps where additional standardization is required to further improve WIS 2.0</a:t>
            </a:r>
          </a:p>
          <a:p>
            <a:r>
              <a:rPr lang="en-GB" sz="1000" b="1" dirty="0">
                <a:solidFill>
                  <a:schemeClr val="tx1"/>
                </a:solidFill>
              </a:rPr>
              <a:t>…</a:t>
            </a:r>
          </a:p>
        </p:txBody>
      </p:sp>
      <p:sp>
        <p:nvSpPr>
          <p:cNvPr id="24" name="Rectangle: Rounded Corners 23">
            <a:extLst>
              <a:ext uri="{FF2B5EF4-FFF2-40B4-BE49-F238E27FC236}">
                <a16:creationId xmlns:a16="http://schemas.microsoft.com/office/drawing/2014/main" id="{A08FE33B-8BC7-4E29-3197-53D2969EC597}"/>
              </a:ext>
            </a:extLst>
          </p:cNvPr>
          <p:cNvSpPr/>
          <p:nvPr/>
        </p:nvSpPr>
        <p:spPr>
          <a:xfrm>
            <a:off x="2493874" y="3122688"/>
            <a:ext cx="1571368" cy="3711275"/>
          </a:xfrm>
          <a:prstGeom prst="roundRect">
            <a:avLst/>
          </a:prstGeom>
          <a:solidFill>
            <a:schemeClr val="bg1"/>
          </a:solidFill>
          <a:ln>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000" b="1" dirty="0">
                <a:solidFill>
                  <a:schemeClr val="tx1"/>
                </a:solidFill>
              </a:rPr>
              <a:t>(1)Provide coordination and collaboration mechanisms for supporting the implementation and operation of WIS2 Nodes, Global Services and Gateways,</a:t>
            </a:r>
          </a:p>
          <a:p>
            <a:r>
              <a:rPr lang="en-GB" sz="1000" b="1" dirty="0">
                <a:solidFill>
                  <a:schemeClr val="tx1"/>
                </a:solidFill>
              </a:rPr>
              <a:t>(2) Foster collaboration among GISCs and Global Services,</a:t>
            </a:r>
          </a:p>
          <a:p>
            <a:r>
              <a:rPr lang="en-GB" sz="1000" b="1" dirty="0">
                <a:solidFill>
                  <a:schemeClr val="tx1"/>
                </a:solidFill>
              </a:rPr>
              <a:t>(3) Review GISCs management of their Area of Responsibilities (</a:t>
            </a:r>
            <a:r>
              <a:rPr lang="en-GB" sz="1000" b="1" dirty="0" err="1">
                <a:solidFill>
                  <a:schemeClr val="tx1"/>
                </a:solidFill>
              </a:rPr>
              <a:t>AoR</a:t>
            </a:r>
            <a:r>
              <a:rPr lang="en-GB" sz="1000" b="1" dirty="0">
                <a:solidFill>
                  <a:schemeClr val="tx1"/>
                </a:solidFill>
              </a:rPr>
              <a:t>), including WIS2 Node implementation, registration, assessment, performance monitoring and transition to WIS2,…</a:t>
            </a:r>
          </a:p>
        </p:txBody>
      </p:sp>
      <p:sp>
        <p:nvSpPr>
          <p:cNvPr id="25" name="Rectangle: Rounded Corners 24">
            <a:extLst>
              <a:ext uri="{FF2B5EF4-FFF2-40B4-BE49-F238E27FC236}">
                <a16:creationId xmlns:a16="http://schemas.microsoft.com/office/drawing/2014/main" id="{8966B024-73E1-98EB-BBEC-71B34ED64C86}"/>
              </a:ext>
            </a:extLst>
          </p:cNvPr>
          <p:cNvSpPr/>
          <p:nvPr/>
        </p:nvSpPr>
        <p:spPr>
          <a:xfrm>
            <a:off x="4156685" y="3122689"/>
            <a:ext cx="1648702" cy="3711274"/>
          </a:xfrm>
          <a:prstGeom prst="roundRect">
            <a:avLst/>
          </a:prstGeom>
          <a:solidFill>
            <a:schemeClr val="bg1"/>
          </a:solidFill>
          <a:ln>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000" b="1" dirty="0">
                <a:solidFill>
                  <a:schemeClr val="tx1"/>
                </a:solidFill>
              </a:rPr>
              <a:t>1) In close collaboration with SERCOM, lead a critical review of the Manual on High Quality Global Data Management Framework for Climate (WMO-No. 1238), ensuring consistency with the WMO Earth system approach and harmonization of the standard and recommended practices related to climate data and observations across the Technical Regulations.</a:t>
            </a:r>
          </a:p>
          <a:p>
            <a:r>
              <a:rPr lang="en-GB" sz="1000" b="1" dirty="0">
                <a:solidFill>
                  <a:schemeClr val="tx1"/>
                </a:solidFill>
              </a:rPr>
              <a:t>2) Maintain and develop recommended practices and technical guidance material for information management to meet the needs of Members:</a:t>
            </a:r>
          </a:p>
        </p:txBody>
      </p:sp>
      <p:sp>
        <p:nvSpPr>
          <p:cNvPr id="26" name="Rectangle: Rounded Corners 25">
            <a:extLst>
              <a:ext uri="{FF2B5EF4-FFF2-40B4-BE49-F238E27FC236}">
                <a16:creationId xmlns:a16="http://schemas.microsoft.com/office/drawing/2014/main" id="{80CB70A2-2F74-A28D-0177-53940F885093}"/>
              </a:ext>
            </a:extLst>
          </p:cNvPr>
          <p:cNvSpPr/>
          <p:nvPr/>
        </p:nvSpPr>
        <p:spPr>
          <a:xfrm>
            <a:off x="5931173" y="3128043"/>
            <a:ext cx="1648702" cy="3689293"/>
          </a:xfrm>
          <a:prstGeom prst="roundRect">
            <a:avLst/>
          </a:prstGeom>
          <a:solidFill>
            <a:schemeClr val="bg1"/>
          </a:solidFill>
          <a:ln>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90488" indent="-90488">
              <a:buAutoNum type="arabicParenR"/>
            </a:pPr>
            <a:r>
              <a:rPr lang="en-GB" sz="1000" b="1" dirty="0">
                <a:solidFill>
                  <a:schemeClr val="tx1"/>
                </a:solidFill>
              </a:rPr>
              <a:t> Develop and maintain WMO standards for metadata discovery, observations, provenance, WIS2 notifications, WIS2 topic hierarchy, and WIS2 monitoring / alerting) to meet the needs of Members, WIS, WIGOS, WMO Earth system disciplines/domains and partner organizations;</a:t>
            </a:r>
          </a:p>
          <a:p>
            <a:pPr marL="90488" indent="-90488">
              <a:buAutoNum type="arabicParenR"/>
              <a:tabLst>
                <a:tab pos="0" algn="l"/>
              </a:tabLst>
            </a:pPr>
            <a:r>
              <a:rPr lang="en-GB" sz="1000" b="1" dirty="0">
                <a:solidFill>
                  <a:schemeClr val="tx1"/>
                </a:solidFill>
              </a:rPr>
              <a:t> Develop and maintain quality assessment frameworks in order to facilitate the continuous improvement of metadata management, discovery and use;</a:t>
            </a:r>
          </a:p>
        </p:txBody>
      </p:sp>
      <p:sp>
        <p:nvSpPr>
          <p:cNvPr id="27" name="Rectangle: Rounded Corners 26">
            <a:extLst>
              <a:ext uri="{FF2B5EF4-FFF2-40B4-BE49-F238E27FC236}">
                <a16:creationId xmlns:a16="http://schemas.microsoft.com/office/drawing/2014/main" id="{56EB7435-67B2-1F8B-B502-C2E0B9B1F3A5}"/>
              </a:ext>
            </a:extLst>
          </p:cNvPr>
          <p:cNvSpPr/>
          <p:nvPr/>
        </p:nvSpPr>
        <p:spPr>
          <a:xfrm>
            <a:off x="7696582" y="3106063"/>
            <a:ext cx="1571368" cy="3711273"/>
          </a:xfrm>
          <a:prstGeom prst="roundRect">
            <a:avLst/>
          </a:prstGeom>
          <a:solidFill>
            <a:schemeClr val="bg1"/>
          </a:solidFill>
          <a:ln>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90488" indent="-90488">
              <a:buAutoNum type="alphaLcParenR"/>
            </a:pPr>
            <a:r>
              <a:rPr lang="en-GB" sz="1000" b="1" dirty="0">
                <a:solidFill>
                  <a:schemeClr val="tx1"/>
                </a:solidFill>
              </a:rPr>
              <a:t> Maintain and further develop the Manual on Codes (WMO-No. 306) Vol. I.2 and Vol. I.3,</a:t>
            </a:r>
          </a:p>
          <a:p>
            <a:pPr marL="90488" indent="-90488">
              <a:buAutoNum type="alphaLcParenR"/>
            </a:pPr>
            <a:r>
              <a:rPr lang="en-GB" sz="1000" b="1" dirty="0">
                <a:solidFill>
                  <a:schemeClr val="tx1"/>
                </a:solidFill>
              </a:rPr>
              <a:t> Examine new formats that are required by WMO Earth system disciplines and domains,</a:t>
            </a:r>
          </a:p>
          <a:p>
            <a:pPr marL="90488" indent="-90488">
              <a:buAutoNum type="alphaLcParenR"/>
            </a:pPr>
            <a:r>
              <a:rPr lang="en-GB" sz="1000" b="1" dirty="0">
                <a:solidFill>
                  <a:schemeClr val="tx1"/>
                </a:solidFill>
              </a:rPr>
              <a:t> invite and assist Members to participate in the experimental exchange of data encoded in modified or new formats, and provide Members with guidance on WMO data standards and representation;</a:t>
            </a:r>
          </a:p>
          <a:p>
            <a:r>
              <a:rPr lang="en-GB" sz="1000" b="1" dirty="0">
                <a:solidFill>
                  <a:schemeClr val="tx1"/>
                </a:solidFill>
              </a:rPr>
              <a:t>…….</a:t>
            </a:r>
          </a:p>
        </p:txBody>
      </p:sp>
      <p:sp>
        <p:nvSpPr>
          <p:cNvPr id="28" name="Rectangle: Rounded Corners 27">
            <a:extLst>
              <a:ext uri="{FF2B5EF4-FFF2-40B4-BE49-F238E27FC236}">
                <a16:creationId xmlns:a16="http://schemas.microsoft.com/office/drawing/2014/main" id="{5C64B130-2AEC-B134-ADC0-E879BD432F28}"/>
              </a:ext>
            </a:extLst>
          </p:cNvPr>
          <p:cNvSpPr/>
          <p:nvPr/>
        </p:nvSpPr>
        <p:spPr>
          <a:xfrm>
            <a:off x="9342206" y="3103104"/>
            <a:ext cx="1571368" cy="3711273"/>
          </a:xfrm>
          <a:prstGeom prst="roundRect">
            <a:avLst/>
          </a:prstGeom>
          <a:solidFill>
            <a:schemeClr val="bg1"/>
          </a:solidFill>
          <a:ln>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r>
              <a:rPr lang="en-GB" sz="1000" b="1" dirty="0">
                <a:solidFill>
                  <a:schemeClr val="tx1"/>
                </a:solidFill>
              </a:rPr>
              <a:t>1.Update the Guide to WIS (WMO-No.1061) Vol. II with guidance to support secure WIS 2.0 operations,</a:t>
            </a:r>
          </a:p>
          <a:p>
            <a:r>
              <a:rPr lang="en-GB" sz="1000" b="1" dirty="0">
                <a:solidFill>
                  <a:schemeClr val="tx1"/>
                </a:solidFill>
              </a:rPr>
              <a:t>2.Contribute to the implementation of WIS 2.0 with a particular focus on information technology (IT) security,</a:t>
            </a:r>
          </a:p>
          <a:p>
            <a:r>
              <a:rPr lang="en-GB" sz="1000" b="1" dirty="0">
                <a:solidFill>
                  <a:schemeClr val="tx1"/>
                </a:solidFill>
              </a:rPr>
              <a:t>3.Maintain and develop recommended practices and technical guidance material for IT security in order to support the WIS Security Focal point in their.1115),</a:t>
            </a:r>
          </a:p>
          <a:p>
            <a:endParaRPr lang="en-GB" sz="1000" b="1" dirty="0">
              <a:solidFill>
                <a:schemeClr val="tx1"/>
              </a:solidFill>
            </a:endParaRPr>
          </a:p>
          <a:p>
            <a:r>
              <a:rPr lang="en-GB" sz="1000" b="1" dirty="0">
                <a:solidFill>
                  <a:schemeClr val="tx1"/>
                </a:solidFill>
              </a:rPr>
              <a:t>…….</a:t>
            </a:r>
          </a:p>
        </p:txBody>
      </p:sp>
      <p:sp>
        <p:nvSpPr>
          <p:cNvPr id="29" name="Rectangle: Rounded Corners 28">
            <a:extLst>
              <a:ext uri="{FF2B5EF4-FFF2-40B4-BE49-F238E27FC236}">
                <a16:creationId xmlns:a16="http://schemas.microsoft.com/office/drawing/2014/main" id="{F766ED87-3732-0519-C527-3F94906FF6AF}"/>
              </a:ext>
            </a:extLst>
          </p:cNvPr>
          <p:cNvSpPr/>
          <p:nvPr/>
        </p:nvSpPr>
        <p:spPr>
          <a:xfrm>
            <a:off x="10971203" y="3047087"/>
            <a:ext cx="1196801" cy="3711273"/>
          </a:xfrm>
          <a:prstGeom prst="roundRect">
            <a:avLst/>
          </a:prstGeom>
          <a:solidFill>
            <a:schemeClr val="bg1"/>
          </a:solidFill>
          <a:ln>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mj-lt"/>
              <a:buAutoNum type="arabicPeriod"/>
            </a:pPr>
            <a:r>
              <a:rPr lang="en-GB" sz="1000" b="1" dirty="0">
                <a:solidFill>
                  <a:schemeClr val="tx1"/>
                </a:solidFill>
              </a:rPr>
              <a:t>Develop a WIS 2.0 competency framework</a:t>
            </a:r>
          </a:p>
          <a:p>
            <a:pPr>
              <a:buFont typeface="+mj-lt"/>
              <a:buAutoNum type="arabicPeriod"/>
            </a:pPr>
            <a:r>
              <a:rPr lang="en-GB" sz="1000" b="1" dirty="0">
                <a:solidFill>
                  <a:schemeClr val="tx1"/>
                </a:solidFill>
              </a:rPr>
              <a:t>Establish training programmes to support Member implementation</a:t>
            </a:r>
          </a:p>
          <a:p>
            <a:pPr>
              <a:buFont typeface="+mj-lt"/>
              <a:buAutoNum type="arabicPeriod"/>
            </a:pPr>
            <a:r>
              <a:rPr lang="en-GB" sz="1000" b="1" dirty="0">
                <a:solidFill>
                  <a:schemeClr val="tx1"/>
                </a:solidFill>
              </a:rPr>
              <a:t>Support WIS 2.0 implementation across all Regional Associations and programmes</a:t>
            </a:r>
          </a:p>
        </p:txBody>
      </p:sp>
    </p:spTree>
    <p:extLst>
      <p:ext uri="{BB962C8B-B14F-4D97-AF65-F5344CB8AC3E}">
        <p14:creationId xmlns:p14="http://schemas.microsoft.com/office/powerpoint/2010/main" val="2366188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9CCE2-BE75-8AF3-EA2D-4CC110BA81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325489-CC89-2B7C-8549-A53D319A193D}"/>
              </a:ext>
            </a:extLst>
          </p:cNvPr>
          <p:cNvSpPr/>
          <p:nvPr/>
        </p:nvSpPr>
        <p:spPr>
          <a:xfrm>
            <a:off x="-9531" y="18682"/>
            <a:ext cx="12201531" cy="731520"/>
          </a:xfrm>
          <a:prstGeom prst="rect">
            <a:avLst/>
          </a:prstGeom>
          <a:solidFill>
            <a:srgbClr val="034D9E"/>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GB" sz="2400" b="1" dirty="0">
                <a:solidFill>
                  <a:prstClr val="white"/>
                </a:solidFill>
                <a:latin typeface="Calibri"/>
              </a:rPr>
              <a:t>WIS Governance</a:t>
            </a:r>
          </a:p>
          <a:p>
            <a:pPr algn="ctr" defTabSz="685800">
              <a:defRPr/>
            </a:pPr>
            <a:r>
              <a:rPr lang="en-GB" sz="2400" b="1" dirty="0">
                <a:solidFill>
                  <a:prstClr val="white"/>
                </a:solidFill>
                <a:latin typeface="Calibri"/>
              </a:rPr>
              <a:t>Standing Committee on Information Management and Technology (SC-IMT)</a:t>
            </a:r>
            <a:endParaRPr lang="en-CH" sz="2400" b="1" dirty="0">
              <a:solidFill>
                <a:prstClr val="white"/>
              </a:solidFill>
              <a:latin typeface="Calibri"/>
            </a:endParaRPr>
          </a:p>
        </p:txBody>
      </p:sp>
      <p:sp>
        <p:nvSpPr>
          <p:cNvPr id="11" name="Rounded Rectangle 10">
            <a:extLst>
              <a:ext uri="{FF2B5EF4-FFF2-40B4-BE49-F238E27FC236}">
                <a16:creationId xmlns:a16="http://schemas.microsoft.com/office/drawing/2014/main" id="{BBE93B49-1136-6C94-12E2-A1BA4273F276}"/>
              </a:ext>
            </a:extLst>
          </p:cNvPr>
          <p:cNvSpPr/>
          <p:nvPr/>
        </p:nvSpPr>
        <p:spPr>
          <a:xfrm>
            <a:off x="3986561" y="3108960"/>
            <a:ext cx="1360627" cy="640080"/>
          </a:xfrm>
          <a:prstGeom prst="roundRect">
            <a:avLst/>
          </a:prstGeom>
          <a:solidFill>
            <a:schemeClr val="accent6">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dirty="0"/>
              <a:t>TT-W2FH</a:t>
            </a:r>
          </a:p>
        </p:txBody>
      </p:sp>
      <p:sp>
        <p:nvSpPr>
          <p:cNvPr id="14" name="Rounded Rectangle 13">
            <a:extLst>
              <a:ext uri="{FF2B5EF4-FFF2-40B4-BE49-F238E27FC236}">
                <a16:creationId xmlns:a16="http://schemas.microsoft.com/office/drawing/2014/main" id="{0C89FF29-FB92-C2D4-882B-F5A2ACEB9FE5}"/>
              </a:ext>
            </a:extLst>
          </p:cNvPr>
          <p:cNvSpPr/>
          <p:nvPr/>
        </p:nvSpPr>
        <p:spPr>
          <a:xfrm>
            <a:off x="833747" y="3109865"/>
            <a:ext cx="1360627" cy="640080"/>
          </a:xfrm>
          <a:prstGeom prst="roundRect">
            <a:avLst/>
          </a:prstGeom>
          <a:solidFill>
            <a:schemeClr val="accent6">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dirty="0"/>
              <a:t>TT-</a:t>
            </a:r>
            <a:r>
              <a:rPr sz="1400" dirty="0" err="1"/>
              <a:t>FirstMile</a:t>
            </a:r>
            <a:endParaRPr sz="1400" dirty="0"/>
          </a:p>
        </p:txBody>
      </p:sp>
      <p:sp>
        <p:nvSpPr>
          <p:cNvPr id="15" name="Rounded Rectangle 14">
            <a:extLst>
              <a:ext uri="{FF2B5EF4-FFF2-40B4-BE49-F238E27FC236}">
                <a16:creationId xmlns:a16="http://schemas.microsoft.com/office/drawing/2014/main" id="{E17BF718-32D7-CE37-BF39-D08C5F68B325}"/>
              </a:ext>
            </a:extLst>
          </p:cNvPr>
          <p:cNvSpPr/>
          <p:nvPr/>
        </p:nvSpPr>
        <p:spPr>
          <a:xfrm>
            <a:off x="2410154" y="3109865"/>
            <a:ext cx="1360627" cy="640080"/>
          </a:xfrm>
          <a:prstGeom prst="roundRect">
            <a:avLst/>
          </a:prstGeom>
          <a:solidFill>
            <a:schemeClr val="accent6">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dirty="0"/>
              <a:t>TT-</a:t>
            </a:r>
            <a:r>
              <a:rPr lang="en-GB" sz="1400" dirty="0"/>
              <a:t>OSS</a:t>
            </a:r>
            <a:endParaRPr sz="1400" dirty="0"/>
          </a:p>
        </p:txBody>
      </p:sp>
      <p:sp>
        <p:nvSpPr>
          <p:cNvPr id="17" name="Rounded Rectangle 15">
            <a:extLst>
              <a:ext uri="{FF2B5EF4-FFF2-40B4-BE49-F238E27FC236}">
                <a16:creationId xmlns:a16="http://schemas.microsoft.com/office/drawing/2014/main" id="{F979CDAB-0314-1031-C63E-96850F90F27C}"/>
              </a:ext>
            </a:extLst>
          </p:cNvPr>
          <p:cNvSpPr/>
          <p:nvPr/>
        </p:nvSpPr>
        <p:spPr>
          <a:xfrm>
            <a:off x="7139376" y="3108960"/>
            <a:ext cx="1360627" cy="640080"/>
          </a:xfrm>
          <a:prstGeom prst="roundRect">
            <a:avLst/>
          </a:prstGeom>
          <a:solidFill>
            <a:schemeClr val="accent6">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dirty="0"/>
              <a:t>TT-G3W</a:t>
            </a:r>
            <a:r>
              <a:rPr lang="en-GB" sz="1400" dirty="0"/>
              <a:t>-Data</a:t>
            </a:r>
            <a:endParaRPr sz="1400" dirty="0"/>
          </a:p>
        </p:txBody>
      </p:sp>
      <p:sp>
        <p:nvSpPr>
          <p:cNvPr id="18" name="Rounded Rectangle 14">
            <a:extLst>
              <a:ext uri="{FF2B5EF4-FFF2-40B4-BE49-F238E27FC236}">
                <a16:creationId xmlns:a16="http://schemas.microsoft.com/office/drawing/2014/main" id="{61A3B574-076E-176C-8F39-DDF7F64F4207}"/>
              </a:ext>
            </a:extLst>
          </p:cNvPr>
          <p:cNvSpPr/>
          <p:nvPr/>
        </p:nvSpPr>
        <p:spPr>
          <a:xfrm>
            <a:off x="5562968" y="3108960"/>
            <a:ext cx="1360627" cy="640080"/>
          </a:xfrm>
          <a:prstGeom prst="roundRect">
            <a:avLst/>
          </a:prstGeom>
          <a:solidFill>
            <a:schemeClr val="accent6">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dirty="0"/>
              <a:t>TT-NWPMD</a:t>
            </a:r>
          </a:p>
        </p:txBody>
      </p:sp>
      <p:sp>
        <p:nvSpPr>
          <p:cNvPr id="12" name="TextBox 11">
            <a:extLst>
              <a:ext uri="{FF2B5EF4-FFF2-40B4-BE49-F238E27FC236}">
                <a16:creationId xmlns:a16="http://schemas.microsoft.com/office/drawing/2014/main" id="{D447A136-5D68-8FDE-EBB2-40992EA0F62D}"/>
              </a:ext>
            </a:extLst>
          </p:cNvPr>
          <p:cNvSpPr txBox="1"/>
          <p:nvPr/>
        </p:nvSpPr>
        <p:spPr>
          <a:xfrm>
            <a:off x="4168760" y="1307282"/>
            <a:ext cx="2147149" cy="523220"/>
          </a:xfrm>
          <a:prstGeom prst="rect">
            <a:avLst/>
          </a:prstGeom>
          <a:noFill/>
        </p:spPr>
        <p:txBody>
          <a:bodyPr wrap="square" rtlCol="0">
            <a:spAutoFit/>
          </a:bodyPr>
          <a:lstStyle/>
          <a:p>
            <a:r>
              <a:rPr lang="en-GB" sz="2800" dirty="0">
                <a:solidFill>
                  <a:schemeClr val="accent1">
                    <a:lumMod val="50000"/>
                  </a:schemeClr>
                </a:solidFill>
              </a:rPr>
              <a:t>Task Teams</a:t>
            </a:r>
            <a:endParaRPr lang="LID4096" sz="2800" dirty="0">
              <a:solidFill>
                <a:schemeClr val="accent1">
                  <a:lumMod val="50000"/>
                </a:schemeClr>
              </a:solidFill>
            </a:endParaRPr>
          </a:p>
        </p:txBody>
      </p:sp>
      <p:sp>
        <p:nvSpPr>
          <p:cNvPr id="13" name="Rounded Rectangle 15">
            <a:extLst>
              <a:ext uri="{FF2B5EF4-FFF2-40B4-BE49-F238E27FC236}">
                <a16:creationId xmlns:a16="http://schemas.microsoft.com/office/drawing/2014/main" id="{2C01847F-DEC4-6C30-71F0-AB4FCDF978D2}"/>
              </a:ext>
            </a:extLst>
          </p:cNvPr>
          <p:cNvSpPr/>
          <p:nvPr/>
        </p:nvSpPr>
        <p:spPr>
          <a:xfrm>
            <a:off x="8715784" y="3108960"/>
            <a:ext cx="1360627" cy="640080"/>
          </a:xfrm>
          <a:prstGeom prst="roundRect">
            <a:avLst/>
          </a:prstGeom>
          <a:solidFill>
            <a:schemeClr val="accent6">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dirty="0"/>
              <a:t>TT-</a:t>
            </a:r>
            <a:r>
              <a:rPr lang="en-GB" sz="1400" dirty="0" err="1"/>
              <a:t>AvData</a:t>
            </a:r>
            <a:endParaRPr sz="1400" dirty="0"/>
          </a:p>
        </p:txBody>
      </p:sp>
      <p:sp>
        <p:nvSpPr>
          <p:cNvPr id="16" name="Rounded Rectangle 15">
            <a:extLst>
              <a:ext uri="{FF2B5EF4-FFF2-40B4-BE49-F238E27FC236}">
                <a16:creationId xmlns:a16="http://schemas.microsoft.com/office/drawing/2014/main" id="{5C4E9CFB-5E91-042E-B979-93898A1DD9D1}"/>
              </a:ext>
            </a:extLst>
          </p:cNvPr>
          <p:cNvSpPr/>
          <p:nvPr/>
        </p:nvSpPr>
        <p:spPr>
          <a:xfrm>
            <a:off x="10292192" y="3108960"/>
            <a:ext cx="1360627" cy="640080"/>
          </a:xfrm>
          <a:prstGeom prst="roundRect">
            <a:avLst/>
          </a:prstGeom>
          <a:solidFill>
            <a:schemeClr val="accent6">
              <a:lumMod val="75000"/>
            </a:schemeClr>
          </a:solidFill>
          <a:ln>
            <a:noFill/>
          </a:ln>
          <a:effectLst>
            <a:outerShdw blurRad="152400" dist="317500" dir="5400000" sx="90000" sy="-19000"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400" dirty="0"/>
              <a:t>TT-</a:t>
            </a:r>
            <a:r>
              <a:rPr lang="en-GB" sz="1400" dirty="0"/>
              <a:t>AC</a:t>
            </a:r>
            <a:endParaRPr sz="1400" dirty="0"/>
          </a:p>
        </p:txBody>
      </p:sp>
      <p:sp>
        <p:nvSpPr>
          <p:cNvPr id="19" name="Rectangle: Rounded Corners 18">
            <a:extLst>
              <a:ext uri="{FF2B5EF4-FFF2-40B4-BE49-F238E27FC236}">
                <a16:creationId xmlns:a16="http://schemas.microsoft.com/office/drawing/2014/main" id="{F76C70EE-BAFA-43D1-FB22-50D9EEE97F2C}"/>
              </a:ext>
            </a:extLst>
          </p:cNvPr>
          <p:cNvSpPr/>
          <p:nvPr/>
        </p:nvSpPr>
        <p:spPr>
          <a:xfrm>
            <a:off x="914813" y="3938257"/>
            <a:ext cx="1198493" cy="760492"/>
          </a:xfrm>
          <a:prstGeom prst="roundRect">
            <a:avLst/>
          </a:prstGeom>
          <a:solidFill>
            <a:schemeClr val="bg1"/>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accent1">
                    <a:lumMod val="50000"/>
                  </a:schemeClr>
                </a:solidFill>
              </a:rPr>
              <a:t>First mile standard</a:t>
            </a:r>
            <a:endParaRPr lang="LID4096" sz="1400" dirty="0">
              <a:solidFill>
                <a:schemeClr val="accent1">
                  <a:lumMod val="50000"/>
                </a:schemeClr>
              </a:solidFill>
            </a:endParaRPr>
          </a:p>
        </p:txBody>
      </p:sp>
      <p:sp>
        <p:nvSpPr>
          <p:cNvPr id="22" name="Rectangle: Rounded Corners 21">
            <a:extLst>
              <a:ext uri="{FF2B5EF4-FFF2-40B4-BE49-F238E27FC236}">
                <a16:creationId xmlns:a16="http://schemas.microsoft.com/office/drawing/2014/main" id="{F2158D99-E8E1-9849-103F-70EFEEA9F2DC}"/>
              </a:ext>
            </a:extLst>
          </p:cNvPr>
          <p:cNvSpPr/>
          <p:nvPr/>
        </p:nvSpPr>
        <p:spPr>
          <a:xfrm>
            <a:off x="2445955" y="3938257"/>
            <a:ext cx="1360627" cy="760492"/>
          </a:xfrm>
          <a:prstGeom prst="roundRect">
            <a:avLst/>
          </a:prstGeom>
          <a:solidFill>
            <a:schemeClr val="bg1"/>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accent1">
                    <a:lumMod val="50000"/>
                  </a:schemeClr>
                </a:solidFill>
              </a:rPr>
              <a:t>Open Source Software</a:t>
            </a:r>
            <a:endParaRPr lang="LID4096" sz="1400" dirty="0">
              <a:solidFill>
                <a:schemeClr val="accent1">
                  <a:lumMod val="50000"/>
                </a:schemeClr>
              </a:solidFill>
            </a:endParaRPr>
          </a:p>
        </p:txBody>
      </p:sp>
      <p:sp>
        <p:nvSpPr>
          <p:cNvPr id="23" name="Rectangle: Rounded Corners 22">
            <a:extLst>
              <a:ext uri="{FF2B5EF4-FFF2-40B4-BE49-F238E27FC236}">
                <a16:creationId xmlns:a16="http://schemas.microsoft.com/office/drawing/2014/main" id="{B2273813-A7A2-5CBC-A1F1-AF01043382ED}"/>
              </a:ext>
            </a:extLst>
          </p:cNvPr>
          <p:cNvSpPr/>
          <p:nvPr/>
        </p:nvSpPr>
        <p:spPr>
          <a:xfrm>
            <a:off x="4067627" y="3905211"/>
            <a:ext cx="1279561" cy="760492"/>
          </a:xfrm>
          <a:prstGeom prst="roundRect">
            <a:avLst/>
          </a:prstGeom>
          <a:solidFill>
            <a:schemeClr val="bg1"/>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accent1">
                    <a:lumMod val="50000"/>
                  </a:schemeClr>
                </a:solidFill>
              </a:rPr>
              <a:t>WIS2 for Hydrology</a:t>
            </a:r>
            <a:endParaRPr lang="LID4096" sz="1400" dirty="0">
              <a:solidFill>
                <a:schemeClr val="accent1">
                  <a:lumMod val="50000"/>
                </a:schemeClr>
              </a:solidFill>
            </a:endParaRPr>
          </a:p>
        </p:txBody>
      </p:sp>
      <p:sp>
        <p:nvSpPr>
          <p:cNvPr id="24" name="Rectangle: Rounded Corners 23">
            <a:extLst>
              <a:ext uri="{FF2B5EF4-FFF2-40B4-BE49-F238E27FC236}">
                <a16:creationId xmlns:a16="http://schemas.microsoft.com/office/drawing/2014/main" id="{3B8DB34E-AF0A-2423-BA63-4913A5D0334C}"/>
              </a:ext>
            </a:extLst>
          </p:cNvPr>
          <p:cNvSpPr/>
          <p:nvPr/>
        </p:nvSpPr>
        <p:spPr>
          <a:xfrm>
            <a:off x="5603500" y="3905211"/>
            <a:ext cx="1279561" cy="760492"/>
          </a:xfrm>
          <a:prstGeom prst="roundRect">
            <a:avLst/>
          </a:prstGeom>
          <a:solidFill>
            <a:schemeClr val="bg1"/>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accent1">
                    <a:lumMod val="50000"/>
                  </a:schemeClr>
                </a:solidFill>
              </a:rPr>
              <a:t>NWP Metadata</a:t>
            </a:r>
            <a:endParaRPr lang="LID4096" sz="1400" dirty="0">
              <a:solidFill>
                <a:schemeClr val="accent1">
                  <a:lumMod val="50000"/>
                </a:schemeClr>
              </a:solidFill>
            </a:endParaRPr>
          </a:p>
        </p:txBody>
      </p:sp>
      <p:sp>
        <p:nvSpPr>
          <p:cNvPr id="25" name="Rectangle: Rounded Corners 24">
            <a:extLst>
              <a:ext uri="{FF2B5EF4-FFF2-40B4-BE49-F238E27FC236}">
                <a16:creationId xmlns:a16="http://schemas.microsoft.com/office/drawing/2014/main" id="{F8124E39-B37C-ABEA-9CA1-E6B5C0598B69}"/>
              </a:ext>
            </a:extLst>
          </p:cNvPr>
          <p:cNvSpPr/>
          <p:nvPr/>
        </p:nvSpPr>
        <p:spPr>
          <a:xfrm>
            <a:off x="7220442" y="3905211"/>
            <a:ext cx="1279561" cy="760492"/>
          </a:xfrm>
          <a:prstGeom prst="roundRect">
            <a:avLst/>
          </a:prstGeom>
          <a:solidFill>
            <a:schemeClr val="bg1"/>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accent1">
                    <a:lumMod val="50000"/>
                  </a:schemeClr>
                </a:solidFill>
              </a:rPr>
              <a:t>Global Greenhouse Gas Watch</a:t>
            </a:r>
            <a:endParaRPr lang="LID4096" sz="1400" dirty="0">
              <a:solidFill>
                <a:schemeClr val="accent1">
                  <a:lumMod val="50000"/>
                </a:schemeClr>
              </a:solidFill>
            </a:endParaRPr>
          </a:p>
        </p:txBody>
      </p:sp>
      <p:sp>
        <p:nvSpPr>
          <p:cNvPr id="26" name="Rectangle: Rounded Corners 25">
            <a:extLst>
              <a:ext uri="{FF2B5EF4-FFF2-40B4-BE49-F238E27FC236}">
                <a16:creationId xmlns:a16="http://schemas.microsoft.com/office/drawing/2014/main" id="{B8C52710-B075-2EBE-4C9D-880441A8E022}"/>
              </a:ext>
            </a:extLst>
          </p:cNvPr>
          <p:cNvSpPr/>
          <p:nvPr/>
        </p:nvSpPr>
        <p:spPr>
          <a:xfrm>
            <a:off x="8837384" y="3905211"/>
            <a:ext cx="1279561" cy="760492"/>
          </a:xfrm>
          <a:prstGeom prst="roundRect">
            <a:avLst/>
          </a:prstGeom>
          <a:solidFill>
            <a:schemeClr val="bg1"/>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accent1">
                    <a:lumMod val="50000"/>
                  </a:schemeClr>
                </a:solidFill>
              </a:rPr>
              <a:t>Aviation Data</a:t>
            </a:r>
            <a:endParaRPr lang="LID4096" sz="1400" dirty="0">
              <a:solidFill>
                <a:schemeClr val="accent1">
                  <a:lumMod val="50000"/>
                </a:schemeClr>
              </a:solidFill>
            </a:endParaRPr>
          </a:p>
        </p:txBody>
      </p:sp>
      <p:sp>
        <p:nvSpPr>
          <p:cNvPr id="27" name="Rectangle: Rounded Corners 26">
            <a:extLst>
              <a:ext uri="{FF2B5EF4-FFF2-40B4-BE49-F238E27FC236}">
                <a16:creationId xmlns:a16="http://schemas.microsoft.com/office/drawing/2014/main" id="{0CE18D47-7236-551C-8116-0C0258E3452E}"/>
              </a:ext>
            </a:extLst>
          </p:cNvPr>
          <p:cNvSpPr/>
          <p:nvPr/>
        </p:nvSpPr>
        <p:spPr>
          <a:xfrm>
            <a:off x="10375973" y="3905211"/>
            <a:ext cx="1279561" cy="760492"/>
          </a:xfrm>
          <a:prstGeom prst="roundRect">
            <a:avLst/>
          </a:prstGeom>
          <a:solidFill>
            <a:schemeClr val="bg1"/>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accent1">
                    <a:lumMod val="50000"/>
                  </a:schemeClr>
                </a:solidFill>
              </a:rPr>
              <a:t>Audit and Certification</a:t>
            </a:r>
            <a:endParaRPr lang="LID4096" sz="1400" dirty="0">
              <a:solidFill>
                <a:schemeClr val="accent1">
                  <a:lumMod val="50000"/>
                </a:schemeClr>
              </a:solidFill>
            </a:endParaRPr>
          </a:p>
        </p:txBody>
      </p:sp>
    </p:spTree>
    <p:extLst>
      <p:ext uri="{BB962C8B-B14F-4D97-AF65-F5344CB8AC3E}">
        <p14:creationId xmlns:p14="http://schemas.microsoft.com/office/powerpoint/2010/main" val="375358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6ED77-C1DF-E755-D810-5AD044DC714D}"/>
              </a:ext>
            </a:extLst>
          </p:cNvPr>
          <p:cNvSpPr>
            <a:spLocks noGrp="1"/>
          </p:cNvSpPr>
          <p:nvPr>
            <p:ph type="title"/>
          </p:nvPr>
        </p:nvSpPr>
        <p:spPr/>
        <p:txBody>
          <a:bodyPr/>
          <a:lstStyle/>
          <a:p>
            <a:r>
              <a:rPr lang="en-US" dirty="0"/>
              <a:t>References</a:t>
            </a:r>
            <a:endParaRPr lang="en-CH" dirty="0"/>
          </a:p>
        </p:txBody>
      </p:sp>
      <p:sp>
        <p:nvSpPr>
          <p:cNvPr id="3" name="Content Placeholder 2">
            <a:extLst>
              <a:ext uri="{FF2B5EF4-FFF2-40B4-BE49-F238E27FC236}">
                <a16:creationId xmlns:a16="http://schemas.microsoft.com/office/drawing/2014/main" id="{DAA5F1E9-60DD-FA1A-2085-0AF6A613D560}"/>
              </a:ext>
            </a:extLst>
          </p:cNvPr>
          <p:cNvSpPr>
            <a:spLocks noGrp="1"/>
          </p:cNvSpPr>
          <p:nvPr>
            <p:ph idx="1"/>
          </p:nvPr>
        </p:nvSpPr>
        <p:spPr/>
        <p:txBody>
          <a:bodyPr/>
          <a:lstStyle/>
          <a:p>
            <a:pPr algn="l">
              <a:buFont typeface="Wingdings" panose="05000000000000000000" pitchFamily="2" charset="2"/>
              <a:buChar char="q"/>
            </a:pPr>
            <a:r>
              <a:rPr lang="en-US" dirty="0"/>
              <a:t> WIS Community page: </a:t>
            </a:r>
            <a:r>
              <a:rPr lang="en-US" dirty="0">
                <a:hlinkClick r:id="rId2"/>
              </a:rPr>
              <a:t>WMO Information System (WIS) | World Meteorological Organization</a:t>
            </a:r>
            <a:endParaRPr lang="en-US" dirty="0"/>
          </a:p>
          <a:p>
            <a:pPr algn="l">
              <a:buFont typeface="Wingdings" panose="05000000000000000000" pitchFamily="2" charset="2"/>
              <a:buChar char="q"/>
            </a:pPr>
            <a:r>
              <a:rPr lang="en-GB" dirty="0">
                <a:hlinkClick r:id="rId3"/>
              </a:rPr>
              <a:t>Manual on the WMO Information System, Volume II – WMO Information System 2.0</a:t>
            </a:r>
            <a:endParaRPr lang="en-GB" dirty="0"/>
          </a:p>
          <a:p>
            <a:pPr algn="l">
              <a:buFont typeface="Wingdings" panose="05000000000000000000" pitchFamily="2" charset="2"/>
              <a:buChar char="q"/>
            </a:pPr>
            <a:r>
              <a:rPr lang="en-GB" dirty="0"/>
              <a:t> </a:t>
            </a:r>
            <a:r>
              <a:rPr lang="en-GB" dirty="0">
                <a:hlinkClick r:id="rId4"/>
              </a:rPr>
              <a:t>Guide to the WMO Information System, Volume II</a:t>
            </a:r>
            <a:endParaRPr lang="en-US" dirty="0"/>
          </a:p>
          <a:p>
            <a:pPr algn="l">
              <a:buFont typeface="Wingdings" panose="05000000000000000000" pitchFamily="2" charset="2"/>
              <a:buChar char="q"/>
            </a:pPr>
            <a:r>
              <a:rPr lang="en-GB" dirty="0">
                <a:hlinkClick r:id="rId5"/>
              </a:rPr>
              <a:t>WIS Publications</a:t>
            </a:r>
            <a:endParaRPr lang="en-CH" dirty="0"/>
          </a:p>
        </p:txBody>
      </p:sp>
    </p:spTree>
    <p:extLst>
      <p:ext uri="{BB962C8B-B14F-4D97-AF65-F5344CB8AC3E}">
        <p14:creationId xmlns:p14="http://schemas.microsoft.com/office/powerpoint/2010/main" val="2228767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2A948-CA65-0EF8-7655-56C23B15FEB3}"/>
              </a:ext>
            </a:extLst>
          </p:cNvPr>
          <p:cNvSpPr>
            <a:spLocks noGrp="1"/>
          </p:cNvSpPr>
          <p:nvPr>
            <p:ph type="title"/>
          </p:nvPr>
        </p:nvSpPr>
        <p:spPr/>
        <p:txBody>
          <a:bodyPr>
            <a:normAutofit fontScale="90000"/>
          </a:bodyPr>
          <a:lstStyle/>
          <a:p>
            <a:r>
              <a:rPr lang="en-US" dirty="0"/>
              <a:t>Thank you</a:t>
            </a:r>
            <a:br>
              <a:rPr lang="en-US" dirty="0"/>
            </a:br>
            <a:r>
              <a:rPr lang="en-US" dirty="0"/>
              <a:t>Merci</a:t>
            </a:r>
            <a:br>
              <a:rPr lang="en-US" dirty="0"/>
            </a:br>
            <a:r>
              <a:rPr lang="ar-AE" dirty="0"/>
              <a:t>شكرًا</a:t>
            </a:r>
            <a:endParaRPr lang="en-CH" dirty="0"/>
          </a:p>
        </p:txBody>
      </p:sp>
    </p:spTree>
    <p:extLst>
      <p:ext uri="{BB962C8B-B14F-4D97-AF65-F5344CB8AC3E}">
        <p14:creationId xmlns:p14="http://schemas.microsoft.com/office/powerpoint/2010/main" val="3765217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MO2016_Powerpoint_WIDESCREEN_dark_en_fr.pptx" id="{AD855B32-0B61-42E2-A21A-160E17B4778C}" vid="{CAA5DDCF-2EA0-4709-ACA0-E3AB81CA8027}"/>
    </a:ext>
  </a:extLst>
</a:theme>
</file>

<file path=ppt/theme/theme5.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2" id="{89F36D6D-3159-442C-8AA9-DC0453A8E8F7}" vid="{25661D18-3EC0-4AA4-899B-4065004C5E0D}"/>
    </a:ext>
  </a:extLst>
</a:theme>
</file>

<file path=ppt/theme/theme6.xml><?xml version="1.0" encoding="utf-8"?>
<a:theme xmlns:a="http://schemas.openxmlformats.org/drawingml/2006/main" name="2_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3_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MO2016_Powerpoint_WIDESCREEN_dark_en_fr.pptx" id="{AD855B32-0B61-42E2-A21A-160E17B4778C}" vid="{CAA5DDCF-2EA0-4709-ACA0-E3AB81CA8027}"/>
    </a:ext>
  </a:extLst>
</a:theme>
</file>

<file path=ppt/theme/theme9.xml><?xml version="1.0" encoding="utf-8"?>
<a:theme xmlns:a="http://schemas.openxmlformats.org/drawingml/2006/main" name="1_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2" id="{89F36D6D-3159-442C-8AA9-DC0453A8E8F7}" vid="{25661D18-3EC0-4AA4-899B-4065004C5E0D}"/>
    </a:ext>
  </a:extLst>
</a:theme>
</file>

<file path=ppt/theme/theme10.xml><?xml version="1.0" encoding="utf-8"?>
<a:theme xmlns:a="http://schemas.openxmlformats.org/drawingml/2006/main" name="4_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2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5_WMO_WHIT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MO2016_Powerpoint_WIDESCREEN_dark_en_fr.pptx" id="{AD855B32-0B61-42E2-A21A-160E17B4778C}" vid="{CAA5DDCF-2EA0-4709-ACA0-E3AB81CA8027}"/>
    </a:ext>
  </a:extLst>
</a:theme>
</file>

<file path=ppt/theme/theme1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4.xml><?xml version="1.0" encoding="utf-8"?>
<a:theme xmlns:a="http://schemas.openxmlformats.org/drawingml/2006/main" name="3_Custom Design">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962d134-526b-49fe-8fc7-dd80537250d0}" enabled="1" method="Standard" siteId="{eaa6be54-4687-40c4-9827-c044bd8e8d3c}" removed="0"/>
</clbl:labelList>
</file>

<file path=docProps/app.xml><?xml version="1.0" encoding="utf-8"?>
<Properties xmlns="http://schemas.openxmlformats.org/officeDocument/2006/extended-properties" xmlns:vt="http://schemas.openxmlformats.org/officeDocument/2006/docPropsVTypes">
  <TotalTime>7412</TotalTime>
  <Words>7428</Words>
  <Application>Microsoft Office PowerPoint</Application>
  <PresentationFormat>Widescreen</PresentationFormat>
  <Paragraphs>494</Paragraphs>
  <Slides>13</Slides>
  <Notes>11</Notes>
  <HiddenSlides>0</HiddenSlides>
  <MMClips>0</MMClips>
  <ScaleCrop>false</ScaleCrop>
  <HeadingPairs>
    <vt:vector size="6" baseType="variant">
      <vt:variant>
        <vt:lpstr>Fonts Used</vt:lpstr>
      </vt:variant>
      <vt:variant>
        <vt:i4>7</vt:i4>
      </vt:variant>
      <vt:variant>
        <vt:lpstr>Theme</vt:lpstr>
      </vt:variant>
      <vt:variant>
        <vt:i4>14</vt:i4>
      </vt:variant>
      <vt:variant>
        <vt:lpstr>Slide Titles</vt:lpstr>
      </vt:variant>
      <vt:variant>
        <vt:i4>13</vt:i4>
      </vt:variant>
    </vt:vector>
  </HeadingPairs>
  <TitlesOfParts>
    <vt:vector size="34" baseType="lpstr">
      <vt:lpstr>Aptos</vt:lpstr>
      <vt:lpstr>Aptos Display</vt:lpstr>
      <vt:lpstr>Arial</vt:lpstr>
      <vt:lpstr>Calibri</vt:lpstr>
      <vt:lpstr>Courier New</vt:lpstr>
      <vt:lpstr>Verdana</vt:lpstr>
      <vt:lpstr>Wingdings</vt:lpstr>
      <vt:lpstr>Office Theme</vt:lpstr>
      <vt:lpstr>WMO_WHITE_Powerpoint_en_fr</vt:lpstr>
      <vt:lpstr>Custom Design</vt:lpstr>
      <vt:lpstr>1_WMO_WHITE_Powerpoint_en_fr</vt:lpstr>
      <vt:lpstr>Theme2</vt:lpstr>
      <vt:lpstr>2_WMO_WHITE_Powerpoint_en_fr</vt:lpstr>
      <vt:lpstr>1_Custom Design</vt:lpstr>
      <vt:lpstr>3_WMO_WHITE_Powerpoint_en_fr</vt:lpstr>
      <vt:lpstr>1_Theme2</vt:lpstr>
      <vt:lpstr>4_WMO_WHITE_Powerpoint_en_fr</vt:lpstr>
      <vt:lpstr>2_Custom Design</vt:lpstr>
      <vt:lpstr>5_WMO_WHITE_Powerpoint_en_fr</vt:lpstr>
      <vt:lpstr>Custom Design</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Thank you Merci شكرًا</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Hassan Haddouch</dc:creator>
  <cp:keywords/>
  <dc:description>generated using python-pptx</dc:description>
  <cp:lastModifiedBy>Hassan Haddouch</cp:lastModifiedBy>
  <cp:revision>7</cp:revision>
  <dcterms:created xsi:type="dcterms:W3CDTF">2013-01-27T09:14:16Z</dcterms:created>
  <dcterms:modified xsi:type="dcterms:W3CDTF">2026-03-31T01:41:53Z</dcterms:modified>
  <cp:category/>
</cp:coreProperties>
</file>